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56" r:id="rId2"/>
    <p:sldId id="509" r:id="rId3"/>
    <p:sldId id="508" r:id="rId4"/>
    <p:sldId id="511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491" r:id="rId4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2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4" Type="http://schemas.openxmlformats.org/officeDocument/2006/relationships/image" Target="../media/image7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4" Type="http://schemas.openxmlformats.org/officeDocument/2006/relationships/image" Target="../media/image11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Relationship Id="rId4" Type="http://schemas.openxmlformats.org/officeDocument/2006/relationships/image" Target="../media/image15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image" Target="../media/image16.svg"/><Relationship Id="rId4" Type="http://schemas.openxmlformats.org/officeDocument/2006/relationships/image" Target="../media/image19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7.svg"/><Relationship Id="rId1" Type="http://schemas.openxmlformats.org/officeDocument/2006/relationships/image" Target="../media/image16.svg"/><Relationship Id="rId4" Type="http://schemas.openxmlformats.org/officeDocument/2006/relationships/image" Target="../media/image21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image" Target="../media/image16.svg"/><Relationship Id="rId4" Type="http://schemas.openxmlformats.org/officeDocument/2006/relationships/image" Target="../media/image24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svg"/><Relationship Id="rId1" Type="http://schemas.openxmlformats.org/officeDocument/2006/relationships/image" Target="../media/image25.svg"/><Relationship Id="rId4" Type="http://schemas.openxmlformats.org/officeDocument/2006/relationships/image" Target="../media/image28.sv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6.svg"/><Relationship Id="rId1" Type="http://schemas.openxmlformats.org/officeDocument/2006/relationships/image" Target="../media/image29.svg"/><Relationship Id="rId4" Type="http://schemas.openxmlformats.org/officeDocument/2006/relationships/image" Target="../media/image30.svg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32.svg"/><Relationship Id="rId1" Type="http://schemas.openxmlformats.org/officeDocument/2006/relationships/image" Target="../media/image31.svg"/><Relationship Id="rId4" Type="http://schemas.openxmlformats.org/officeDocument/2006/relationships/image" Target="../media/image28.svg"/></Relationships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svg"/><Relationship Id="rId1" Type="http://schemas.openxmlformats.org/officeDocument/2006/relationships/image" Target="../media/image34.svg"/></Relationships>
</file>

<file path=ppt/diagrams/_rels/data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svg"/><Relationship Id="rId1" Type="http://schemas.openxmlformats.org/officeDocument/2006/relationships/image" Target="../media/image38.svg"/><Relationship Id="rId4" Type="http://schemas.openxmlformats.org/officeDocument/2006/relationships/image" Target="../media/image41.svg"/></Relationships>
</file>

<file path=ppt/diagrams/_rels/data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45.svg"/><Relationship Id="rId1" Type="http://schemas.openxmlformats.org/officeDocument/2006/relationships/image" Target="../media/image44.svg"/><Relationship Id="rId4" Type="http://schemas.openxmlformats.org/officeDocument/2006/relationships/image" Target="../media/image46.svg"/></Relationships>
</file>

<file path=ppt/diagrams/_rels/data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2" Type="http://schemas.openxmlformats.org/officeDocument/2006/relationships/image" Target="../media/image47.svg"/><Relationship Id="rId1" Type="http://schemas.openxmlformats.org/officeDocument/2006/relationships/image" Target="../media/image44.svg"/><Relationship Id="rId4" Type="http://schemas.openxmlformats.org/officeDocument/2006/relationships/image" Target="../media/image7.svg"/></Relationships>
</file>

<file path=ppt/diagrams/_rels/data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50.svg"/><Relationship Id="rId1" Type="http://schemas.openxmlformats.org/officeDocument/2006/relationships/image" Target="../media/image49.svg"/><Relationship Id="rId4" Type="http://schemas.openxmlformats.org/officeDocument/2006/relationships/image" Target="../media/image46.svg"/></Relationships>
</file>

<file path=ppt/diagrams/_rels/data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svg"/><Relationship Id="rId2" Type="http://schemas.openxmlformats.org/officeDocument/2006/relationships/image" Target="../media/image52.svg"/><Relationship Id="rId1" Type="http://schemas.openxmlformats.org/officeDocument/2006/relationships/image" Target="../media/image51.svg"/><Relationship Id="rId4" Type="http://schemas.openxmlformats.org/officeDocument/2006/relationships/image" Target="../media/image54.svg"/></Relationships>
</file>

<file path=ppt/diagrams/_rels/data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svg"/><Relationship Id="rId2" Type="http://schemas.openxmlformats.org/officeDocument/2006/relationships/image" Target="../media/image26.svg"/><Relationship Id="rId1" Type="http://schemas.openxmlformats.org/officeDocument/2006/relationships/image" Target="../media/image59.svg"/><Relationship Id="rId4" Type="http://schemas.openxmlformats.org/officeDocument/2006/relationships/image" Target="../media/image61.svg"/></Relationships>
</file>

<file path=ppt/diagrams/_rels/data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svg"/><Relationship Id="rId2" Type="http://schemas.openxmlformats.org/officeDocument/2006/relationships/image" Target="../media/image40.svg"/><Relationship Id="rId1" Type="http://schemas.openxmlformats.org/officeDocument/2006/relationships/image" Target="../media/image63.svg"/><Relationship Id="rId4" Type="http://schemas.openxmlformats.org/officeDocument/2006/relationships/image" Target="../media/image65.svg"/></Relationships>
</file>

<file path=ppt/diagrams/_rels/data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svg"/><Relationship Id="rId2" Type="http://schemas.openxmlformats.org/officeDocument/2006/relationships/image" Target="../media/image67.svg"/><Relationship Id="rId1" Type="http://schemas.openxmlformats.org/officeDocument/2006/relationships/image" Target="../media/image66.svg"/><Relationship Id="rId4" Type="http://schemas.openxmlformats.org/officeDocument/2006/relationships/image" Target="../media/image26.svg"/></Relationships>
</file>

<file path=ppt/diagrams/_rels/data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svg"/><Relationship Id="rId2" Type="http://schemas.openxmlformats.org/officeDocument/2006/relationships/image" Target="../media/image60.svg"/><Relationship Id="rId1" Type="http://schemas.openxmlformats.org/officeDocument/2006/relationships/image" Target="../media/image69.svg"/><Relationship Id="rId4" Type="http://schemas.openxmlformats.org/officeDocument/2006/relationships/image" Target="../media/image70.svg"/></Relationships>
</file>

<file path=ppt/diagrams/_rels/data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59.svg"/><Relationship Id="rId1" Type="http://schemas.openxmlformats.org/officeDocument/2006/relationships/image" Target="../media/image61.svg"/><Relationship Id="rId4" Type="http://schemas.openxmlformats.org/officeDocument/2006/relationships/image" Target="../media/image71.svg"/></Relationships>
</file>

<file path=ppt/diagrams/_rels/data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svg"/><Relationship Id="rId2" Type="http://schemas.openxmlformats.org/officeDocument/2006/relationships/image" Target="../media/image73.svg"/><Relationship Id="rId1" Type="http://schemas.openxmlformats.org/officeDocument/2006/relationships/image" Target="../media/image72.svg"/><Relationship Id="rId4" Type="http://schemas.openxmlformats.org/officeDocument/2006/relationships/image" Target="../media/image6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4" Type="http://schemas.openxmlformats.org/officeDocument/2006/relationships/image" Target="../media/image7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4" Type="http://schemas.openxmlformats.org/officeDocument/2006/relationships/image" Target="../media/image11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Relationship Id="rId4" Type="http://schemas.openxmlformats.org/officeDocument/2006/relationships/image" Target="../media/image15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image" Target="../media/image16.svg"/><Relationship Id="rId4" Type="http://schemas.openxmlformats.org/officeDocument/2006/relationships/image" Target="../media/image19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7.svg"/><Relationship Id="rId1" Type="http://schemas.openxmlformats.org/officeDocument/2006/relationships/image" Target="../media/image16.svg"/><Relationship Id="rId4" Type="http://schemas.openxmlformats.org/officeDocument/2006/relationships/image" Target="../media/image21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svg"/><Relationship Id="rId1" Type="http://schemas.openxmlformats.org/officeDocument/2006/relationships/image" Target="../media/image16.svg"/><Relationship Id="rId4" Type="http://schemas.openxmlformats.org/officeDocument/2006/relationships/image" Target="../media/image24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svg"/><Relationship Id="rId1" Type="http://schemas.openxmlformats.org/officeDocument/2006/relationships/image" Target="../media/image25.svg"/><Relationship Id="rId4" Type="http://schemas.openxmlformats.org/officeDocument/2006/relationships/image" Target="../media/image28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6.svg"/><Relationship Id="rId1" Type="http://schemas.openxmlformats.org/officeDocument/2006/relationships/image" Target="../media/image29.svg"/><Relationship Id="rId4" Type="http://schemas.openxmlformats.org/officeDocument/2006/relationships/image" Target="../media/image30.svg"/></Relationships>
</file>

<file path=ppt/diagrams/_rels/drawing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32.svg"/><Relationship Id="rId1" Type="http://schemas.openxmlformats.org/officeDocument/2006/relationships/image" Target="../media/image31.svg"/><Relationship Id="rId4" Type="http://schemas.openxmlformats.org/officeDocument/2006/relationships/image" Target="../media/image28.svg"/></Relationships>
</file>

<file path=ppt/diagrams/_rels/drawing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svg"/><Relationship Id="rId1" Type="http://schemas.openxmlformats.org/officeDocument/2006/relationships/image" Target="../media/image34.svg"/></Relationships>
</file>

<file path=ppt/diagrams/_rels/drawing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svg"/><Relationship Id="rId1" Type="http://schemas.openxmlformats.org/officeDocument/2006/relationships/image" Target="../media/image38.svg"/><Relationship Id="rId4" Type="http://schemas.openxmlformats.org/officeDocument/2006/relationships/image" Target="../media/image41.svg"/></Relationships>
</file>

<file path=ppt/diagrams/_rels/drawing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45.svg"/><Relationship Id="rId1" Type="http://schemas.openxmlformats.org/officeDocument/2006/relationships/image" Target="../media/image44.svg"/><Relationship Id="rId4" Type="http://schemas.openxmlformats.org/officeDocument/2006/relationships/image" Target="../media/image46.svg"/></Relationships>
</file>

<file path=ppt/diagrams/_rels/drawing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2" Type="http://schemas.openxmlformats.org/officeDocument/2006/relationships/image" Target="../media/image47.svg"/><Relationship Id="rId1" Type="http://schemas.openxmlformats.org/officeDocument/2006/relationships/image" Target="../media/image44.svg"/><Relationship Id="rId4" Type="http://schemas.openxmlformats.org/officeDocument/2006/relationships/image" Target="../media/image7.svg"/></Relationships>
</file>

<file path=ppt/diagrams/_rels/drawing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50.svg"/><Relationship Id="rId1" Type="http://schemas.openxmlformats.org/officeDocument/2006/relationships/image" Target="../media/image49.svg"/><Relationship Id="rId4" Type="http://schemas.openxmlformats.org/officeDocument/2006/relationships/image" Target="../media/image46.svg"/></Relationships>
</file>

<file path=ppt/diagrams/_rels/drawing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svg"/><Relationship Id="rId2" Type="http://schemas.openxmlformats.org/officeDocument/2006/relationships/image" Target="../media/image52.svg"/><Relationship Id="rId1" Type="http://schemas.openxmlformats.org/officeDocument/2006/relationships/image" Target="../media/image51.svg"/><Relationship Id="rId4" Type="http://schemas.openxmlformats.org/officeDocument/2006/relationships/image" Target="../media/image54.svg"/></Relationships>
</file>

<file path=ppt/diagrams/_rels/drawing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svg"/><Relationship Id="rId2" Type="http://schemas.openxmlformats.org/officeDocument/2006/relationships/image" Target="../media/image26.svg"/><Relationship Id="rId1" Type="http://schemas.openxmlformats.org/officeDocument/2006/relationships/image" Target="../media/image59.svg"/><Relationship Id="rId4" Type="http://schemas.openxmlformats.org/officeDocument/2006/relationships/image" Target="../media/image61.svg"/></Relationships>
</file>

<file path=ppt/diagrams/_rels/drawing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svg"/><Relationship Id="rId2" Type="http://schemas.openxmlformats.org/officeDocument/2006/relationships/image" Target="../media/image40.svg"/><Relationship Id="rId1" Type="http://schemas.openxmlformats.org/officeDocument/2006/relationships/image" Target="../media/image63.svg"/><Relationship Id="rId4" Type="http://schemas.openxmlformats.org/officeDocument/2006/relationships/image" Target="../media/image65.svg"/></Relationships>
</file>

<file path=ppt/diagrams/_rels/drawing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svg"/><Relationship Id="rId2" Type="http://schemas.openxmlformats.org/officeDocument/2006/relationships/image" Target="../media/image67.svg"/><Relationship Id="rId1" Type="http://schemas.openxmlformats.org/officeDocument/2006/relationships/image" Target="../media/image66.svg"/><Relationship Id="rId4" Type="http://schemas.openxmlformats.org/officeDocument/2006/relationships/image" Target="../media/image26.svg"/></Relationships>
</file>

<file path=ppt/diagrams/_rels/drawing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svg"/><Relationship Id="rId2" Type="http://schemas.openxmlformats.org/officeDocument/2006/relationships/image" Target="../media/image60.svg"/><Relationship Id="rId1" Type="http://schemas.openxmlformats.org/officeDocument/2006/relationships/image" Target="../media/image69.svg"/><Relationship Id="rId4" Type="http://schemas.openxmlformats.org/officeDocument/2006/relationships/image" Target="../media/image70.svg"/></Relationships>
</file>

<file path=ppt/diagrams/_rels/drawing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59.svg"/><Relationship Id="rId1" Type="http://schemas.openxmlformats.org/officeDocument/2006/relationships/image" Target="../media/image61.svg"/><Relationship Id="rId4" Type="http://schemas.openxmlformats.org/officeDocument/2006/relationships/image" Target="../media/image71.svg"/></Relationships>
</file>

<file path=ppt/diagrams/_rels/drawing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svg"/><Relationship Id="rId2" Type="http://schemas.openxmlformats.org/officeDocument/2006/relationships/image" Target="../media/image73.svg"/><Relationship Id="rId1" Type="http://schemas.openxmlformats.org/officeDocument/2006/relationships/image" Target="../media/image72.svg"/><Relationship Id="rId4" Type="http://schemas.openxmlformats.org/officeDocument/2006/relationships/image" Target="../media/image6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18/5/colors/Iconchunking_coloredtext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dk2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dk2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DF972F7-D4C8-42BA-9B75-4A51319EA0B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DB46BDD-8F97-46C8-AE92-86EA2653EC22}">
      <dgm:prSet/>
      <dgm:spPr/>
      <dgm:t>
        <a:bodyPr/>
        <a:lstStyle/>
        <a:p>
          <a:r>
            <a:rPr lang="en-US"/>
            <a:t>From Cost Centers to Bankable, Climate-Resilient Assets</a:t>
          </a:r>
        </a:p>
      </dgm:t>
    </dgm:pt>
    <dgm:pt modelId="{440CE38F-4323-475C-827F-3316CD418DD9}" type="parTrans" cxnId="{344EF211-C147-4E2D-81CD-62E8B95E3F09}">
      <dgm:prSet/>
      <dgm:spPr/>
      <dgm:t>
        <a:bodyPr/>
        <a:lstStyle/>
        <a:p>
          <a:endParaRPr lang="en-US"/>
        </a:p>
      </dgm:t>
    </dgm:pt>
    <dgm:pt modelId="{91B2ADA3-49FC-4E51-988A-032D10CED669}" type="sibTrans" cxnId="{344EF211-C147-4E2D-81CD-62E8B95E3F09}">
      <dgm:prSet/>
      <dgm:spPr/>
      <dgm:t>
        <a:bodyPr/>
        <a:lstStyle/>
        <a:p>
          <a:endParaRPr lang="en-US"/>
        </a:p>
      </dgm:t>
    </dgm:pt>
    <dgm:pt modelId="{FFB9727A-A799-477D-9000-6DE25019EDAF}">
      <dgm:prSet/>
      <dgm:spPr/>
      <dgm:t>
        <a:bodyPr/>
        <a:lstStyle/>
        <a:p>
          <a:r>
            <a:rPr lang="en-US"/>
            <a:t>Focus: Retrofitting existing infrastructure</a:t>
          </a:r>
        </a:p>
      </dgm:t>
    </dgm:pt>
    <dgm:pt modelId="{EBD184A0-44B4-4D47-9675-DE28154083DA}" type="parTrans" cxnId="{1EEFB7AA-8847-4707-9F4F-99C35BF26961}">
      <dgm:prSet/>
      <dgm:spPr/>
      <dgm:t>
        <a:bodyPr/>
        <a:lstStyle/>
        <a:p>
          <a:endParaRPr lang="en-US"/>
        </a:p>
      </dgm:t>
    </dgm:pt>
    <dgm:pt modelId="{3C51A240-477E-4E10-8E93-F2A6F7B1ED8B}" type="sibTrans" cxnId="{1EEFB7AA-8847-4707-9F4F-99C35BF26961}">
      <dgm:prSet/>
      <dgm:spPr/>
      <dgm:t>
        <a:bodyPr/>
        <a:lstStyle/>
        <a:p>
          <a:endParaRPr lang="en-US"/>
        </a:p>
      </dgm:t>
    </dgm:pt>
    <dgm:pt modelId="{073C92A8-F0E1-4DCB-96DF-F027BBAF3588}">
      <dgm:prSet/>
      <dgm:spPr/>
      <dgm:t>
        <a:bodyPr/>
        <a:lstStyle/>
        <a:p>
          <a:r>
            <a:rPr lang="en-US"/>
            <a:t>Case: Agricultural Drainage Desalination (Egypt)</a:t>
          </a:r>
        </a:p>
      </dgm:t>
    </dgm:pt>
    <dgm:pt modelId="{6D456AF5-A3E2-4884-A5E3-5D933899D304}" type="parTrans" cxnId="{80601660-DF2F-4DF0-BC6A-B6BCF2052C16}">
      <dgm:prSet/>
      <dgm:spPr/>
      <dgm:t>
        <a:bodyPr/>
        <a:lstStyle/>
        <a:p>
          <a:endParaRPr lang="en-US"/>
        </a:p>
      </dgm:t>
    </dgm:pt>
    <dgm:pt modelId="{BE6E807A-3038-497F-A2F3-E5479BC4D724}" type="sibTrans" cxnId="{80601660-DF2F-4DF0-BC6A-B6BCF2052C16}">
      <dgm:prSet/>
      <dgm:spPr/>
      <dgm:t>
        <a:bodyPr/>
        <a:lstStyle/>
        <a:p>
          <a:endParaRPr lang="en-US"/>
        </a:p>
      </dgm:t>
    </dgm:pt>
    <dgm:pt modelId="{DA89F3D8-CD3C-4BBF-B094-0842E54CDFFC}">
      <dgm:prSet/>
      <dgm:spPr/>
      <dgm:t>
        <a:bodyPr/>
        <a:lstStyle/>
        <a:p>
          <a:r>
            <a:rPr lang="en-US"/>
            <a:t>Approach: Technical + Financial + Governance</a:t>
          </a:r>
        </a:p>
      </dgm:t>
    </dgm:pt>
    <dgm:pt modelId="{49F6E7E8-4F61-4DFF-8B96-C098F3CD5430}" type="parTrans" cxnId="{9F72D82E-66CE-4C9B-84F5-BDFAAA7C00B7}">
      <dgm:prSet/>
      <dgm:spPr/>
      <dgm:t>
        <a:bodyPr/>
        <a:lstStyle/>
        <a:p>
          <a:endParaRPr lang="en-US"/>
        </a:p>
      </dgm:t>
    </dgm:pt>
    <dgm:pt modelId="{138B9C9B-B7BD-43E1-B22B-395DCE0992D0}" type="sibTrans" cxnId="{9F72D82E-66CE-4C9B-84F5-BDFAAA7C00B7}">
      <dgm:prSet/>
      <dgm:spPr/>
      <dgm:t>
        <a:bodyPr/>
        <a:lstStyle/>
        <a:p>
          <a:endParaRPr lang="en-US"/>
        </a:p>
      </dgm:t>
    </dgm:pt>
    <dgm:pt modelId="{5D02B9DF-38A4-4E8C-AADA-A51E8781E63A}" type="pres">
      <dgm:prSet presAssocID="{EDF972F7-D4C8-42BA-9B75-4A51319EA0B6}" presName="root" presStyleCnt="0">
        <dgm:presLayoutVars>
          <dgm:dir/>
          <dgm:resizeHandles val="exact"/>
        </dgm:presLayoutVars>
      </dgm:prSet>
      <dgm:spPr/>
    </dgm:pt>
    <dgm:pt modelId="{C8CAB200-FA9C-4D91-9529-C24F5AF73A2F}" type="pres">
      <dgm:prSet presAssocID="{DDB46BDD-8F97-46C8-AE92-86EA2653EC22}" presName="compNode" presStyleCnt="0"/>
      <dgm:spPr/>
    </dgm:pt>
    <dgm:pt modelId="{17B92FDB-3F7C-4463-9E70-5D20006ABEC3}" type="pres">
      <dgm:prSet presAssocID="{DDB46BDD-8F97-46C8-AE92-86EA2653EC22}" presName="bgRect" presStyleLbl="bgShp" presStyleIdx="0" presStyleCnt="4"/>
      <dgm:spPr/>
    </dgm:pt>
    <dgm:pt modelId="{F6BE5500-C7C4-469B-9126-9A421CFE1735}" type="pres">
      <dgm:prSet presAssocID="{DDB46BDD-8F97-46C8-AE92-86EA2653EC22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in"/>
        </a:ext>
      </dgm:extLst>
    </dgm:pt>
    <dgm:pt modelId="{D6A6C826-D56C-4187-9D8B-64F8065AB5B1}" type="pres">
      <dgm:prSet presAssocID="{DDB46BDD-8F97-46C8-AE92-86EA2653EC22}" presName="spaceRect" presStyleCnt="0"/>
      <dgm:spPr/>
    </dgm:pt>
    <dgm:pt modelId="{D9FEC855-2AD9-431B-9B2D-45E35B8E688D}" type="pres">
      <dgm:prSet presAssocID="{DDB46BDD-8F97-46C8-AE92-86EA2653EC22}" presName="parTx" presStyleLbl="revTx" presStyleIdx="0" presStyleCnt="4">
        <dgm:presLayoutVars>
          <dgm:chMax val="0"/>
          <dgm:chPref val="0"/>
        </dgm:presLayoutVars>
      </dgm:prSet>
      <dgm:spPr/>
    </dgm:pt>
    <dgm:pt modelId="{313EEAD1-ABB2-4E98-90AA-77C302E3F234}" type="pres">
      <dgm:prSet presAssocID="{91B2ADA3-49FC-4E51-988A-032D10CED669}" presName="sibTrans" presStyleCnt="0"/>
      <dgm:spPr/>
    </dgm:pt>
    <dgm:pt modelId="{2071A62A-40C2-4ACC-B9FE-370F8DCE976C}" type="pres">
      <dgm:prSet presAssocID="{FFB9727A-A799-477D-9000-6DE25019EDAF}" presName="compNode" presStyleCnt="0"/>
      <dgm:spPr/>
    </dgm:pt>
    <dgm:pt modelId="{A296D5CC-40B3-4DCD-A176-29F201A1553F}" type="pres">
      <dgm:prSet presAssocID="{FFB9727A-A799-477D-9000-6DE25019EDAF}" presName="bgRect" presStyleLbl="bgShp" presStyleIdx="1" presStyleCnt="4"/>
      <dgm:spPr/>
    </dgm:pt>
    <dgm:pt modelId="{9633A16D-2F7F-4037-A6C7-8F1D797A5440}" type="pres">
      <dgm:prSet presAssocID="{FFB9727A-A799-477D-9000-6DE25019EDAF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r"/>
        </a:ext>
      </dgm:extLst>
    </dgm:pt>
    <dgm:pt modelId="{A215F054-DCD4-4CC8-B9DC-0D28D7C023CB}" type="pres">
      <dgm:prSet presAssocID="{FFB9727A-A799-477D-9000-6DE25019EDAF}" presName="spaceRect" presStyleCnt="0"/>
      <dgm:spPr/>
    </dgm:pt>
    <dgm:pt modelId="{358E28CA-A777-4B6F-B2F0-CFC576DF0846}" type="pres">
      <dgm:prSet presAssocID="{FFB9727A-A799-477D-9000-6DE25019EDAF}" presName="parTx" presStyleLbl="revTx" presStyleIdx="1" presStyleCnt="4">
        <dgm:presLayoutVars>
          <dgm:chMax val="0"/>
          <dgm:chPref val="0"/>
        </dgm:presLayoutVars>
      </dgm:prSet>
      <dgm:spPr/>
    </dgm:pt>
    <dgm:pt modelId="{B881F7E6-7C4E-4756-8B5D-003E454DC3B0}" type="pres">
      <dgm:prSet presAssocID="{3C51A240-477E-4E10-8E93-F2A6F7B1ED8B}" presName="sibTrans" presStyleCnt="0"/>
      <dgm:spPr/>
    </dgm:pt>
    <dgm:pt modelId="{638CEE93-9C3A-4847-A0D5-297B19789118}" type="pres">
      <dgm:prSet presAssocID="{073C92A8-F0E1-4DCB-96DF-F027BBAF3588}" presName="compNode" presStyleCnt="0"/>
      <dgm:spPr/>
    </dgm:pt>
    <dgm:pt modelId="{428612BD-67E7-4FB7-A023-87252BC7E8EC}" type="pres">
      <dgm:prSet presAssocID="{073C92A8-F0E1-4DCB-96DF-F027BBAF3588}" presName="bgRect" presStyleLbl="bgShp" presStyleIdx="2" presStyleCnt="4"/>
      <dgm:spPr/>
    </dgm:pt>
    <dgm:pt modelId="{105F84D9-5442-4EEF-86AA-BC4D3DA6FE4D}" type="pres">
      <dgm:prSet presAssocID="{073C92A8-F0E1-4DCB-96DF-F027BBAF3588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rm scene"/>
        </a:ext>
      </dgm:extLst>
    </dgm:pt>
    <dgm:pt modelId="{DC239A18-D207-4A66-8E99-258E436B2046}" type="pres">
      <dgm:prSet presAssocID="{073C92A8-F0E1-4DCB-96DF-F027BBAF3588}" presName="spaceRect" presStyleCnt="0"/>
      <dgm:spPr/>
    </dgm:pt>
    <dgm:pt modelId="{15D508DE-6ED1-4AC1-9379-7B9941E0CAC1}" type="pres">
      <dgm:prSet presAssocID="{073C92A8-F0E1-4DCB-96DF-F027BBAF3588}" presName="parTx" presStyleLbl="revTx" presStyleIdx="2" presStyleCnt="4">
        <dgm:presLayoutVars>
          <dgm:chMax val="0"/>
          <dgm:chPref val="0"/>
        </dgm:presLayoutVars>
      </dgm:prSet>
      <dgm:spPr/>
    </dgm:pt>
    <dgm:pt modelId="{535BBD18-3FBB-46B9-89C9-2094FAEA04FE}" type="pres">
      <dgm:prSet presAssocID="{BE6E807A-3038-497F-A2F3-E5479BC4D724}" presName="sibTrans" presStyleCnt="0"/>
      <dgm:spPr/>
    </dgm:pt>
    <dgm:pt modelId="{B14D29F6-619B-45F5-9570-E8DC1F370DEC}" type="pres">
      <dgm:prSet presAssocID="{DA89F3D8-CD3C-4BBF-B094-0842E54CDFFC}" presName="compNode" presStyleCnt="0"/>
      <dgm:spPr/>
    </dgm:pt>
    <dgm:pt modelId="{BB04F271-BBB4-47C6-AF91-D56EEA4F839A}" type="pres">
      <dgm:prSet presAssocID="{DA89F3D8-CD3C-4BBF-B094-0842E54CDFFC}" presName="bgRect" presStyleLbl="bgShp" presStyleIdx="3" presStyleCnt="4"/>
      <dgm:spPr/>
    </dgm:pt>
    <dgm:pt modelId="{D7E99F72-36F6-431F-ACD7-3EF309EF4EC1}" type="pres">
      <dgm:prSet presAssocID="{DA89F3D8-CD3C-4BBF-B094-0842E54CDFFC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C913B676-E976-488B-A53F-58BCB3C2B4DC}" type="pres">
      <dgm:prSet presAssocID="{DA89F3D8-CD3C-4BBF-B094-0842E54CDFFC}" presName="spaceRect" presStyleCnt="0"/>
      <dgm:spPr/>
    </dgm:pt>
    <dgm:pt modelId="{CD9DEDEF-37A4-4269-AE58-F706CB38715C}" type="pres">
      <dgm:prSet presAssocID="{DA89F3D8-CD3C-4BBF-B094-0842E54CDFFC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18DE4E00-01ED-4B51-B84A-7DCB77A21E42}" type="presOf" srcId="{DA89F3D8-CD3C-4BBF-B094-0842E54CDFFC}" destId="{CD9DEDEF-37A4-4269-AE58-F706CB38715C}" srcOrd="0" destOrd="0" presId="urn:microsoft.com/office/officeart/2018/2/layout/IconVerticalSolidList"/>
    <dgm:cxn modelId="{344EF211-C147-4E2D-81CD-62E8B95E3F09}" srcId="{EDF972F7-D4C8-42BA-9B75-4A51319EA0B6}" destId="{DDB46BDD-8F97-46C8-AE92-86EA2653EC22}" srcOrd="0" destOrd="0" parTransId="{440CE38F-4323-475C-827F-3316CD418DD9}" sibTransId="{91B2ADA3-49FC-4E51-988A-032D10CED669}"/>
    <dgm:cxn modelId="{9F72D82E-66CE-4C9B-84F5-BDFAAA7C00B7}" srcId="{EDF972F7-D4C8-42BA-9B75-4A51319EA0B6}" destId="{DA89F3D8-CD3C-4BBF-B094-0842E54CDFFC}" srcOrd="3" destOrd="0" parTransId="{49F6E7E8-4F61-4DFF-8B96-C098F3CD5430}" sibTransId="{138B9C9B-B7BD-43E1-B22B-395DCE0992D0}"/>
    <dgm:cxn modelId="{B59C4E32-850F-4773-8808-F529253CF3B3}" type="presOf" srcId="{FFB9727A-A799-477D-9000-6DE25019EDAF}" destId="{358E28CA-A777-4B6F-B2F0-CFC576DF0846}" srcOrd="0" destOrd="0" presId="urn:microsoft.com/office/officeart/2018/2/layout/IconVerticalSolidList"/>
    <dgm:cxn modelId="{80601660-DF2F-4DF0-BC6A-B6BCF2052C16}" srcId="{EDF972F7-D4C8-42BA-9B75-4A51319EA0B6}" destId="{073C92A8-F0E1-4DCB-96DF-F027BBAF3588}" srcOrd="2" destOrd="0" parTransId="{6D456AF5-A3E2-4884-A5E3-5D933899D304}" sibTransId="{BE6E807A-3038-497F-A2F3-E5479BC4D724}"/>
    <dgm:cxn modelId="{1EEFB7AA-8847-4707-9F4F-99C35BF26961}" srcId="{EDF972F7-D4C8-42BA-9B75-4A51319EA0B6}" destId="{FFB9727A-A799-477D-9000-6DE25019EDAF}" srcOrd="1" destOrd="0" parTransId="{EBD184A0-44B4-4D47-9675-DE28154083DA}" sibTransId="{3C51A240-477E-4E10-8E93-F2A6F7B1ED8B}"/>
    <dgm:cxn modelId="{42E198AE-3909-4FCA-B718-960E73BD2E4E}" type="presOf" srcId="{EDF972F7-D4C8-42BA-9B75-4A51319EA0B6}" destId="{5D02B9DF-38A4-4E8C-AADA-A51E8781E63A}" srcOrd="0" destOrd="0" presId="urn:microsoft.com/office/officeart/2018/2/layout/IconVerticalSolidList"/>
    <dgm:cxn modelId="{111AA7BD-2DD6-49D3-B272-3458968BFF8E}" type="presOf" srcId="{DDB46BDD-8F97-46C8-AE92-86EA2653EC22}" destId="{D9FEC855-2AD9-431B-9B2D-45E35B8E688D}" srcOrd="0" destOrd="0" presId="urn:microsoft.com/office/officeart/2018/2/layout/IconVerticalSolidList"/>
    <dgm:cxn modelId="{A56B68DB-DAF2-48BD-AB24-28AA62ABF46A}" type="presOf" srcId="{073C92A8-F0E1-4DCB-96DF-F027BBAF3588}" destId="{15D508DE-6ED1-4AC1-9379-7B9941E0CAC1}" srcOrd="0" destOrd="0" presId="urn:microsoft.com/office/officeart/2018/2/layout/IconVerticalSolidList"/>
    <dgm:cxn modelId="{79FB82F1-F24C-4828-B981-E7069B32D2D7}" type="presParOf" srcId="{5D02B9DF-38A4-4E8C-AADA-A51E8781E63A}" destId="{C8CAB200-FA9C-4D91-9529-C24F5AF73A2F}" srcOrd="0" destOrd="0" presId="urn:microsoft.com/office/officeart/2018/2/layout/IconVerticalSolidList"/>
    <dgm:cxn modelId="{1D9AE877-A822-41B9-9876-9E607868B304}" type="presParOf" srcId="{C8CAB200-FA9C-4D91-9529-C24F5AF73A2F}" destId="{17B92FDB-3F7C-4463-9E70-5D20006ABEC3}" srcOrd="0" destOrd="0" presId="urn:microsoft.com/office/officeart/2018/2/layout/IconVerticalSolidList"/>
    <dgm:cxn modelId="{0F366E32-3627-4C75-963D-064DCFB3CDCA}" type="presParOf" srcId="{C8CAB200-FA9C-4D91-9529-C24F5AF73A2F}" destId="{F6BE5500-C7C4-469B-9126-9A421CFE1735}" srcOrd="1" destOrd="0" presId="urn:microsoft.com/office/officeart/2018/2/layout/IconVerticalSolidList"/>
    <dgm:cxn modelId="{58A3CA97-1A22-4E04-8DD6-2124AA107D9A}" type="presParOf" srcId="{C8CAB200-FA9C-4D91-9529-C24F5AF73A2F}" destId="{D6A6C826-D56C-4187-9D8B-64F8065AB5B1}" srcOrd="2" destOrd="0" presId="urn:microsoft.com/office/officeart/2018/2/layout/IconVerticalSolidList"/>
    <dgm:cxn modelId="{CC7E1A19-0856-4C7B-9A4D-6431EB959AAD}" type="presParOf" srcId="{C8CAB200-FA9C-4D91-9529-C24F5AF73A2F}" destId="{D9FEC855-2AD9-431B-9B2D-45E35B8E688D}" srcOrd="3" destOrd="0" presId="urn:microsoft.com/office/officeart/2018/2/layout/IconVerticalSolidList"/>
    <dgm:cxn modelId="{35790895-F95A-4048-B347-4B25352C04D3}" type="presParOf" srcId="{5D02B9DF-38A4-4E8C-AADA-A51E8781E63A}" destId="{313EEAD1-ABB2-4E98-90AA-77C302E3F234}" srcOrd="1" destOrd="0" presId="urn:microsoft.com/office/officeart/2018/2/layout/IconVerticalSolidList"/>
    <dgm:cxn modelId="{30257997-0812-49CF-81E0-C91989057C58}" type="presParOf" srcId="{5D02B9DF-38A4-4E8C-AADA-A51E8781E63A}" destId="{2071A62A-40C2-4ACC-B9FE-370F8DCE976C}" srcOrd="2" destOrd="0" presId="urn:microsoft.com/office/officeart/2018/2/layout/IconVerticalSolidList"/>
    <dgm:cxn modelId="{DA01582C-C14E-44A2-8EBB-7891433F4BF0}" type="presParOf" srcId="{2071A62A-40C2-4ACC-B9FE-370F8DCE976C}" destId="{A296D5CC-40B3-4DCD-A176-29F201A1553F}" srcOrd="0" destOrd="0" presId="urn:microsoft.com/office/officeart/2018/2/layout/IconVerticalSolidList"/>
    <dgm:cxn modelId="{C121B44E-22D4-4D9E-B2AD-39C982F72B9D}" type="presParOf" srcId="{2071A62A-40C2-4ACC-B9FE-370F8DCE976C}" destId="{9633A16D-2F7F-4037-A6C7-8F1D797A5440}" srcOrd="1" destOrd="0" presId="urn:microsoft.com/office/officeart/2018/2/layout/IconVerticalSolidList"/>
    <dgm:cxn modelId="{CAD9FEF8-02D3-4AD2-A2EA-F3AF0F1A9402}" type="presParOf" srcId="{2071A62A-40C2-4ACC-B9FE-370F8DCE976C}" destId="{A215F054-DCD4-4CC8-B9DC-0D28D7C023CB}" srcOrd="2" destOrd="0" presId="urn:microsoft.com/office/officeart/2018/2/layout/IconVerticalSolidList"/>
    <dgm:cxn modelId="{2DB29BB6-0081-4CC2-A3FA-EA1B9A822BA9}" type="presParOf" srcId="{2071A62A-40C2-4ACC-B9FE-370F8DCE976C}" destId="{358E28CA-A777-4B6F-B2F0-CFC576DF0846}" srcOrd="3" destOrd="0" presId="urn:microsoft.com/office/officeart/2018/2/layout/IconVerticalSolidList"/>
    <dgm:cxn modelId="{A14F0F75-7F1A-4FE0-8910-24C97640F9A0}" type="presParOf" srcId="{5D02B9DF-38A4-4E8C-AADA-A51E8781E63A}" destId="{B881F7E6-7C4E-4756-8B5D-003E454DC3B0}" srcOrd="3" destOrd="0" presId="urn:microsoft.com/office/officeart/2018/2/layout/IconVerticalSolidList"/>
    <dgm:cxn modelId="{14057771-F025-4BD1-A50D-C8721B0BC1AD}" type="presParOf" srcId="{5D02B9DF-38A4-4E8C-AADA-A51E8781E63A}" destId="{638CEE93-9C3A-4847-A0D5-297B19789118}" srcOrd="4" destOrd="0" presId="urn:microsoft.com/office/officeart/2018/2/layout/IconVerticalSolidList"/>
    <dgm:cxn modelId="{ADB9F92E-D4A9-4EEE-947A-109AAD2C61B9}" type="presParOf" srcId="{638CEE93-9C3A-4847-A0D5-297B19789118}" destId="{428612BD-67E7-4FB7-A023-87252BC7E8EC}" srcOrd="0" destOrd="0" presId="urn:microsoft.com/office/officeart/2018/2/layout/IconVerticalSolidList"/>
    <dgm:cxn modelId="{CD773C6F-5AC4-4471-B29C-A6C9EF0662EB}" type="presParOf" srcId="{638CEE93-9C3A-4847-A0D5-297B19789118}" destId="{105F84D9-5442-4EEF-86AA-BC4D3DA6FE4D}" srcOrd="1" destOrd="0" presId="urn:microsoft.com/office/officeart/2018/2/layout/IconVerticalSolidList"/>
    <dgm:cxn modelId="{D9ECF067-7708-4B38-AB30-E64A0F587BC0}" type="presParOf" srcId="{638CEE93-9C3A-4847-A0D5-297B19789118}" destId="{DC239A18-D207-4A66-8E99-258E436B2046}" srcOrd="2" destOrd="0" presId="urn:microsoft.com/office/officeart/2018/2/layout/IconVerticalSolidList"/>
    <dgm:cxn modelId="{24FDE893-4721-421F-A276-5FFC27BE821C}" type="presParOf" srcId="{638CEE93-9C3A-4847-A0D5-297B19789118}" destId="{15D508DE-6ED1-4AC1-9379-7B9941E0CAC1}" srcOrd="3" destOrd="0" presId="urn:microsoft.com/office/officeart/2018/2/layout/IconVerticalSolidList"/>
    <dgm:cxn modelId="{5EE85F63-D19B-4087-85D6-9DC6B260DDA3}" type="presParOf" srcId="{5D02B9DF-38A4-4E8C-AADA-A51E8781E63A}" destId="{535BBD18-3FBB-46B9-89C9-2094FAEA04FE}" srcOrd="5" destOrd="0" presId="urn:microsoft.com/office/officeart/2018/2/layout/IconVerticalSolidList"/>
    <dgm:cxn modelId="{41700A07-E190-4059-BD53-B2C726ECC68D}" type="presParOf" srcId="{5D02B9DF-38A4-4E8C-AADA-A51E8781E63A}" destId="{B14D29F6-619B-45F5-9570-E8DC1F370DEC}" srcOrd="6" destOrd="0" presId="urn:microsoft.com/office/officeart/2018/2/layout/IconVerticalSolidList"/>
    <dgm:cxn modelId="{7CEA167D-8E26-479B-89FE-FB158B4F0F8C}" type="presParOf" srcId="{B14D29F6-619B-45F5-9570-E8DC1F370DEC}" destId="{BB04F271-BBB4-47C6-AF91-D56EEA4F839A}" srcOrd="0" destOrd="0" presId="urn:microsoft.com/office/officeart/2018/2/layout/IconVerticalSolidList"/>
    <dgm:cxn modelId="{02F0DF7E-84B0-48B5-8EFE-C22A2EB6D32D}" type="presParOf" srcId="{B14D29F6-619B-45F5-9570-E8DC1F370DEC}" destId="{D7E99F72-36F6-431F-ACD7-3EF309EF4EC1}" srcOrd="1" destOrd="0" presId="urn:microsoft.com/office/officeart/2018/2/layout/IconVerticalSolidList"/>
    <dgm:cxn modelId="{365A9227-631F-4994-BDBF-623DD0BB6E9B}" type="presParOf" srcId="{B14D29F6-619B-45F5-9570-E8DC1F370DEC}" destId="{C913B676-E976-488B-A53F-58BCB3C2B4DC}" srcOrd="2" destOrd="0" presId="urn:microsoft.com/office/officeart/2018/2/layout/IconVerticalSolidList"/>
    <dgm:cxn modelId="{1798A095-F15D-44ED-8CC4-E5BE004F8E64}" type="presParOf" srcId="{B14D29F6-619B-45F5-9570-E8DC1F370DEC}" destId="{CD9DEDEF-37A4-4269-AE58-F706CB38715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EF4B940-2877-46B6-AF45-922D8BDB135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BBD3C64-FE13-4A6D-A1B4-F2EDD075F582}">
      <dgm:prSet/>
      <dgm:spPr/>
      <dgm:t>
        <a:bodyPr/>
        <a:lstStyle/>
        <a:p>
          <a:r>
            <a:rPr lang="en-US"/>
            <a:t>Shift from silo-based planning to system efficiency</a:t>
          </a:r>
        </a:p>
      </dgm:t>
    </dgm:pt>
    <dgm:pt modelId="{18D7088D-D402-466D-859F-759FFA919022}" type="parTrans" cxnId="{9D325EA3-88E0-4215-9BDA-BA0AF05EED4A}">
      <dgm:prSet/>
      <dgm:spPr/>
      <dgm:t>
        <a:bodyPr/>
        <a:lstStyle/>
        <a:p>
          <a:endParaRPr lang="en-US"/>
        </a:p>
      </dgm:t>
    </dgm:pt>
    <dgm:pt modelId="{6F0E577A-BF49-4FD1-B158-EFEBF9425B19}" type="sibTrans" cxnId="{9D325EA3-88E0-4215-9BDA-BA0AF05EED4A}">
      <dgm:prSet/>
      <dgm:spPr/>
      <dgm:t>
        <a:bodyPr/>
        <a:lstStyle/>
        <a:p>
          <a:endParaRPr lang="en-US"/>
        </a:p>
      </dgm:t>
    </dgm:pt>
    <dgm:pt modelId="{A8F7B29D-E2CF-4D20-8F09-97AB85F2793E}">
      <dgm:prSet/>
      <dgm:spPr/>
      <dgm:t>
        <a:bodyPr/>
        <a:lstStyle/>
        <a:p>
          <a:r>
            <a:rPr lang="en-US"/>
            <a:t>Drivers: climate change, water scarcity, energy volatility</a:t>
          </a:r>
        </a:p>
      </dgm:t>
    </dgm:pt>
    <dgm:pt modelId="{21F025E3-FF47-41DA-AA16-7D8070C18734}" type="parTrans" cxnId="{2B6C56F9-5B0A-46A4-BD6A-05AA5E938E4C}">
      <dgm:prSet/>
      <dgm:spPr/>
      <dgm:t>
        <a:bodyPr/>
        <a:lstStyle/>
        <a:p>
          <a:endParaRPr lang="en-US"/>
        </a:p>
      </dgm:t>
    </dgm:pt>
    <dgm:pt modelId="{E07B8DC7-C1A1-48D8-949B-A8A8D4471414}" type="sibTrans" cxnId="{2B6C56F9-5B0A-46A4-BD6A-05AA5E938E4C}">
      <dgm:prSet/>
      <dgm:spPr/>
      <dgm:t>
        <a:bodyPr/>
        <a:lstStyle/>
        <a:p>
          <a:endParaRPr lang="en-US"/>
        </a:p>
      </dgm:t>
    </dgm:pt>
    <dgm:pt modelId="{F31BDF90-EC3F-49A6-8CE7-D6EC57320E6C}">
      <dgm:prSet/>
      <dgm:spPr/>
      <dgm:t>
        <a:bodyPr/>
        <a:lstStyle/>
        <a:p>
          <a:r>
            <a:rPr lang="en-US"/>
            <a:t>Transition from CAPEX focus to lifecycle value</a:t>
          </a:r>
        </a:p>
      </dgm:t>
    </dgm:pt>
    <dgm:pt modelId="{8FDB9871-7189-45FF-952F-AB6FB89B93BE}" type="parTrans" cxnId="{C61D5C8C-0CDF-4BF4-B1B7-E3488AC05143}">
      <dgm:prSet/>
      <dgm:spPr/>
      <dgm:t>
        <a:bodyPr/>
        <a:lstStyle/>
        <a:p>
          <a:endParaRPr lang="en-US"/>
        </a:p>
      </dgm:t>
    </dgm:pt>
    <dgm:pt modelId="{B60382F1-9B92-4F60-B821-B0FAC0DB08E0}" type="sibTrans" cxnId="{C61D5C8C-0CDF-4BF4-B1B7-E3488AC05143}">
      <dgm:prSet/>
      <dgm:spPr/>
      <dgm:t>
        <a:bodyPr/>
        <a:lstStyle/>
        <a:p>
          <a:endParaRPr lang="en-US"/>
        </a:p>
      </dgm:t>
    </dgm:pt>
    <dgm:pt modelId="{23C8505A-12FA-448C-B523-F5941AD75E16}">
      <dgm:prSet/>
      <dgm:spPr/>
      <dgm:t>
        <a:bodyPr/>
        <a:lstStyle/>
        <a:p>
          <a:r>
            <a:rPr lang="en-US"/>
            <a:t>Investors demand ESG-compliant resilient assets</a:t>
          </a:r>
        </a:p>
      </dgm:t>
    </dgm:pt>
    <dgm:pt modelId="{36E0F1D9-9D6F-4FD9-9254-48F7E0E15BFB}" type="parTrans" cxnId="{A9330AD0-0632-4937-8EDB-306465CB43D4}">
      <dgm:prSet/>
      <dgm:spPr/>
      <dgm:t>
        <a:bodyPr/>
        <a:lstStyle/>
        <a:p>
          <a:endParaRPr lang="en-US"/>
        </a:p>
      </dgm:t>
    </dgm:pt>
    <dgm:pt modelId="{876CEC09-71EE-4DCE-97CC-E58F3B57C114}" type="sibTrans" cxnId="{A9330AD0-0632-4937-8EDB-306465CB43D4}">
      <dgm:prSet/>
      <dgm:spPr/>
      <dgm:t>
        <a:bodyPr/>
        <a:lstStyle/>
        <a:p>
          <a:endParaRPr lang="en-US"/>
        </a:p>
      </dgm:t>
    </dgm:pt>
    <dgm:pt modelId="{7AD84C8C-9127-4CDC-AD3B-73211048528A}" type="pres">
      <dgm:prSet presAssocID="{0EF4B940-2877-46B6-AF45-922D8BDB135F}" presName="root" presStyleCnt="0">
        <dgm:presLayoutVars>
          <dgm:dir/>
          <dgm:resizeHandles val="exact"/>
        </dgm:presLayoutVars>
      </dgm:prSet>
      <dgm:spPr/>
    </dgm:pt>
    <dgm:pt modelId="{4BBC5EFC-4876-4040-8CAD-0D7216B0C584}" type="pres">
      <dgm:prSet presAssocID="{CBBD3C64-FE13-4A6D-A1B4-F2EDD075F582}" presName="compNode" presStyleCnt="0"/>
      <dgm:spPr/>
    </dgm:pt>
    <dgm:pt modelId="{71C40654-3C45-40BA-B17C-3C2E4152BA70}" type="pres">
      <dgm:prSet presAssocID="{CBBD3C64-FE13-4A6D-A1B4-F2EDD075F582}" presName="bgRect" presStyleLbl="bgShp" presStyleIdx="0" presStyleCnt="4"/>
      <dgm:spPr/>
    </dgm:pt>
    <dgm:pt modelId="{ED5A4DF9-1604-434D-94D7-A76CDBCC0D5E}" type="pres">
      <dgm:prSet presAssocID="{CBBD3C64-FE13-4A6D-A1B4-F2EDD075F582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ilo"/>
        </a:ext>
      </dgm:extLst>
    </dgm:pt>
    <dgm:pt modelId="{6CCB8DFC-30C0-4E8C-9E6C-BAF800E09D92}" type="pres">
      <dgm:prSet presAssocID="{CBBD3C64-FE13-4A6D-A1B4-F2EDD075F582}" presName="spaceRect" presStyleCnt="0"/>
      <dgm:spPr/>
    </dgm:pt>
    <dgm:pt modelId="{9C0E68A8-FFBF-49D5-A8C8-2DF8C3FA6F60}" type="pres">
      <dgm:prSet presAssocID="{CBBD3C64-FE13-4A6D-A1B4-F2EDD075F582}" presName="parTx" presStyleLbl="revTx" presStyleIdx="0" presStyleCnt="4">
        <dgm:presLayoutVars>
          <dgm:chMax val="0"/>
          <dgm:chPref val="0"/>
        </dgm:presLayoutVars>
      </dgm:prSet>
      <dgm:spPr/>
    </dgm:pt>
    <dgm:pt modelId="{6D5F1BC0-42FB-4133-8A13-17481B7937E8}" type="pres">
      <dgm:prSet presAssocID="{6F0E577A-BF49-4FD1-B158-EFEBF9425B19}" presName="sibTrans" presStyleCnt="0"/>
      <dgm:spPr/>
    </dgm:pt>
    <dgm:pt modelId="{425A55A0-4BD2-4801-A26B-0F3EA868F52C}" type="pres">
      <dgm:prSet presAssocID="{A8F7B29D-E2CF-4D20-8F09-97AB85F2793E}" presName="compNode" presStyleCnt="0"/>
      <dgm:spPr/>
    </dgm:pt>
    <dgm:pt modelId="{B048ECB3-78E1-4A8E-858F-A3F0D4F52EF2}" type="pres">
      <dgm:prSet presAssocID="{A8F7B29D-E2CF-4D20-8F09-97AB85F2793E}" presName="bgRect" presStyleLbl="bgShp" presStyleIdx="1" presStyleCnt="4"/>
      <dgm:spPr/>
    </dgm:pt>
    <dgm:pt modelId="{A97773B6-0161-4E3B-8160-F28B08471ADC}" type="pres">
      <dgm:prSet presAssocID="{A8F7B29D-E2CF-4D20-8F09-97AB85F2793E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ermometer"/>
        </a:ext>
      </dgm:extLst>
    </dgm:pt>
    <dgm:pt modelId="{E6F3A099-86E7-48E4-9EE8-26F225356168}" type="pres">
      <dgm:prSet presAssocID="{A8F7B29D-E2CF-4D20-8F09-97AB85F2793E}" presName="spaceRect" presStyleCnt="0"/>
      <dgm:spPr/>
    </dgm:pt>
    <dgm:pt modelId="{A31BA609-6E2D-4D6F-80B8-71AE2649CC5E}" type="pres">
      <dgm:prSet presAssocID="{A8F7B29D-E2CF-4D20-8F09-97AB85F2793E}" presName="parTx" presStyleLbl="revTx" presStyleIdx="1" presStyleCnt="4">
        <dgm:presLayoutVars>
          <dgm:chMax val="0"/>
          <dgm:chPref val="0"/>
        </dgm:presLayoutVars>
      </dgm:prSet>
      <dgm:spPr/>
    </dgm:pt>
    <dgm:pt modelId="{1DB577E4-73D6-4850-9B23-B5769D36201F}" type="pres">
      <dgm:prSet presAssocID="{E07B8DC7-C1A1-48D8-949B-A8A8D4471414}" presName="sibTrans" presStyleCnt="0"/>
      <dgm:spPr/>
    </dgm:pt>
    <dgm:pt modelId="{2E25C676-910E-458C-94AB-58710D11EAEB}" type="pres">
      <dgm:prSet presAssocID="{F31BDF90-EC3F-49A6-8CE7-D6EC57320E6C}" presName="compNode" presStyleCnt="0"/>
      <dgm:spPr/>
    </dgm:pt>
    <dgm:pt modelId="{A9D70AF3-3285-4368-839A-7A22AEDE9A10}" type="pres">
      <dgm:prSet presAssocID="{F31BDF90-EC3F-49A6-8CE7-D6EC57320E6C}" presName="bgRect" presStyleLbl="bgShp" presStyleIdx="2" presStyleCnt="4"/>
      <dgm:spPr/>
    </dgm:pt>
    <dgm:pt modelId="{3A2B58D4-3543-4C31-92A9-FC56B3AD2A0E}" type="pres">
      <dgm:prSet presAssocID="{F31BDF90-EC3F-49A6-8CE7-D6EC57320E6C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0D3405D6-CECB-427B-9D28-55C382E18111}" type="pres">
      <dgm:prSet presAssocID="{F31BDF90-EC3F-49A6-8CE7-D6EC57320E6C}" presName="spaceRect" presStyleCnt="0"/>
      <dgm:spPr/>
    </dgm:pt>
    <dgm:pt modelId="{FDC81AB5-6736-4B5E-8930-E754FE46999C}" type="pres">
      <dgm:prSet presAssocID="{F31BDF90-EC3F-49A6-8CE7-D6EC57320E6C}" presName="parTx" presStyleLbl="revTx" presStyleIdx="2" presStyleCnt="4">
        <dgm:presLayoutVars>
          <dgm:chMax val="0"/>
          <dgm:chPref val="0"/>
        </dgm:presLayoutVars>
      </dgm:prSet>
      <dgm:spPr/>
    </dgm:pt>
    <dgm:pt modelId="{0D94F820-3824-4845-9572-372F02C42546}" type="pres">
      <dgm:prSet presAssocID="{B60382F1-9B92-4F60-B821-B0FAC0DB08E0}" presName="sibTrans" presStyleCnt="0"/>
      <dgm:spPr/>
    </dgm:pt>
    <dgm:pt modelId="{F84C0AF0-D33B-417A-B441-36457845C32F}" type="pres">
      <dgm:prSet presAssocID="{23C8505A-12FA-448C-B523-F5941AD75E16}" presName="compNode" presStyleCnt="0"/>
      <dgm:spPr/>
    </dgm:pt>
    <dgm:pt modelId="{D2ADAF5E-680D-4BC6-BEE5-000DAA21E671}" type="pres">
      <dgm:prSet presAssocID="{23C8505A-12FA-448C-B523-F5941AD75E16}" presName="bgRect" presStyleLbl="bgShp" presStyleIdx="3" presStyleCnt="4"/>
      <dgm:spPr/>
    </dgm:pt>
    <dgm:pt modelId="{C05A2021-035E-4021-9FEA-1F6837F3E0FF}" type="pres">
      <dgm:prSet presAssocID="{23C8505A-12FA-448C-B523-F5941AD75E16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FD2A7C2E-EA07-4A97-9033-27EFB572C97E}" type="pres">
      <dgm:prSet presAssocID="{23C8505A-12FA-448C-B523-F5941AD75E16}" presName="spaceRect" presStyleCnt="0"/>
      <dgm:spPr/>
    </dgm:pt>
    <dgm:pt modelId="{CE9A083F-670A-4198-9049-8160420141DB}" type="pres">
      <dgm:prSet presAssocID="{23C8505A-12FA-448C-B523-F5941AD75E1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64673626-FBC8-49E0-AC7D-FD34BEDA5E77}" type="presOf" srcId="{F31BDF90-EC3F-49A6-8CE7-D6EC57320E6C}" destId="{FDC81AB5-6736-4B5E-8930-E754FE46999C}" srcOrd="0" destOrd="0" presId="urn:microsoft.com/office/officeart/2018/2/layout/IconVerticalSolidList"/>
    <dgm:cxn modelId="{42A10F37-8738-448B-8F6E-675A42C1D1EA}" type="presOf" srcId="{0EF4B940-2877-46B6-AF45-922D8BDB135F}" destId="{7AD84C8C-9127-4CDC-AD3B-73211048528A}" srcOrd="0" destOrd="0" presId="urn:microsoft.com/office/officeart/2018/2/layout/IconVerticalSolidList"/>
    <dgm:cxn modelId="{C61D5C8C-0CDF-4BF4-B1B7-E3488AC05143}" srcId="{0EF4B940-2877-46B6-AF45-922D8BDB135F}" destId="{F31BDF90-EC3F-49A6-8CE7-D6EC57320E6C}" srcOrd="2" destOrd="0" parTransId="{8FDB9871-7189-45FF-952F-AB6FB89B93BE}" sibTransId="{B60382F1-9B92-4F60-B821-B0FAC0DB08E0}"/>
    <dgm:cxn modelId="{4AD42B9C-5C6B-48B6-BD0A-706E62DACAB7}" type="presOf" srcId="{A8F7B29D-E2CF-4D20-8F09-97AB85F2793E}" destId="{A31BA609-6E2D-4D6F-80B8-71AE2649CC5E}" srcOrd="0" destOrd="0" presId="urn:microsoft.com/office/officeart/2018/2/layout/IconVerticalSolidList"/>
    <dgm:cxn modelId="{9D325EA3-88E0-4215-9BDA-BA0AF05EED4A}" srcId="{0EF4B940-2877-46B6-AF45-922D8BDB135F}" destId="{CBBD3C64-FE13-4A6D-A1B4-F2EDD075F582}" srcOrd="0" destOrd="0" parTransId="{18D7088D-D402-466D-859F-759FFA919022}" sibTransId="{6F0E577A-BF49-4FD1-B158-EFEBF9425B19}"/>
    <dgm:cxn modelId="{A9330AD0-0632-4937-8EDB-306465CB43D4}" srcId="{0EF4B940-2877-46B6-AF45-922D8BDB135F}" destId="{23C8505A-12FA-448C-B523-F5941AD75E16}" srcOrd="3" destOrd="0" parTransId="{36E0F1D9-9D6F-4FD9-9254-48F7E0E15BFB}" sibTransId="{876CEC09-71EE-4DCE-97CC-E58F3B57C114}"/>
    <dgm:cxn modelId="{583498D1-9CCA-496C-9C3F-D55317AD10B8}" type="presOf" srcId="{23C8505A-12FA-448C-B523-F5941AD75E16}" destId="{CE9A083F-670A-4198-9049-8160420141DB}" srcOrd="0" destOrd="0" presId="urn:microsoft.com/office/officeart/2018/2/layout/IconVerticalSolidList"/>
    <dgm:cxn modelId="{2B6C56F9-5B0A-46A4-BD6A-05AA5E938E4C}" srcId="{0EF4B940-2877-46B6-AF45-922D8BDB135F}" destId="{A8F7B29D-E2CF-4D20-8F09-97AB85F2793E}" srcOrd="1" destOrd="0" parTransId="{21F025E3-FF47-41DA-AA16-7D8070C18734}" sibTransId="{E07B8DC7-C1A1-48D8-949B-A8A8D4471414}"/>
    <dgm:cxn modelId="{E71288F9-41AB-4DAF-A245-D2118174D475}" type="presOf" srcId="{CBBD3C64-FE13-4A6D-A1B4-F2EDD075F582}" destId="{9C0E68A8-FFBF-49D5-A8C8-2DF8C3FA6F60}" srcOrd="0" destOrd="0" presId="urn:microsoft.com/office/officeart/2018/2/layout/IconVerticalSolidList"/>
    <dgm:cxn modelId="{65DB2D0E-9D85-417C-ACA3-48E4A054F253}" type="presParOf" srcId="{7AD84C8C-9127-4CDC-AD3B-73211048528A}" destId="{4BBC5EFC-4876-4040-8CAD-0D7216B0C584}" srcOrd="0" destOrd="0" presId="urn:microsoft.com/office/officeart/2018/2/layout/IconVerticalSolidList"/>
    <dgm:cxn modelId="{D529C8A6-1FDB-40D8-8BC2-0CF0D5CE080E}" type="presParOf" srcId="{4BBC5EFC-4876-4040-8CAD-0D7216B0C584}" destId="{71C40654-3C45-40BA-B17C-3C2E4152BA70}" srcOrd="0" destOrd="0" presId="urn:microsoft.com/office/officeart/2018/2/layout/IconVerticalSolidList"/>
    <dgm:cxn modelId="{B2EAEFF5-B848-4C7B-B89D-C0595321F613}" type="presParOf" srcId="{4BBC5EFC-4876-4040-8CAD-0D7216B0C584}" destId="{ED5A4DF9-1604-434D-94D7-A76CDBCC0D5E}" srcOrd="1" destOrd="0" presId="urn:microsoft.com/office/officeart/2018/2/layout/IconVerticalSolidList"/>
    <dgm:cxn modelId="{D69A1DCD-9B22-4EE3-B04B-A06B1225F3B2}" type="presParOf" srcId="{4BBC5EFC-4876-4040-8CAD-0D7216B0C584}" destId="{6CCB8DFC-30C0-4E8C-9E6C-BAF800E09D92}" srcOrd="2" destOrd="0" presId="urn:microsoft.com/office/officeart/2018/2/layout/IconVerticalSolidList"/>
    <dgm:cxn modelId="{998DF720-4708-4435-84A4-A1AA00ABDB35}" type="presParOf" srcId="{4BBC5EFC-4876-4040-8CAD-0D7216B0C584}" destId="{9C0E68A8-FFBF-49D5-A8C8-2DF8C3FA6F60}" srcOrd="3" destOrd="0" presId="urn:microsoft.com/office/officeart/2018/2/layout/IconVerticalSolidList"/>
    <dgm:cxn modelId="{82717AA0-31D5-4A43-A857-9D067F04C342}" type="presParOf" srcId="{7AD84C8C-9127-4CDC-AD3B-73211048528A}" destId="{6D5F1BC0-42FB-4133-8A13-17481B7937E8}" srcOrd="1" destOrd="0" presId="urn:microsoft.com/office/officeart/2018/2/layout/IconVerticalSolidList"/>
    <dgm:cxn modelId="{4AF40962-5B65-4870-BAE8-F51EAAAE068E}" type="presParOf" srcId="{7AD84C8C-9127-4CDC-AD3B-73211048528A}" destId="{425A55A0-4BD2-4801-A26B-0F3EA868F52C}" srcOrd="2" destOrd="0" presId="urn:microsoft.com/office/officeart/2018/2/layout/IconVerticalSolidList"/>
    <dgm:cxn modelId="{9A4DA377-0F4B-4C88-AE6D-1B05549C0BBC}" type="presParOf" srcId="{425A55A0-4BD2-4801-A26B-0F3EA868F52C}" destId="{B048ECB3-78E1-4A8E-858F-A3F0D4F52EF2}" srcOrd="0" destOrd="0" presId="urn:microsoft.com/office/officeart/2018/2/layout/IconVerticalSolidList"/>
    <dgm:cxn modelId="{656B82BA-6FF5-4663-98F4-BE69C3D88AC0}" type="presParOf" srcId="{425A55A0-4BD2-4801-A26B-0F3EA868F52C}" destId="{A97773B6-0161-4E3B-8160-F28B08471ADC}" srcOrd="1" destOrd="0" presId="urn:microsoft.com/office/officeart/2018/2/layout/IconVerticalSolidList"/>
    <dgm:cxn modelId="{9817BBE4-6BF6-4529-B39B-4296E3E7D8AC}" type="presParOf" srcId="{425A55A0-4BD2-4801-A26B-0F3EA868F52C}" destId="{E6F3A099-86E7-48E4-9EE8-26F225356168}" srcOrd="2" destOrd="0" presId="urn:microsoft.com/office/officeart/2018/2/layout/IconVerticalSolidList"/>
    <dgm:cxn modelId="{852B9102-3EAB-4C79-B7C6-AC24810FAFF9}" type="presParOf" srcId="{425A55A0-4BD2-4801-A26B-0F3EA868F52C}" destId="{A31BA609-6E2D-4D6F-80B8-71AE2649CC5E}" srcOrd="3" destOrd="0" presId="urn:microsoft.com/office/officeart/2018/2/layout/IconVerticalSolidList"/>
    <dgm:cxn modelId="{9454D538-C388-4B40-993B-1A958EF27667}" type="presParOf" srcId="{7AD84C8C-9127-4CDC-AD3B-73211048528A}" destId="{1DB577E4-73D6-4850-9B23-B5769D36201F}" srcOrd="3" destOrd="0" presId="urn:microsoft.com/office/officeart/2018/2/layout/IconVerticalSolidList"/>
    <dgm:cxn modelId="{F62A4F04-D75A-42BF-B7F5-981793E59251}" type="presParOf" srcId="{7AD84C8C-9127-4CDC-AD3B-73211048528A}" destId="{2E25C676-910E-458C-94AB-58710D11EAEB}" srcOrd="4" destOrd="0" presId="urn:microsoft.com/office/officeart/2018/2/layout/IconVerticalSolidList"/>
    <dgm:cxn modelId="{02F46CCA-0F7B-48BD-A3DD-0FB72DEE4C2D}" type="presParOf" srcId="{2E25C676-910E-458C-94AB-58710D11EAEB}" destId="{A9D70AF3-3285-4368-839A-7A22AEDE9A10}" srcOrd="0" destOrd="0" presId="urn:microsoft.com/office/officeart/2018/2/layout/IconVerticalSolidList"/>
    <dgm:cxn modelId="{6089D651-4418-4D14-9F10-6CC7990FCF95}" type="presParOf" srcId="{2E25C676-910E-458C-94AB-58710D11EAEB}" destId="{3A2B58D4-3543-4C31-92A9-FC56B3AD2A0E}" srcOrd="1" destOrd="0" presId="urn:microsoft.com/office/officeart/2018/2/layout/IconVerticalSolidList"/>
    <dgm:cxn modelId="{CF3F532A-EFA0-4C95-A442-21C26AF3D62A}" type="presParOf" srcId="{2E25C676-910E-458C-94AB-58710D11EAEB}" destId="{0D3405D6-CECB-427B-9D28-55C382E18111}" srcOrd="2" destOrd="0" presId="urn:microsoft.com/office/officeart/2018/2/layout/IconVerticalSolidList"/>
    <dgm:cxn modelId="{38C14AED-C290-433D-9460-2AEC81767657}" type="presParOf" srcId="{2E25C676-910E-458C-94AB-58710D11EAEB}" destId="{FDC81AB5-6736-4B5E-8930-E754FE46999C}" srcOrd="3" destOrd="0" presId="urn:microsoft.com/office/officeart/2018/2/layout/IconVerticalSolidList"/>
    <dgm:cxn modelId="{BED902F5-FD01-4A47-9CDF-975AB295F9C7}" type="presParOf" srcId="{7AD84C8C-9127-4CDC-AD3B-73211048528A}" destId="{0D94F820-3824-4845-9572-372F02C42546}" srcOrd="5" destOrd="0" presId="urn:microsoft.com/office/officeart/2018/2/layout/IconVerticalSolidList"/>
    <dgm:cxn modelId="{73A0F47C-09B1-4367-B9DA-6863D08A17E8}" type="presParOf" srcId="{7AD84C8C-9127-4CDC-AD3B-73211048528A}" destId="{F84C0AF0-D33B-417A-B441-36457845C32F}" srcOrd="6" destOrd="0" presId="urn:microsoft.com/office/officeart/2018/2/layout/IconVerticalSolidList"/>
    <dgm:cxn modelId="{607BD223-B563-4ACE-81E0-E51C6FD835F8}" type="presParOf" srcId="{F84C0AF0-D33B-417A-B441-36457845C32F}" destId="{D2ADAF5E-680D-4BC6-BEE5-000DAA21E671}" srcOrd="0" destOrd="0" presId="urn:microsoft.com/office/officeart/2018/2/layout/IconVerticalSolidList"/>
    <dgm:cxn modelId="{46024393-0B4F-4015-B0A4-505F54DF198F}" type="presParOf" srcId="{F84C0AF0-D33B-417A-B441-36457845C32F}" destId="{C05A2021-035E-4021-9FEA-1F6837F3E0FF}" srcOrd="1" destOrd="0" presId="urn:microsoft.com/office/officeart/2018/2/layout/IconVerticalSolidList"/>
    <dgm:cxn modelId="{514EB473-7103-42C7-9B27-C2E3A430F6A4}" type="presParOf" srcId="{F84C0AF0-D33B-417A-B441-36457845C32F}" destId="{FD2A7C2E-EA07-4A97-9033-27EFB572C97E}" srcOrd="2" destOrd="0" presId="urn:microsoft.com/office/officeart/2018/2/layout/IconVerticalSolidList"/>
    <dgm:cxn modelId="{30F85C3D-102A-453A-BCDE-0A4CA9DC5C27}" type="presParOf" srcId="{F84C0AF0-D33B-417A-B441-36457845C32F}" destId="{CE9A083F-670A-4198-9049-8160420141D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8F6ED3C-C015-4D0B-AD9A-91E486135BF7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F3E82821-71BF-4FCB-9FF7-047709C758F1}">
      <dgm:prSet/>
      <dgm:spPr/>
      <dgm:t>
        <a:bodyPr/>
        <a:lstStyle/>
        <a:p>
          <a:r>
            <a:rPr lang="en-US"/>
            <a:t>Identify cross-sector inefficiencies</a:t>
          </a:r>
        </a:p>
      </dgm:t>
    </dgm:pt>
    <dgm:pt modelId="{E7A3B53A-46FB-4116-82A4-90098715AD18}" type="parTrans" cxnId="{D892B8B5-0E25-4CDA-8C80-FBA3B7EB5344}">
      <dgm:prSet/>
      <dgm:spPr/>
      <dgm:t>
        <a:bodyPr/>
        <a:lstStyle/>
        <a:p>
          <a:endParaRPr lang="en-US"/>
        </a:p>
      </dgm:t>
    </dgm:pt>
    <dgm:pt modelId="{BFC3FE67-F198-4BE6-B5DC-4E1975991782}" type="sibTrans" cxnId="{D892B8B5-0E25-4CDA-8C80-FBA3B7EB5344}">
      <dgm:prSet/>
      <dgm:spPr/>
      <dgm:t>
        <a:bodyPr/>
        <a:lstStyle/>
        <a:p>
          <a:endParaRPr lang="en-US"/>
        </a:p>
      </dgm:t>
    </dgm:pt>
    <dgm:pt modelId="{16CD6E84-4543-4822-987A-DC51B2969D19}">
      <dgm:prSet/>
      <dgm:spPr/>
      <dgm:t>
        <a:bodyPr/>
        <a:lstStyle/>
        <a:p>
          <a:r>
            <a:rPr lang="en-US"/>
            <a:t>Quantify economic and financial co-benefits</a:t>
          </a:r>
        </a:p>
      </dgm:t>
    </dgm:pt>
    <dgm:pt modelId="{5F65FAA5-7947-4CA3-AF92-B65AFDC601B4}" type="parTrans" cxnId="{43D067A2-B691-4B32-B30B-316B502C6B71}">
      <dgm:prSet/>
      <dgm:spPr/>
      <dgm:t>
        <a:bodyPr/>
        <a:lstStyle/>
        <a:p>
          <a:endParaRPr lang="en-US"/>
        </a:p>
      </dgm:t>
    </dgm:pt>
    <dgm:pt modelId="{1CFB877B-55A6-4EE5-938D-2F76DB0E3E3A}" type="sibTrans" cxnId="{43D067A2-B691-4B32-B30B-316B502C6B71}">
      <dgm:prSet/>
      <dgm:spPr/>
      <dgm:t>
        <a:bodyPr/>
        <a:lstStyle/>
        <a:p>
          <a:endParaRPr lang="en-US"/>
        </a:p>
      </dgm:t>
    </dgm:pt>
    <dgm:pt modelId="{0457E9A9-C9FC-440B-BBD2-04DE26B2976A}">
      <dgm:prSet/>
      <dgm:spPr/>
      <dgm:t>
        <a:bodyPr/>
        <a:lstStyle/>
        <a:p>
          <a:r>
            <a:rPr lang="en-US"/>
            <a:t>Transform projects into bankable investments</a:t>
          </a:r>
        </a:p>
      </dgm:t>
    </dgm:pt>
    <dgm:pt modelId="{A841054C-5785-4310-A247-5C24BF8A405B}" type="parTrans" cxnId="{D5D8EA6C-1058-4292-A968-5AA7ECB311D0}">
      <dgm:prSet/>
      <dgm:spPr/>
      <dgm:t>
        <a:bodyPr/>
        <a:lstStyle/>
        <a:p>
          <a:endParaRPr lang="en-US"/>
        </a:p>
      </dgm:t>
    </dgm:pt>
    <dgm:pt modelId="{7D9DC8A9-2F4F-4681-B262-B6BA36B98F23}" type="sibTrans" cxnId="{D5D8EA6C-1058-4292-A968-5AA7ECB311D0}">
      <dgm:prSet/>
      <dgm:spPr/>
      <dgm:t>
        <a:bodyPr/>
        <a:lstStyle/>
        <a:p>
          <a:endParaRPr lang="en-US"/>
        </a:p>
      </dgm:t>
    </dgm:pt>
    <dgm:pt modelId="{82E56A96-50DB-4644-93E6-99D198D02F26}">
      <dgm:prSet/>
      <dgm:spPr/>
      <dgm:t>
        <a:bodyPr/>
        <a:lstStyle/>
        <a:p>
          <a:r>
            <a:rPr lang="en-US"/>
            <a:t>Enable access to climate and blended finance</a:t>
          </a:r>
        </a:p>
      </dgm:t>
    </dgm:pt>
    <dgm:pt modelId="{CD9115D7-2BF9-44BE-84CF-CDB19BBC21D4}" type="parTrans" cxnId="{6D99A701-572F-4CE7-9C43-2E36E2835059}">
      <dgm:prSet/>
      <dgm:spPr/>
      <dgm:t>
        <a:bodyPr/>
        <a:lstStyle/>
        <a:p>
          <a:endParaRPr lang="en-US"/>
        </a:p>
      </dgm:t>
    </dgm:pt>
    <dgm:pt modelId="{9B79DC38-093B-438E-8299-0E070A9B8289}" type="sibTrans" cxnId="{6D99A701-572F-4CE7-9C43-2E36E2835059}">
      <dgm:prSet/>
      <dgm:spPr/>
      <dgm:t>
        <a:bodyPr/>
        <a:lstStyle/>
        <a:p>
          <a:endParaRPr lang="en-US"/>
        </a:p>
      </dgm:t>
    </dgm:pt>
    <dgm:pt modelId="{0733216D-29E3-491C-93ED-5ACF0F4D2C60}" type="pres">
      <dgm:prSet presAssocID="{58F6ED3C-C015-4D0B-AD9A-91E486135BF7}" presName="root" presStyleCnt="0">
        <dgm:presLayoutVars>
          <dgm:dir/>
          <dgm:resizeHandles val="exact"/>
        </dgm:presLayoutVars>
      </dgm:prSet>
      <dgm:spPr/>
    </dgm:pt>
    <dgm:pt modelId="{3225B2D8-18BB-46BC-BC51-FFD4899B0F45}" type="pres">
      <dgm:prSet presAssocID="{F3E82821-71BF-4FCB-9FF7-047709C758F1}" presName="compNode" presStyleCnt="0"/>
      <dgm:spPr/>
    </dgm:pt>
    <dgm:pt modelId="{A9F4ACCF-CF07-4C8E-9750-CD583362963D}" type="pres">
      <dgm:prSet presAssocID="{F3E82821-71BF-4FCB-9FF7-047709C758F1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81A7DF32-88B6-46F8-B959-DD692641FBF4}" type="pres">
      <dgm:prSet presAssocID="{F3E82821-71BF-4FCB-9FF7-047709C758F1}" presName="spaceRect" presStyleCnt="0"/>
      <dgm:spPr/>
    </dgm:pt>
    <dgm:pt modelId="{FFDD677A-DA06-4815-AB8F-4EF14963B0BE}" type="pres">
      <dgm:prSet presAssocID="{F3E82821-71BF-4FCB-9FF7-047709C758F1}" presName="textRect" presStyleLbl="revTx" presStyleIdx="0" presStyleCnt="4">
        <dgm:presLayoutVars>
          <dgm:chMax val="1"/>
          <dgm:chPref val="1"/>
        </dgm:presLayoutVars>
      </dgm:prSet>
      <dgm:spPr/>
    </dgm:pt>
    <dgm:pt modelId="{E2416735-162A-4199-99A2-8547D216E173}" type="pres">
      <dgm:prSet presAssocID="{BFC3FE67-F198-4BE6-B5DC-4E1975991782}" presName="sibTrans" presStyleCnt="0"/>
      <dgm:spPr/>
    </dgm:pt>
    <dgm:pt modelId="{B275FC17-EE86-4772-94D2-788FFA51F4C5}" type="pres">
      <dgm:prSet presAssocID="{16CD6E84-4543-4822-987A-DC51B2969D19}" presName="compNode" presStyleCnt="0"/>
      <dgm:spPr/>
    </dgm:pt>
    <dgm:pt modelId="{86FB8ED7-A249-493D-8BB8-98BADFF729EC}" type="pres">
      <dgm:prSet presAssocID="{16CD6E84-4543-4822-987A-DC51B2969D19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80AA2CF8-4956-45EB-A4B2-7CB7DD150EAC}" type="pres">
      <dgm:prSet presAssocID="{16CD6E84-4543-4822-987A-DC51B2969D19}" presName="spaceRect" presStyleCnt="0"/>
      <dgm:spPr/>
    </dgm:pt>
    <dgm:pt modelId="{A7A073EC-D8F8-4AA6-A5CB-7B3150117464}" type="pres">
      <dgm:prSet presAssocID="{16CD6E84-4543-4822-987A-DC51B2969D19}" presName="textRect" presStyleLbl="revTx" presStyleIdx="1" presStyleCnt="4">
        <dgm:presLayoutVars>
          <dgm:chMax val="1"/>
          <dgm:chPref val="1"/>
        </dgm:presLayoutVars>
      </dgm:prSet>
      <dgm:spPr/>
    </dgm:pt>
    <dgm:pt modelId="{BEE7252E-226C-4FF8-9E02-8CDE172613C6}" type="pres">
      <dgm:prSet presAssocID="{1CFB877B-55A6-4EE5-938D-2F76DB0E3E3A}" presName="sibTrans" presStyleCnt="0"/>
      <dgm:spPr/>
    </dgm:pt>
    <dgm:pt modelId="{D5DFBA95-90A2-49B0-9F6E-2DAA892DF6F4}" type="pres">
      <dgm:prSet presAssocID="{0457E9A9-C9FC-440B-BBD2-04DE26B2976A}" presName="compNode" presStyleCnt="0"/>
      <dgm:spPr/>
    </dgm:pt>
    <dgm:pt modelId="{133BAA83-4B82-42BE-BFB6-B8DBE1A1E3F7}" type="pres">
      <dgm:prSet presAssocID="{0457E9A9-C9FC-440B-BBD2-04DE26B2976A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AAC340CA-2A03-4411-BE51-4F7AFBAA7E06}" type="pres">
      <dgm:prSet presAssocID="{0457E9A9-C9FC-440B-BBD2-04DE26B2976A}" presName="spaceRect" presStyleCnt="0"/>
      <dgm:spPr/>
    </dgm:pt>
    <dgm:pt modelId="{C5B8F8A8-E37E-4312-984E-5AD0A398CB42}" type="pres">
      <dgm:prSet presAssocID="{0457E9A9-C9FC-440B-BBD2-04DE26B2976A}" presName="textRect" presStyleLbl="revTx" presStyleIdx="2" presStyleCnt="4">
        <dgm:presLayoutVars>
          <dgm:chMax val="1"/>
          <dgm:chPref val="1"/>
        </dgm:presLayoutVars>
      </dgm:prSet>
      <dgm:spPr/>
    </dgm:pt>
    <dgm:pt modelId="{AD3FDF90-C4B3-4A12-A8CD-1E765CB6FE0B}" type="pres">
      <dgm:prSet presAssocID="{7D9DC8A9-2F4F-4681-B262-B6BA36B98F23}" presName="sibTrans" presStyleCnt="0"/>
      <dgm:spPr/>
    </dgm:pt>
    <dgm:pt modelId="{FF715E5B-F8A0-482D-936B-6B8ACEA498A6}" type="pres">
      <dgm:prSet presAssocID="{82E56A96-50DB-4644-93E6-99D198D02F26}" presName="compNode" presStyleCnt="0"/>
      <dgm:spPr/>
    </dgm:pt>
    <dgm:pt modelId="{2108EAE5-8FCE-4A54-BD41-92B680DBFEB6}" type="pres">
      <dgm:prSet presAssocID="{82E56A96-50DB-4644-93E6-99D198D02F26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7A5876C4-3903-41FD-91AE-F288933202A0}" type="pres">
      <dgm:prSet presAssocID="{82E56A96-50DB-4644-93E6-99D198D02F26}" presName="spaceRect" presStyleCnt="0"/>
      <dgm:spPr/>
    </dgm:pt>
    <dgm:pt modelId="{D6218CAC-2CEA-4C12-81CE-FF35651FFF22}" type="pres">
      <dgm:prSet presAssocID="{82E56A96-50DB-4644-93E6-99D198D02F26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D99A701-572F-4CE7-9C43-2E36E2835059}" srcId="{58F6ED3C-C015-4D0B-AD9A-91E486135BF7}" destId="{82E56A96-50DB-4644-93E6-99D198D02F26}" srcOrd="3" destOrd="0" parTransId="{CD9115D7-2BF9-44BE-84CF-CDB19BBC21D4}" sibTransId="{9B79DC38-093B-438E-8299-0E070A9B8289}"/>
    <dgm:cxn modelId="{7C899F4B-B3AA-4C1A-A153-458254D1D4D8}" type="presOf" srcId="{0457E9A9-C9FC-440B-BBD2-04DE26B2976A}" destId="{C5B8F8A8-E37E-4312-984E-5AD0A398CB42}" srcOrd="0" destOrd="0" presId="urn:microsoft.com/office/officeart/2018/2/layout/IconLabelList"/>
    <dgm:cxn modelId="{D5D8EA6C-1058-4292-A968-5AA7ECB311D0}" srcId="{58F6ED3C-C015-4D0B-AD9A-91E486135BF7}" destId="{0457E9A9-C9FC-440B-BBD2-04DE26B2976A}" srcOrd="2" destOrd="0" parTransId="{A841054C-5785-4310-A247-5C24BF8A405B}" sibTransId="{7D9DC8A9-2F4F-4681-B262-B6BA36B98F23}"/>
    <dgm:cxn modelId="{29087672-29AB-4FD8-9212-952F04D13E5C}" type="presOf" srcId="{F3E82821-71BF-4FCB-9FF7-047709C758F1}" destId="{FFDD677A-DA06-4815-AB8F-4EF14963B0BE}" srcOrd="0" destOrd="0" presId="urn:microsoft.com/office/officeart/2018/2/layout/IconLabelList"/>
    <dgm:cxn modelId="{D686017D-8E42-4B74-986B-1492749FF002}" type="presOf" srcId="{82E56A96-50DB-4644-93E6-99D198D02F26}" destId="{D6218CAC-2CEA-4C12-81CE-FF35651FFF22}" srcOrd="0" destOrd="0" presId="urn:microsoft.com/office/officeart/2018/2/layout/IconLabelList"/>
    <dgm:cxn modelId="{C151A280-C8FF-41DB-8A47-3CB5AA9B8FDE}" type="presOf" srcId="{16CD6E84-4543-4822-987A-DC51B2969D19}" destId="{A7A073EC-D8F8-4AA6-A5CB-7B3150117464}" srcOrd="0" destOrd="0" presId="urn:microsoft.com/office/officeart/2018/2/layout/IconLabelList"/>
    <dgm:cxn modelId="{43D067A2-B691-4B32-B30B-316B502C6B71}" srcId="{58F6ED3C-C015-4D0B-AD9A-91E486135BF7}" destId="{16CD6E84-4543-4822-987A-DC51B2969D19}" srcOrd="1" destOrd="0" parTransId="{5F65FAA5-7947-4CA3-AF92-B65AFDC601B4}" sibTransId="{1CFB877B-55A6-4EE5-938D-2F76DB0E3E3A}"/>
    <dgm:cxn modelId="{D892B8B5-0E25-4CDA-8C80-FBA3B7EB5344}" srcId="{58F6ED3C-C015-4D0B-AD9A-91E486135BF7}" destId="{F3E82821-71BF-4FCB-9FF7-047709C758F1}" srcOrd="0" destOrd="0" parTransId="{E7A3B53A-46FB-4116-82A4-90098715AD18}" sibTransId="{BFC3FE67-F198-4BE6-B5DC-4E1975991782}"/>
    <dgm:cxn modelId="{E2BF3ACE-CFC9-4902-ADFD-84BFFA2733D1}" type="presOf" srcId="{58F6ED3C-C015-4D0B-AD9A-91E486135BF7}" destId="{0733216D-29E3-491C-93ED-5ACF0F4D2C60}" srcOrd="0" destOrd="0" presId="urn:microsoft.com/office/officeart/2018/2/layout/IconLabelList"/>
    <dgm:cxn modelId="{F2077EC1-9787-419C-BEEA-65B897B70192}" type="presParOf" srcId="{0733216D-29E3-491C-93ED-5ACF0F4D2C60}" destId="{3225B2D8-18BB-46BC-BC51-FFD4899B0F45}" srcOrd="0" destOrd="0" presId="urn:microsoft.com/office/officeart/2018/2/layout/IconLabelList"/>
    <dgm:cxn modelId="{F038A928-6066-47BB-A54D-E7C18F471772}" type="presParOf" srcId="{3225B2D8-18BB-46BC-BC51-FFD4899B0F45}" destId="{A9F4ACCF-CF07-4C8E-9750-CD583362963D}" srcOrd="0" destOrd="0" presId="urn:microsoft.com/office/officeart/2018/2/layout/IconLabelList"/>
    <dgm:cxn modelId="{8710073E-4328-4023-B369-3CC9F4293FB9}" type="presParOf" srcId="{3225B2D8-18BB-46BC-BC51-FFD4899B0F45}" destId="{81A7DF32-88B6-46F8-B959-DD692641FBF4}" srcOrd="1" destOrd="0" presId="urn:microsoft.com/office/officeart/2018/2/layout/IconLabelList"/>
    <dgm:cxn modelId="{AE9D95E3-D501-48B6-8A8F-ABD6B09468C6}" type="presParOf" srcId="{3225B2D8-18BB-46BC-BC51-FFD4899B0F45}" destId="{FFDD677A-DA06-4815-AB8F-4EF14963B0BE}" srcOrd="2" destOrd="0" presId="urn:microsoft.com/office/officeart/2018/2/layout/IconLabelList"/>
    <dgm:cxn modelId="{9045448F-F1B7-4D9D-855C-6B5E896F61C8}" type="presParOf" srcId="{0733216D-29E3-491C-93ED-5ACF0F4D2C60}" destId="{E2416735-162A-4199-99A2-8547D216E173}" srcOrd="1" destOrd="0" presId="urn:microsoft.com/office/officeart/2018/2/layout/IconLabelList"/>
    <dgm:cxn modelId="{90B755D9-6CE7-4328-923A-135B38D43C97}" type="presParOf" srcId="{0733216D-29E3-491C-93ED-5ACF0F4D2C60}" destId="{B275FC17-EE86-4772-94D2-788FFA51F4C5}" srcOrd="2" destOrd="0" presId="urn:microsoft.com/office/officeart/2018/2/layout/IconLabelList"/>
    <dgm:cxn modelId="{2FA8B6B2-0549-49E0-9DB1-8EBFFAA8E7D5}" type="presParOf" srcId="{B275FC17-EE86-4772-94D2-788FFA51F4C5}" destId="{86FB8ED7-A249-493D-8BB8-98BADFF729EC}" srcOrd="0" destOrd="0" presId="urn:microsoft.com/office/officeart/2018/2/layout/IconLabelList"/>
    <dgm:cxn modelId="{1C1EAE2C-58BF-425A-B48C-074EC03E7B5D}" type="presParOf" srcId="{B275FC17-EE86-4772-94D2-788FFA51F4C5}" destId="{80AA2CF8-4956-45EB-A4B2-7CB7DD150EAC}" srcOrd="1" destOrd="0" presId="urn:microsoft.com/office/officeart/2018/2/layout/IconLabelList"/>
    <dgm:cxn modelId="{68D22949-AC64-47F8-8779-C1A124DC892F}" type="presParOf" srcId="{B275FC17-EE86-4772-94D2-788FFA51F4C5}" destId="{A7A073EC-D8F8-4AA6-A5CB-7B3150117464}" srcOrd="2" destOrd="0" presId="urn:microsoft.com/office/officeart/2018/2/layout/IconLabelList"/>
    <dgm:cxn modelId="{FB6F4351-92A9-4085-ADC4-C068E87B7E67}" type="presParOf" srcId="{0733216D-29E3-491C-93ED-5ACF0F4D2C60}" destId="{BEE7252E-226C-4FF8-9E02-8CDE172613C6}" srcOrd="3" destOrd="0" presId="urn:microsoft.com/office/officeart/2018/2/layout/IconLabelList"/>
    <dgm:cxn modelId="{6553A66B-4722-47A4-96F6-4636EEB00CF9}" type="presParOf" srcId="{0733216D-29E3-491C-93ED-5ACF0F4D2C60}" destId="{D5DFBA95-90A2-49B0-9F6E-2DAA892DF6F4}" srcOrd="4" destOrd="0" presId="urn:microsoft.com/office/officeart/2018/2/layout/IconLabelList"/>
    <dgm:cxn modelId="{6D46A163-EEE3-4CEA-97D5-6C82522E72A4}" type="presParOf" srcId="{D5DFBA95-90A2-49B0-9F6E-2DAA892DF6F4}" destId="{133BAA83-4B82-42BE-BFB6-B8DBE1A1E3F7}" srcOrd="0" destOrd="0" presId="urn:microsoft.com/office/officeart/2018/2/layout/IconLabelList"/>
    <dgm:cxn modelId="{0AC89963-7545-4B6E-A75E-D7883ACC1BD7}" type="presParOf" srcId="{D5DFBA95-90A2-49B0-9F6E-2DAA892DF6F4}" destId="{AAC340CA-2A03-4411-BE51-4F7AFBAA7E06}" srcOrd="1" destOrd="0" presId="urn:microsoft.com/office/officeart/2018/2/layout/IconLabelList"/>
    <dgm:cxn modelId="{3AB705E2-5C86-4396-B35D-FFA2F438BBC8}" type="presParOf" srcId="{D5DFBA95-90A2-49B0-9F6E-2DAA892DF6F4}" destId="{C5B8F8A8-E37E-4312-984E-5AD0A398CB42}" srcOrd="2" destOrd="0" presId="urn:microsoft.com/office/officeart/2018/2/layout/IconLabelList"/>
    <dgm:cxn modelId="{D60E939C-FA38-4319-AE7A-D5D1ED6092B4}" type="presParOf" srcId="{0733216D-29E3-491C-93ED-5ACF0F4D2C60}" destId="{AD3FDF90-C4B3-4A12-A8CD-1E765CB6FE0B}" srcOrd="5" destOrd="0" presId="urn:microsoft.com/office/officeart/2018/2/layout/IconLabelList"/>
    <dgm:cxn modelId="{A7519000-0EAD-4A7E-A60D-BF509E5A107D}" type="presParOf" srcId="{0733216D-29E3-491C-93ED-5ACF0F4D2C60}" destId="{FF715E5B-F8A0-482D-936B-6B8ACEA498A6}" srcOrd="6" destOrd="0" presId="urn:microsoft.com/office/officeart/2018/2/layout/IconLabelList"/>
    <dgm:cxn modelId="{4BC3A36F-5A68-486A-8448-65A165E5E4EB}" type="presParOf" srcId="{FF715E5B-F8A0-482D-936B-6B8ACEA498A6}" destId="{2108EAE5-8FCE-4A54-BD41-92B680DBFEB6}" srcOrd="0" destOrd="0" presId="urn:microsoft.com/office/officeart/2018/2/layout/IconLabelList"/>
    <dgm:cxn modelId="{B66BAEF3-F5B3-494B-8F87-C3B2D77BCA51}" type="presParOf" srcId="{FF715E5B-F8A0-482D-936B-6B8ACEA498A6}" destId="{7A5876C4-3903-41FD-91AE-F288933202A0}" srcOrd="1" destOrd="0" presId="urn:microsoft.com/office/officeart/2018/2/layout/IconLabelList"/>
    <dgm:cxn modelId="{62D4449E-3DFD-436F-B6F7-4E647D6F4531}" type="presParOf" srcId="{FF715E5B-F8A0-482D-936B-6B8ACEA498A6}" destId="{D6218CAC-2CEA-4C12-81CE-FF35651FFF2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A547CEF-6EEF-4A4B-AF07-40DC8706DE0E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BB9435F8-2DE3-4768-A973-4FB493EED579}">
      <dgm:prSet/>
      <dgm:spPr/>
      <dgm:t>
        <a:bodyPr/>
        <a:lstStyle/>
        <a:p>
          <a:r>
            <a:rPr lang="en-US"/>
            <a:t>Water ignores energy cost</a:t>
          </a:r>
        </a:p>
      </dgm:t>
    </dgm:pt>
    <dgm:pt modelId="{8B043F44-939C-4C43-A88B-001ED02E9F90}" type="parTrans" cxnId="{FA06DF2E-ED46-4FF7-9F20-E0EDF08F73EB}">
      <dgm:prSet/>
      <dgm:spPr/>
      <dgm:t>
        <a:bodyPr/>
        <a:lstStyle/>
        <a:p>
          <a:endParaRPr lang="en-US"/>
        </a:p>
      </dgm:t>
    </dgm:pt>
    <dgm:pt modelId="{E8FE45DA-ED48-45B7-8CA4-264697EF791B}" type="sibTrans" cxnId="{FA06DF2E-ED46-4FF7-9F20-E0EDF08F73EB}">
      <dgm:prSet/>
      <dgm:spPr/>
      <dgm:t>
        <a:bodyPr/>
        <a:lstStyle/>
        <a:p>
          <a:endParaRPr lang="en-US"/>
        </a:p>
      </dgm:t>
    </dgm:pt>
    <dgm:pt modelId="{053E689E-2910-4D0D-9DD2-982BD350E66A}">
      <dgm:prSet/>
      <dgm:spPr/>
      <dgm:t>
        <a:bodyPr/>
        <a:lstStyle/>
        <a:p>
          <a:r>
            <a:rPr lang="en-US"/>
            <a:t>Energy ignores water demand</a:t>
          </a:r>
        </a:p>
      </dgm:t>
    </dgm:pt>
    <dgm:pt modelId="{FA3CC260-2B87-4A18-ADA8-45CB3935F4EB}" type="parTrans" cxnId="{167B718F-0BC7-494C-B085-B3103D3FB7C2}">
      <dgm:prSet/>
      <dgm:spPr/>
      <dgm:t>
        <a:bodyPr/>
        <a:lstStyle/>
        <a:p>
          <a:endParaRPr lang="en-US"/>
        </a:p>
      </dgm:t>
    </dgm:pt>
    <dgm:pt modelId="{D20DBE8A-DFF7-4B1D-8374-EEA786C9BF5B}" type="sibTrans" cxnId="{167B718F-0BC7-494C-B085-B3103D3FB7C2}">
      <dgm:prSet/>
      <dgm:spPr/>
      <dgm:t>
        <a:bodyPr/>
        <a:lstStyle/>
        <a:p>
          <a:endParaRPr lang="en-US"/>
        </a:p>
      </dgm:t>
    </dgm:pt>
    <dgm:pt modelId="{500E87D8-29FB-4154-9466-D02538254726}">
      <dgm:prSet/>
      <dgm:spPr/>
      <dgm:t>
        <a:bodyPr/>
        <a:lstStyle/>
        <a:p>
          <a:r>
            <a:rPr lang="en-US"/>
            <a:t>Agriculture ignores sustainability</a:t>
          </a:r>
        </a:p>
      </dgm:t>
    </dgm:pt>
    <dgm:pt modelId="{00BFD476-9D09-41CF-99C3-71A7885A4401}" type="parTrans" cxnId="{511E8A3B-A951-4FCA-AAA1-F3E81FDCDB22}">
      <dgm:prSet/>
      <dgm:spPr/>
      <dgm:t>
        <a:bodyPr/>
        <a:lstStyle/>
        <a:p>
          <a:endParaRPr lang="en-US"/>
        </a:p>
      </dgm:t>
    </dgm:pt>
    <dgm:pt modelId="{41078168-BA2B-43AC-9499-EA2DA895E2FA}" type="sibTrans" cxnId="{511E8A3B-A951-4FCA-AAA1-F3E81FDCDB22}">
      <dgm:prSet/>
      <dgm:spPr/>
      <dgm:t>
        <a:bodyPr/>
        <a:lstStyle/>
        <a:p>
          <a:endParaRPr lang="en-US"/>
        </a:p>
      </dgm:t>
    </dgm:pt>
    <dgm:pt modelId="{A0DEB219-A889-45A5-9EFB-1B819326E631}">
      <dgm:prSet/>
      <dgm:spPr/>
      <dgm:t>
        <a:bodyPr/>
        <a:lstStyle/>
        <a:p>
          <a:r>
            <a:rPr lang="en-US"/>
            <a:t>Result: system-wide inefficiency and high OPEX</a:t>
          </a:r>
        </a:p>
      </dgm:t>
    </dgm:pt>
    <dgm:pt modelId="{179820F8-8DA2-43E2-BB16-B32E61FBC36C}" type="parTrans" cxnId="{0A68028C-758F-407E-A9FD-5361948B39BF}">
      <dgm:prSet/>
      <dgm:spPr/>
      <dgm:t>
        <a:bodyPr/>
        <a:lstStyle/>
        <a:p>
          <a:endParaRPr lang="en-US"/>
        </a:p>
      </dgm:t>
    </dgm:pt>
    <dgm:pt modelId="{94BB8575-B0BD-4BA8-BC33-95DB622CAA3D}" type="sibTrans" cxnId="{0A68028C-758F-407E-A9FD-5361948B39BF}">
      <dgm:prSet/>
      <dgm:spPr/>
      <dgm:t>
        <a:bodyPr/>
        <a:lstStyle/>
        <a:p>
          <a:endParaRPr lang="en-US"/>
        </a:p>
      </dgm:t>
    </dgm:pt>
    <dgm:pt modelId="{BED491F0-10E3-4849-BC74-27A73745CDCD}" type="pres">
      <dgm:prSet presAssocID="{7A547CEF-6EEF-4A4B-AF07-40DC8706DE0E}" presName="root" presStyleCnt="0">
        <dgm:presLayoutVars>
          <dgm:dir/>
          <dgm:resizeHandles val="exact"/>
        </dgm:presLayoutVars>
      </dgm:prSet>
      <dgm:spPr/>
    </dgm:pt>
    <dgm:pt modelId="{6E88B691-665D-4198-9B81-E53821F43D4A}" type="pres">
      <dgm:prSet presAssocID="{BB9435F8-2DE3-4768-A973-4FB493EED579}" presName="compNode" presStyleCnt="0"/>
      <dgm:spPr/>
    </dgm:pt>
    <dgm:pt modelId="{82BDEB12-F856-4C45-98C6-0EA926C8FDC3}" type="pres">
      <dgm:prSet presAssocID="{BB9435F8-2DE3-4768-A973-4FB493EED579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ter"/>
        </a:ext>
      </dgm:extLst>
    </dgm:pt>
    <dgm:pt modelId="{AE737B9F-759F-448A-BFC7-6DC185CB2CEA}" type="pres">
      <dgm:prSet presAssocID="{BB9435F8-2DE3-4768-A973-4FB493EED579}" presName="spaceRect" presStyleCnt="0"/>
      <dgm:spPr/>
    </dgm:pt>
    <dgm:pt modelId="{B3CAEA6F-8707-465A-B07A-45739B7B4620}" type="pres">
      <dgm:prSet presAssocID="{BB9435F8-2DE3-4768-A973-4FB493EED579}" presName="textRect" presStyleLbl="revTx" presStyleIdx="0" presStyleCnt="4">
        <dgm:presLayoutVars>
          <dgm:chMax val="1"/>
          <dgm:chPref val="1"/>
        </dgm:presLayoutVars>
      </dgm:prSet>
      <dgm:spPr/>
    </dgm:pt>
    <dgm:pt modelId="{B92D0070-3974-40B9-A4D8-A23BA12FBFC8}" type="pres">
      <dgm:prSet presAssocID="{E8FE45DA-ED48-45B7-8CA4-264697EF791B}" presName="sibTrans" presStyleCnt="0"/>
      <dgm:spPr/>
    </dgm:pt>
    <dgm:pt modelId="{60D077E1-56AD-4571-B6E5-07B4E3892AB9}" type="pres">
      <dgm:prSet presAssocID="{053E689E-2910-4D0D-9DD2-982BD350E66A}" presName="compNode" presStyleCnt="0"/>
      <dgm:spPr/>
    </dgm:pt>
    <dgm:pt modelId="{29B84A45-D2F1-4BF5-A760-3211E2FFBFFA}" type="pres">
      <dgm:prSet presAssocID="{053E689E-2910-4D0D-9DD2-982BD350E66A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in"/>
        </a:ext>
      </dgm:extLst>
    </dgm:pt>
    <dgm:pt modelId="{13CEEFD4-C5FC-4FE8-B19E-37BB235D45E0}" type="pres">
      <dgm:prSet presAssocID="{053E689E-2910-4D0D-9DD2-982BD350E66A}" presName="spaceRect" presStyleCnt="0"/>
      <dgm:spPr/>
    </dgm:pt>
    <dgm:pt modelId="{4AE36AEB-0C11-4B57-90F7-6BC57977242E}" type="pres">
      <dgm:prSet presAssocID="{053E689E-2910-4D0D-9DD2-982BD350E66A}" presName="textRect" presStyleLbl="revTx" presStyleIdx="1" presStyleCnt="4">
        <dgm:presLayoutVars>
          <dgm:chMax val="1"/>
          <dgm:chPref val="1"/>
        </dgm:presLayoutVars>
      </dgm:prSet>
      <dgm:spPr/>
    </dgm:pt>
    <dgm:pt modelId="{68376A05-B8B0-405C-9901-F8DC5656F304}" type="pres">
      <dgm:prSet presAssocID="{D20DBE8A-DFF7-4B1D-8374-EEA786C9BF5B}" presName="sibTrans" presStyleCnt="0"/>
      <dgm:spPr/>
    </dgm:pt>
    <dgm:pt modelId="{D831407B-0C08-41C4-8845-4A0F086A6C0C}" type="pres">
      <dgm:prSet presAssocID="{500E87D8-29FB-4154-9466-D02538254726}" presName="compNode" presStyleCnt="0"/>
      <dgm:spPr/>
    </dgm:pt>
    <dgm:pt modelId="{0AEEE408-E136-4F14-ABC6-3E491524C73A}" type="pres">
      <dgm:prSet presAssocID="{500E87D8-29FB-4154-9466-D02538254726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nt"/>
        </a:ext>
      </dgm:extLst>
    </dgm:pt>
    <dgm:pt modelId="{CB293D03-DA94-406F-9FBC-CF0398399676}" type="pres">
      <dgm:prSet presAssocID="{500E87D8-29FB-4154-9466-D02538254726}" presName="spaceRect" presStyleCnt="0"/>
      <dgm:spPr/>
    </dgm:pt>
    <dgm:pt modelId="{CE37D76C-77FD-4DCE-9FF4-1FCEEF16F139}" type="pres">
      <dgm:prSet presAssocID="{500E87D8-29FB-4154-9466-D02538254726}" presName="textRect" presStyleLbl="revTx" presStyleIdx="2" presStyleCnt="4">
        <dgm:presLayoutVars>
          <dgm:chMax val="1"/>
          <dgm:chPref val="1"/>
        </dgm:presLayoutVars>
      </dgm:prSet>
      <dgm:spPr/>
    </dgm:pt>
    <dgm:pt modelId="{D75BE6C1-80AF-4A5B-AAFF-ECC67320756A}" type="pres">
      <dgm:prSet presAssocID="{41078168-BA2B-43AC-9499-EA2DA895E2FA}" presName="sibTrans" presStyleCnt="0"/>
      <dgm:spPr/>
    </dgm:pt>
    <dgm:pt modelId="{E1C6FD47-1D59-4EAC-BD21-1EB961C68E5B}" type="pres">
      <dgm:prSet presAssocID="{A0DEB219-A889-45A5-9EFB-1B819326E631}" presName="compNode" presStyleCnt="0"/>
      <dgm:spPr/>
    </dgm:pt>
    <dgm:pt modelId="{2F2D382C-AAAD-4533-BE1E-1E793079188F}" type="pres">
      <dgm:prSet presAssocID="{A0DEB219-A889-45A5-9EFB-1B819326E631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ading"/>
        </a:ext>
      </dgm:extLst>
    </dgm:pt>
    <dgm:pt modelId="{4B19D60A-0A23-4900-9135-5267E7D1C3D1}" type="pres">
      <dgm:prSet presAssocID="{A0DEB219-A889-45A5-9EFB-1B819326E631}" presName="spaceRect" presStyleCnt="0"/>
      <dgm:spPr/>
    </dgm:pt>
    <dgm:pt modelId="{A52906C6-FA75-4D4C-983D-28F8B654FD64}" type="pres">
      <dgm:prSet presAssocID="{A0DEB219-A889-45A5-9EFB-1B819326E63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FA06DF2E-ED46-4FF7-9F20-E0EDF08F73EB}" srcId="{7A547CEF-6EEF-4A4B-AF07-40DC8706DE0E}" destId="{BB9435F8-2DE3-4768-A973-4FB493EED579}" srcOrd="0" destOrd="0" parTransId="{8B043F44-939C-4C43-A88B-001ED02E9F90}" sibTransId="{E8FE45DA-ED48-45B7-8CA4-264697EF791B}"/>
    <dgm:cxn modelId="{76B6383A-E9B3-4240-8483-A4C1C5B1D199}" type="presOf" srcId="{A0DEB219-A889-45A5-9EFB-1B819326E631}" destId="{A52906C6-FA75-4D4C-983D-28F8B654FD64}" srcOrd="0" destOrd="0" presId="urn:microsoft.com/office/officeart/2018/2/layout/IconLabelList"/>
    <dgm:cxn modelId="{511E8A3B-A951-4FCA-AAA1-F3E81FDCDB22}" srcId="{7A547CEF-6EEF-4A4B-AF07-40DC8706DE0E}" destId="{500E87D8-29FB-4154-9466-D02538254726}" srcOrd="2" destOrd="0" parTransId="{00BFD476-9D09-41CF-99C3-71A7885A4401}" sibTransId="{41078168-BA2B-43AC-9499-EA2DA895E2FA}"/>
    <dgm:cxn modelId="{97E24A82-B20E-441C-B963-9CDCCDC46F89}" type="presOf" srcId="{7A547CEF-6EEF-4A4B-AF07-40DC8706DE0E}" destId="{BED491F0-10E3-4849-BC74-27A73745CDCD}" srcOrd="0" destOrd="0" presId="urn:microsoft.com/office/officeart/2018/2/layout/IconLabelList"/>
    <dgm:cxn modelId="{04010A85-45BE-490B-9C91-4772440E36E8}" type="presOf" srcId="{053E689E-2910-4D0D-9DD2-982BD350E66A}" destId="{4AE36AEB-0C11-4B57-90F7-6BC57977242E}" srcOrd="0" destOrd="0" presId="urn:microsoft.com/office/officeart/2018/2/layout/IconLabelList"/>
    <dgm:cxn modelId="{0A68028C-758F-407E-A9FD-5361948B39BF}" srcId="{7A547CEF-6EEF-4A4B-AF07-40DC8706DE0E}" destId="{A0DEB219-A889-45A5-9EFB-1B819326E631}" srcOrd="3" destOrd="0" parTransId="{179820F8-8DA2-43E2-BB16-B32E61FBC36C}" sibTransId="{94BB8575-B0BD-4BA8-BC33-95DB622CAA3D}"/>
    <dgm:cxn modelId="{167B718F-0BC7-494C-B085-B3103D3FB7C2}" srcId="{7A547CEF-6EEF-4A4B-AF07-40DC8706DE0E}" destId="{053E689E-2910-4D0D-9DD2-982BD350E66A}" srcOrd="1" destOrd="0" parTransId="{FA3CC260-2B87-4A18-ADA8-45CB3935F4EB}" sibTransId="{D20DBE8A-DFF7-4B1D-8374-EEA786C9BF5B}"/>
    <dgm:cxn modelId="{C5662C9F-C446-4D03-A8F2-610D0ACD632B}" type="presOf" srcId="{500E87D8-29FB-4154-9466-D02538254726}" destId="{CE37D76C-77FD-4DCE-9FF4-1FCEEF16F139}" srcOrd="0" destOrd="0" presId="urn:microsoft.com/office/officeart/2018/2/layout/IconLabelList"/>
    <dgm:cxn modelId="{0DABA8DD-9B87-49B8-87D0-C5D715390B7A}" type="presOf" srcId="{BB9435F8-2DE3-4768-A973-4FB493EED579}" destId="{B3CAEA6F-8707-465A-B07A-45739B7B4620}" srcOrd="0" destOrd="0" presId="urn:microsoft.com/office/officeart/2018/2/layout/IconLabelList"/>
    <dgm:cxn modelId="{C647384C-997B-458F-A2A0-BF52ACA7AC04}" type="presParOf" srcId="{BED491F0-10E3-4849-BC74-27A73745CDCD}" destId="{6E88B691-665D-4198-9B81-E53821F43D4A}" srcOrd="0" destOrd="0" presId="urn:microsoft.com/office/officeart/2018/2/layout/IconLabelList"/>
    <dgm:cxn modelId="{3C5353AA-6278-4593-93DC-A78268DC792E}" type="presParOf" srcId="{6E88B691-665D-4198-9B81-E53821F43D4A}" destId="{82BDEB12-F856-4C45-98C6-0EA926C8FDC3}" srcOrd="0" destOrd="0" presId="urn:microsoft.com/office/officeart/2018/2/layout/IconLabelList"/>
    <dgm:cxn modelId="{FD0B8D67-93E3-4ED9-9E6D-B215068CC374}" type="presParOf" srcId="{6E88B691-665D-4198-9B81-E53821F43D4A}" destId="{AE737B9F-759F-448A-BFC7-6DC185CB2CEA}" srcOrd="1" destOrd="0" presId="urn:microsoft.com/office/officeart/2018/2/layout/IconLabelList"/>
    <dgm:cxn modelId="{D397193E-0EEC-44A6-B297-46B895F98D76}" type="presParOf" srcId="{6E88B691-665D-4198-9B81-E53821F43D4A}" destId="{B3CAEA6F-8707-465A-B07A-45739B7B4620}" srcOrd="2" destOrd="0" presId="urn:microsoft.com/office/officeart/2018/2/layout/IconLabelList"/>
    <dgm:cxn modelId="{E4E4552D-B0AE-46C2-9054-D6EED95175D5}" type="presParOf" srcId="{BED491F0-10E3-4849-BC74-27A73745CDCD}" destId="{B92D0070-3974-40B9-A4D8-A23BA12FBFC8}" srcOrd="1" destOrd="0" presId="urn:microsoft.com/office/officeart/2018/2/layout/IconLabelList"/>
    <dgm:cxn modelId="{30E50249-0767-41FA-8E33-CD7ADFCA7F6C}" type="presParOf" srcId="{BED491F0-10E3-4849-BC74-27A73745CDCD}" destId="{60D077E1-56AD-4571-B6E5-07B4E3892AB9}" srcOrd="2" destOrd="0" presId="urn:microsoft.com/office/officeart/2018/2/layout/IconLabelList"/>
    <dgm:cxn modelId="{B752D235-E5BC-4FB6-A555-B50242BE84A9}" type="presParOf" srcId="{60D077E1-56AD-4571-B6E5-07B4E3892AB9}" destId="{29B84A45-D2F1-4BF5-A760-3211E2FFBFFA}" srcOrd="0" destOrd="0" presId="urn:microsoft.com/office/officeart/2018/2/layout/IconLabelList"/>
    <dgm:cxn modelId="{DBBFAFCE-39E6-4638-B46B-4AB9893D4CC0}" type="presParOf" srcId="{60D077E1-56AD-4571-B6E5-07B4E3892AB9}" destId="{13CEEFD4-C5FC-4FE8-B19E-37BB235D45E0}" srcOrd="1" destOrd="0" presId="urn:microsoft.com/office/officeart/2018/2/layout/IconLabelList"/>
    <dgm:cxn modelId="{A1BCF2F5-B1E1-4159-BB6F-E563F149AB5F}" type="presParOf" srcId="{60D077E1-56AD-4571-B6E5-07B4E3892AB9}" destId="{4AE36AEB-0C11-4B57-90F7-6BC57977242E}" srcOrd="2" destOrd="0" presId="urn:microsoft.com/office/officeart/2018/2/layout/IconLabelList"/>
    <dgm:cxn modelId="{71F150BF-52BC-45FF-9775-955632FE6584}" type="presParOf" srcId="{BED491F0-10E3-4849-BC74-27A73745CDCD}" destId="{68376A05-B8B0-405C-9901-F8DC5656F304}" srcOrd="3" destOrd="0" presId="urn:microsoft.com/office/officeart/2018/2/layout/IconLabelList"/>
    <dgm:cxn modelId="{CA712547-196D-42CD-94CE-D7D23AD9F26E}" type="presParOf" srcId="{BED491F0-10E3-4849-BC74-27A73745CDCD}" destId="{D831407B-0C08-41C4-8845-4A0F086A6C0C}" srcOrd="4" destOrd="0" presId="urn:microsoft.com/office/officeart/2018/2/layout/IconLabelList"/>
    <dgm:cxn modelId="{29074851-C482-4D6A-8DCC-1EF70372409A}" type="presParOf" srcId="{D831407B-0C08-41C4-8845-4A0F086A6C0C}" destId="{0AEEE408-E136-4F14-ABC6-3E491524C73A}" srcOrd="0" destOrd="0" presId="urn:microsoft.com/office/officeart/2018/2/layout/IconLabelList"/>
    <dgm:cxn modelId="{90DB86B9-A9D4-4261-9E22-A6615FDBD1F8}" type="presParOf" srcId="{D831407B-0C08-41C4-8845-4A0F086A6C0C}" destId="{CB293D03-DA94-406F-9FBC-CF0398399676}" srcOrd="1" destOrd="0" presId="urn:microsoft.com/office/officeart/2018/2/layout/IconLabelList"/>
    <dgm:cxn modelId="{D5243F64-D81C-4D38-8EC5-E35C7EF7476B}" type="presParOf" srcId="{D831407B-0C08-41C4-8845-4A0F086A6C0C}" destId="{CE37D76C-77FD-4DCE-9FF4-1FCEEF16F139}" srcOrd="2" destOrd="0" presId="urn:microsoft.com/office/officeart/2018/2/layout/IconLabelList"/>
    <dgm:cxn modelId="{8FCD510F-BD23-4876-8569-C7A7226A581D}" type="presParOf" srcId="{BED491F0-10E3-4849-BC74-27A73745CDCD}" destId="{D75BE6C1-80AF-4A5B-AAFF-ECC67320756A}" srcOrd="5" destOrd="0" presId="urn:microsoft.com/office/officeart/2018/2/layout/IconLabelList"/>
    <dgm:cxn modelId="{D74A7468-6950-4034-BB04-EB286A907A8C}" type="presParOf" srcId="{BED491F0-10E3-4849-BC74-27A73745CDCD}" destId="{E1C6FD47-1D59-4EAC-BD21-1EB961C68E5B}" srcOrd="6" destOrd="0" presId="urn:microsoft.com/office/officeart/2018/2/layout/IconLabelList"/>
    <dgm:cxn modelId="{295CB988-5677-4802-8EB5-1EF7697666B2}" type="presParOf" srcId="{E1C6FD47-1D59-4EAC-BD21-1EB961C68E5B}" destId="{2F2D382C-AAAD-4533-BE1E-1E793079188F}" srcOrd="0" destOrd="0" presId="urn:microsoft.com/office/officeart/2018/2/layout/IconLabelList"/>
    <dgm:cxn modelId="{DC0A2D5F-2224-4863-B76E-D86A3A5E5C71}" type="presParOf" srcId="{E1C6FD47-1D59-4EAC-BD21-1EB961C68E5B}" destId="{4B19D60A-0A23-4900-9135-5267E7D1C3D1}" srcOrd="1" destOrd="0" presId="urn:microsoft.com/office/officeart/2018/2/layout/IconLabelList"/>
    <dgm:cxn modelId="{B1985080-E3B5-4A26-8889-2F754B3A9B8B}" type="presParOf" srcId="{E1C6FD47-1D59-4EAC-BD21-1EB961C68E5B}" destId="{A52906C6-FA75-4D4C-983D-28F8B654FD6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FAB0148-71F1-4477-A47D-BBC4FBB06889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0574535-0B48-42D8-AF4B-AD1C05DF7530}">
      <dgm:prSet/>
      <dgm:spPr/>
      <dgm:t>
        <a:bodyPr/>
        <a:lstStyle/>
        <a:p>
          <a:r>
            <a:rPr lang="en-US"/>
            <a:t>Integrates water-energy-food-ecosystems</a:t>
          </a:r>
        </a:p>
      </dgm:t>
    </dgm:pt>
    <dgm:pt modelId="{A2C86DDF-E5A2-4606-AA1A-D3D9F6FE7DDC}" type="parTrans" cxnId="{ED05AC87-DC6E-4289-ACC2-8C075F391542}">
      <dgm:prSet/>
      <dgm:spPr/>
      <dgm:t>
        <a:bodyPr/>
        <a:lstStyle/>
        <a:p>
          <a:endParaRPr lang="en-US"/>
        </a:p>
      </dgm:t>
    </dgm:pt>
    <dgm:pt modelId="{6DA193CB-7C79-4A0E-8A45-A70E6FDB1804}" type="sibTrans" cxnId="{ED05AC87-DC6E-4289-ACC2-8C075F391542}">
      <dgm:prSet/>
      <dgm:spPr/>
      <dgm:t>
        <a:bodyPr/>
        <a:lstStyle/>
        <a:p>
          <a:endParaRPr lang="en-US"/>
        </a:p>
      </dgm:t>
    </dgm:pt>
    <dgm:pt modelId="{6BF63949-C015-478D-8339-8D0B66E69DBB}">
      <dgm:prSet/>
      <dgm:spPr/>
      <dgm:t>
        <a:bodyPr/>
        <a:lstStyle/>
        <a:p>
          <a:r>
            <a:rPr lang="en-US"/>
            <a:t>Captures interdependencies and trade-offs</a:t>
          </a:r>
        </a:p>
      </dgm:t>
    </dgm:pt>
    <dgm:pt modelId="{79F72AE6-74E2-469E-96DE-CA865A94451D}" type="parTrans" cxnId="{294C4019-09C1-4F6E-AEA9-77B7B01747C2}">
      <dgm:prSet/>
      <dgm:spPr/>
      <dgm:t>
        <a:bodyPr/>
        <a:lstStyle/>
        <a:p>
          <a:endParaRPr lang="en-US"/>
        </a:p>
      </dgm:t>
    </dgm:pt>
    <dgm:pt modelId="{29CF4F9C-8A22-46A2-8F66-63589629F04B}" type="sibTrans" cxnId="{294C4019-09C1-4F6E-AEA9-77B7B01747C2}">
      <dgm:prSet/>
      <dgm:spPr/>
      <dgm:t>
        <a:bodyPr/>
        <a:lstStyle/>
        <a:p>
          <a:endParaRPr lang="en-US"/>
        </a:p>
      </dgm:t>
    </dgm:pt>
    <dgm:pt modelId="{EE0042B4-8DE8-49DB-8E2B-5B063EBC5BDC}">
      <dgm:prSet/>
      <dgm:spPr/>
      <dgm:t>
        <a:bodyPr/>
        <a:lstStyle/>
        <a:p>
          <a:r>
            <a:rPr lang="en-US"/>
            <a:t>Optimizes system performance</a:t>
          </a:r>
        </a:p>
      </dgm:t>
    </dgm:pt>
    <dgm:pt modelId="{ED071BDF-489A-4D41-9C0A-4FAFF8F11216}" type="parTrans" cxnId="{E0EAE5E1-8ABB-4DA3-84AE-E95B40ABE79C}">
      <dgm:prSet/>
      <dgm:spPr/>
      <dgm:t>
        <a:bodyPr/>
        <a:lstStyle/>
        <a:p>
          <a:endParaRPr lang="en-US"/>
        </a:p>
      </dgm:t>
    </dgm:pt>
    <dgm:pt modelId="{13B3AC50-536A-4241-BF45-3A5D1601FF3B}" type="sibTrans" cxnId="{E0EAE5E1-8ABB-4DA3-84AE-E95B40ABE79C}">
      <dgm:prSet/>
      <dgm:spPr/>
      <dgm:t>
        <a:bodyPr/>
        <a:lstStyle/>
        <a:p>
          <a:endParaRPr lang="en-US"/>
        </a:p>
      </dgm:t>
    </dgm:pt>
    <dgm:pt modelId="{A15E3C8A-4542-4BB8-A380-227D0B833896}">
      <dgm:prSet/>
      <dgm:spPr/>
      <dgm:t>
        <a:bodyPr/>
        <a:lstStyle/>
        <a:p>
          <a:r>
            <a:rPr lang="en-US"/>
            <a:t>Reduces risks across sectors</a:t>
          </a:r>
        </a:p>
      </dgm:t>
    </dgm:pt>
    <dgm:pt modelId="{4E461AB1-649E-442B-86F0-BA23FFD8F127}" type="parTrans" cxnId="{F67F05BD-EFB0-4B12-8B04-85E441BE2203}">
      <dgm:prSet/>
      <dgm:spPr/>
      <dgm:t>
        <a:bodyPr/>
        <a:lstStyle/>
        <a:p>
          <a:endParaRPr lang="en-US"/>
        </a:p>
      </dgm:t>
    </dgm:pt>
    <dgm:pt modelId="{4E687727-9C9E-433D-AF82-E83E8DD6E282}" type="sibTrans" cxnId="{F67F05BD-EFB0-4B12-8B04-85E441BE2203}">
      <dgm:prSet/>
      <dgm:spPr/>
      <dgm:t>
        <a:bodyPr/>
        <a:lstStyle/>
        <a:p>
          <a:endParaRPr lang="en-US"/>
        </a:p>
      </dgm:t>
    </dgm:pt>
    <dgm:pt modelId="{BD2DCAB2-C40F-4D44-BA67-90D74F7C72DA}" type="pres">
      <dgm:prSet presAssocID="{4FAB0148-71F1-4477-A47D-BBC4FBB06889}" presName="outerComposite" presStyleCnt="0">
        <dgm:presLayoutVars>
          <dgm:chMax val="5"/>
          <dgm:dir/>
          <dgm:resizeHandles val="exact"/>
        </dgm:presLayoutVars>
      </dgm:prSet>
      <dgm:spPr/>
    </dgm:pt>
    <dgm:pt modelId="{A6DDD4B1-9286-4B89-B952-A6AB5FAF71C7}" type="pres">
      <dgm:prSet presAssocID="{4FAB0148-71F1-4477-A47D-BBC4FBB06889}" presName="dummyMaxCanvas" presStyleCnt="0">
        <dgm:presLayoutVars/>
      </dgm:prSet>
      <dgm:spPr/>
    </dgm:pt>
    <dgm:pt modelId="{187714B6-CC9D-4789-A346-CEBBE8561F8A}" type="pres">
      <dgm:prSet presAssocID="{4FAB0148-71F1-4477-A47D-BBC4FBB06889}" presName="FourNodes_1" presStyleLbl="node1" presStyleIdx="0" presStyleCnt="4">
        <dgm:presLayoutVars>
          <dgm:bulletEnabled val="1"/>
        </dgm:presLayoutVars>
      </dgm:prSet>
      <dgm:spPr/>
    </dgm:pt>
    <dgm:pt modelId="{7E38A373-D073-41EE-9A07-9E4ED8F849A2}" type="pres">
      <dgm:prSet presAssocID="{4FAB0148-71F1-4477-A47D-BBC4FBB06889}" presName="FourNodes_2" presStyleLbl="node1" presStyleIdx="1" presStyleCnt="4">
        <dgm:presLayoutVars>
          <dgm:bulletEnabled val="1"/>
        </dgm:presLayoutVars>
      </dgm:prSet>
      <dgm:spPr/>
    </dgm:pt>
    <dgm:pt modelId="{C317D075-1F8F-4C73-94E3-0BE5044F2B61}" type="pres">
      <dgm:prSet presAssocID="{4FAB0148-71F1-4477-A47D-BBC4FBB06889}" presName="FourNodes_3" presStyleLbl="node1" presStyleIdx="2" presStyleCnt="4">
        <dgm:presLayoutVars>
          <dgm:bulletEnabled val="1"/>
        </dgm:presLayoutVars>
      </dgm:prSet>
      <dgm:spPr/>
    </dgm:pt>
    <dgm:pt modelId="{B34B89BD-E127-4431-AD81-F5A5AF54DD8A}" type="pres">
      <dgm:prSet presAssocID="{4FAB0148-71F1-4477-A47D-BBC4FBB06889}" presName="FourNodes_4" presStyleLbl="node1" presStyleIdx="3" presStyleCnt="4">
        <dgm:presLayoutVars>
          <dgm:bulletEnabled val="1"/>
        </dgm:presLayoutVars>
      </dgm:prSet>
      <dgm:spPr/>
    </dgm:pt>
    <dgm:pt modelId="{E5B9D499-C5B7-4896-B7A9-5C179D1A229C}" type="pres">
      <dgm:prSet presAssocID="{4FAB0148-71F1-4477-A47D-BBC4FBB06889}" presName="FourConn_1-2" presStyleLbl="fgAccFollowNode1" presStyleIdx="0" presStyleCnt="3">
        <dgm:presLayoutVars>
          <dgm:bulletEnabled val="1"/>
        </dgm:presLayoutVars>
      </dgm:prSet>
      <dgm:spPr/>
    </dgm:pt>
    <dgm:pt modelId="{F71FD949-BC70-462D-857B-5936FA3FE12D}" type="pres">
      <dgm:prSet presAssocID="{4FAB0148-71F1-4477-A47D-BBC4FBB06889}" presName="FourConn_2-3" presStyleLbl="fgAccFollowNode1" presStyleIdx="1" presStyleCnt="3">
        <dgm:presLayoutVars>
          <dgm:bulletEnabled val="1"/>
        </dgm:presLayoutVars>
      </dgm:prSet>
      <dgm:spPr/>
    </dgm:pt>
    <dgm:pt modelId="{D766C09F-39EB-4247-9BB8-B70E9E4F305D}" type="pres">
      <dgm:prSet presAssocID="{4FAB0148-71F1-4477-A47D-BBC4FBB06889}" presName="FourConn_3-4" presStyleLbl="fgAccFollowNode1" presStyleIdx="2" presStyleCnt="3">
        <dgm:presLayoutVars>
          <dgm:bulletEnabled val="1"/>
        </dgm:presLayoutVars>
      </dgm:prSet>
      <dgm:spPr/>
    </dgm:pt>
    <dgm:pt modelId="{F8A30507-61CB-4598-AF76-E848650DAB9D}" type="pres">
      <dgm:prSet presAssocID="{4FAB0148-71F1-4477-A47D-BBC4FBB06889}" presName="FourNodes_1_text" presStyleLbl="node1" presStyleIdx="3" presStyleCnt="4">
        <dgm:presLayoutVars>
          <dgm:bulletEnabled val="1"/>
        </dgm:presLayoutVars>
      </dgm:prSet>
      <dgm:spPr/>
    </dgm:pt>
    <dgm:pt modelId="{F8397EF8-1828-48B3-B1F4-D9C0D7C8D1E9}" type="pres">
      <dgm:prSet presAssocID="{4FAB0148-71F1-4477-A47D-BBC4FBB06889}" presName="FourNodes_2_text" presStyleLbl="node1" presStyleIdx="3" presStyleCnt="4">
        <dgm:presLayoutVars>
          <dgm:bulletEnabled val="1"/>
        </dgm:presLayoutVars>
      </dgm:prSet>
      <dgm:spPr/>
    </dgm:pt>
    <dgm:pt modelId="{150300A5-5172-4511-A36E-389C7E367714}" type="pres">
      <dgm:prSet presAssocID="{4FAB0148-71F1-4477-A47D-BBC4FBB06889}" presName="FourNodes_3_text" presStyleLbl="node1" presStyleIdx="3" presStyleCnt="4">
        <dgm:presLayoutVars>
          <dgm:bulletEnabled val="1"/>
        </dgm:presLayoutVars>
      </dgm:prSet>
      <dgm:spPr/>
    </dgm:pt>
    <dgm:pt modelId="{27E49F90-095B-4F3D-8FF5-63D11D648859}" type="pres">
      <dgm:prSet presAssocID="{4FAB0148-71F1-4477-A47D-BBC4FBB06889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294C4019-09C1-4F6E-AEA9-77B7B01747C2}" srcId="{4FAB0148-71F1-4477-A47D-BBC4FBB06889}" destId="{6BF63949-C015-478D-8339-8D0B66E69DBB}" srcOrd="1" destOrd="0" parTransId="{79F72AE6-74E2-469E-96DE-CA865A94451D}" sibTransId="{29CF4F9C-8A22-46A2-8F66-63589629F04B}"/>
    <dgm:cxn modelId="{E2A7D432-B2F5-4305-9FFB-6AE7C0863766}" type="presOf" srcId="{29CF4F9C-8A22-46A2-8F66-63589629F04B}" destId="{F71FD949-BC70-462D-857B-5936FA3FE12D}" srcOrd="0" destOrd="0" presId="urn:microsoft.com/office/officeart/2005/8/layout/vProcess5"/>
    <dgm:cxn modelId="{B6B7A338-A744-45A3-96A0-0FCE7CE29433}" type="presOf" srcId="{50574535-0B48-42D8-AF4B-AD1C05DF7530}" destId="{F8A30507-61CB-4598-AF76-E848650DAB9D}" srcOrd="1" destOrd="0" presId="urn:microsoft.com/office/officeart/2005/8/layout/vProcess5"/>
    <dgm:cxn modelId="{EB308044-E21C-4777-A640-B03EB1EA2631}" type="presOf" srcId="{A15E3C8A-4542-4BB8-A380-227D0B833896}" destId="{27E49F90-095B-4F3D-8FF5-63D11D648859}" srcOrd="1" destOrd="0" presId="urn:microsoft.com/office/officeart/2005/8/layout/vProcess5"/>
    <dgm:cxn modelId="{EF007172-EE6F-4375-ADDE-4EC4BCBF9306}" type="presOf" srcId="{EE0042B4-8DE8-49DB-8E2B-5B063EBC5BDC}" destId="{C317D075-1F8F-4C73-94E3-0BE5044F2B61}" srcOrd="0" destOrd="0" presId="urn:microsoft.com/office/officeart/2005/8/layout/vProcess5"/>
    <dgm:cxn modelId="{D8C38985-1989-4682-AD75-497DCD9B3195}" type="presOf" srcId="{EE0042B4-8DE8-49DB-8E2B-5B063EBC5BDC}" destId="{150300A5-5172-4511-A36E-389C7E367714}" srcOrd="1" destOrd="0" presId="urn:microsoft.com/office/officeart/2005/8/layout/vProcess5"/>
    <dgm:cxn modelId="{ED05AC87-DC6E-4289-ACC2-8C075F391542}" srcId="{4FAB0148-71F1-4477-A47D-BBC4FBB06889}" destId="{50574535-0B48-42D8-AF4B-AD1C05DF7530}" srcOrd="0" destOrd="0" parTransId="{A2C86DDF-E5A2-4606-AA1A-D3D9F6FE7DDC}" sibTransId="{6DA193CB-7C79-4A0E-8A45-A70E6FDB1804}"/>
    <dgm:cxn modelId="{C43A2E96-43BB-424C-8A45-9DAA47B852B1}" type="presOf" srcId="{A15E3C8A-4542-4BB8-A380-227D0B833896}" destId="{B34B89BD-E127-4431-AD81-F5A5AF54DD8A}" srcOrd="0" destOrd="0" presId="urn:microsoft.com/office/officeart/2005/8/layout/vProcess5"/>
    <dgm:cxn modelId="{D51B74A6-B507-4644-8C4F-FBEC5F9F9DCF}" type="presOf" srcId="{6BF63949-C015-478D-8339-8D0B66E69DBB}" destId="{7E38A373-D073-41EE-9A07-9E4ED8F849A2}" srcOrd="0" destOrd="0" presId="urn:microsoft.com/office/officeart/2005/8/layout/vProcess5"/>
    <dgm:cxn modelId="{389EFCB1-3FDF-44AF-9D3D-2F857F8AEE8C}" type="presOf" srcId="{13B3AC50-536A-4241-BF45-3A5D1601FF3B}" destId="{D766C09F-39EB-4247-9BB8-B70E9E4F305D}" srcOrd="0" destOrd="0" presId="urn:microsoft.com/office/officeart/2005/8/layout/vProcess5"/>
    <dgm:cxn modelId="{F67F05BD-EFB0-4B12-8B04-85E441BE2203}" srcId="{4FAB0148-71F1-4477-A47D-BBC4FBB06889}" destId="{A15E3C8A-4542-4BB8-A380-227D0B833896}" srcOrd="3" destOrd="0" parTransId="{4E461AB1-649E-442B-86F0-BA23FFD8F127}" sibTransId="{4E687727-9C9E-433D-AF82-E83E8DD6E282}"/>
    <dgm:cxn modelId="{DDDC6EC1-374C-49E1-85ED-EDCFC6DB2F6F}" type="presOf" srcId="{4FAB0148-71F1-4477-A47D-BBC4FBB06889}" destId="{BD2DCAB2-C40F-4D44-BA67-90D74F7C72DA}" srcOrd="0" destOrd="0" presId="urn:microsoft.com/office/officeart/2005/8/layout/vProcess5"/>
    <dgm:cxn modelId="{0B0B13DA-224E-4DC6-995B-57F9CED9E77F}" type="presOf" srcId="{6BF63949-C015-478D-8339-8D0B66E69DBB}" destId="{F8397EF8-1828-48B3-B1F4-D9C0D7C8D1E9}" srcOrd="1" destOrd="0" presId="urn:microsoft.com/office/officeart/2005/8/layout/vProcess5"/>
    <dgm:cxn modelId="{E0EAE5E1-8ABB-4DA3-84AE-E95B40ABE79C}" srcId="{4FAB0148-71F1-4477-A47D-BBC4FBB06889}" destId="{EE0042B4-8DE8-49DB-8E2B-5B063EBC5BDC}" srcOrd="2" destOrd="0" parTransId="{ED071BDF-489A-4D41-9C0A-4FAFF8F11216}" sibTransId="{13B3AC50-536A-4241-BF45-3A5D1601FF3B}"/>
    <dgm:cxn modelId="{AB88ACED-8519-4659-B010-010C93BD4878}" type="presOf" srcId="{6DA193CB-7C79-4A0E-8A45-A70E6FDB1804}" destId="{E5B9D499-C5B7-4896-B7A9-5C179D1A229C}" srcOrd="0" destOrd="0" presId="urn:microsoft.com/office/officeart/2005/8/layout/vProcess5"/>
    <dgm:cxn modelId="{A58583F4-53AF-46D2-8278-B03B76E77909}" type="presOf" srcId="{50574535-0B48-42D8-AF4B-AD1C05DF7530}" destId="{187714B6-CC9D-4789-A346-CEBBE8561F8A}" srcOrd="0" destOrd="0" presId="urn:microsoft.com/office/officeart/2005/8/layout/vProcess5"/>
    <dgm:cxn modelId="{EFECFA18-5FD5-4766-8CFF-EBE09EDC9731}" type="presParOf" srcId="{BD2DCAB2-C40F-4D44-BA67-90D74F7C72DA}" destId="{A6DDD4B1-9286-4B89-B952-A6AB5FAF71C7}" srcOrd="0" destOrd="0" presId="urn:microsoft.com/office/officeart/2005/8/layout/vProcess5"/>
    <dgm:cxn modelId="{AF956E55-3CE2-4525-B032-2301E84C18B2}" type="presParOf" srcId="{BD2DCAB2-C40F-4D44-BA67-90D74F7C72DA}" destId="{187714B6-CC9D-4789-A346-CEBBE8561F8A}" srcOrd="1" destOrd="0" presId="urn:microsoft.com/office/officeart/2005/8/layout/vProcess5"/>
    <dgm:cxn modelId="{6AABBA64-E32C-4768-A487-586FF316D478}" type="presParOf" srcId="{BD2DCAB2-C40F-4D44-BA67-90D74F7C72DA}" destId="{7E38A373-D073-41EE-9A07-9E4ED8F849A2}" srcOrd="2" destOrd="0" presId="urn:microsoft.com/office/officeart/2005/8/layout/vProcess5"/>
    <dgm:cxn modelId="{D03B8CAE-24DF-4019-B0AF-96A71E56FBD6}" type="presParOf" srcId="{BD2DCAB2-C40F-4D44-BA67-90D74F7C72DA}" destId="{C317D075-1F8F-4C73-94E3-0BE5044F2B61}" srcOrd="3" destOrd="0" presId="urn:microsoft.com/office/officeart/2005/8/layout/vProcess5"/>
    <dgm:cxn modelId="{09E46778-C1E7-4FCA-89B7-AFEE07687591}" type="presParOf" srcId="{BD2DCAB2-C40F-4D44-BA67-90D74F7C72DA}" destId="{B34B89BD-E127-4431-AD81-F5A5AF54DD8A}" srcOrd="4" destOrd="0" presId="urn:microsoft.com/office/officeart/2005/8/layout/vProcess5"/>
    <dgm:cxn modelId="{4E913D89-B90B-4822-A784-6C58139A403F}" type="presParOf" srcId="{BD2DCAB2-C40F-4D44-BA67-90D74F7C72DA}" destId="{E5B9D499-C5B7-4896-B7A9-5C179D1A229C}" srcOrd="5" destOrd="0" presId="urn:microsoft.com/office/officeart/2005/8/layout/vProcess5"/>
    <dgm:cxn modelId="{DE5682E6-D635-4176-867D-0271DF987A6E}" type="presParOf" srcId="{BD2DCAB2-C40F-4D44-BA67-90D74F7C72DA}" destId="{F71FD949-BC70-462D-857B-5936FA3FE12D}" srcOrd="6" destOrd="0" presId="urn:microsoft.com/office/officeart/2005/8/layout/vProcess5"/>
    <dgm:cxn modelId="{22292A0D-38BA-4872-90FD-62FB4913462B}" type="presParOf" srcId="{BD2DCAB2-C40F-4D44-BA67-90D74F7C72DA}" destId="{D766C09F-39EB-4247-9BB8-B70E9E4F305D}" srcOrd="7" destOrd="0" presId="urn:microsoft.com/office/officeart/2005/8/layout/vProcess5"/>
    <dgm:cxn modelId="{0CAADF86-4110-4851-A8D9-B1E0D84BB5DE}" type="presParOf" srcId="{BD2DCAB2-C40F-4D44-BA67-90D74F7C72DA}" destId="{F8A30507-61CB-4598-AF76-E848650DAB9D}" srcOrd="8" destOrd="0" presId="urn:microsoft.com/office/officeart/2005/8/layout/vProcess5"/>
    <dgm:cxn modelId="{01D6071D-81DE-4FC1-9032-EEE8BB5CE232}" type="presParOf" srcId="{BD2DCAB2-C40F-4D44-BA67-90D74F7C72DA}" destId="{F8397EF8-1828-48B3-B1F4-D9C0D7C8D1E9}" srcOrd="9" destOrd="0" presId="urn:microsoft.com/office/officeart/2005/8/layout/vProcess5"/>
    <dgm:cxn modelId="{E45E9909-CD9D-41B5-BDF3-94D9097B35CF}" type="presParOf" srcId="{BD2DCAB2-C40F-4D44-BA67-90D74F7C72DA}" destId="{150300A5-5172-4511-A36E-389C7E367714}" srcOrd="10" destOrd="0" presId="urn:microsoft.com/office/officeart/2005/8/layout/vProcess5"/>
    <dgm:cxn modelId="{4075D5DF-A99C-4E52-B066-828A48C36AF2}" type="presParOf" srcId="{BD2DCAB2-C40F-4D44-BA67-90D74F7C72DA}" destId="{27E49F90-095B-4F3D-8FF5-63D11D648859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CBDE3D7-E681-4D85-9ECD-C2A087092DD1}" type="doc">
      <dgm:prSet loTypeId="urn:microsoft.com/office/officeart/2005/8/layout/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729BCC99-1A77-4163-ABB0-8029E7E21F0E}">
      <dgm:prSet/>
      <dgm:spPr/>
      <dgm:t>
        <a:bodyPr/>
        <a:lstStyle/>
        <a:p>
          <a:r>
            <a:rPr lang="en-US"/>
            <a:t>Cost reduction (energy, losses)</a:t>
          </a:r>
        </a:p>
      </dgm:t>
    </dgm:pt>
    <dgm:pt modelId="{31C163AC-E550-420B-8950-EA4839297F70}" type="parTrans" cxnId="{570312A2-D9B5-4C06-A7E1-D07B70342F05}">
      <dgm:prSet/>
      <dgm:spPr/>
      <dgm:t>
        <a:bodyPr/>
        <a:lstStyle/>
        <a:p>
          <a:endParaRPr lang="en-US"/>
        </a:p>
      </dgm:t>
    </dgm:pt>
    <dgm:pt modelId="{F089835D-EA89-4482-8B1A-75F65CF5291E}" type="sibTrans" cxnId="{570312A2-D9B5-4C06-A7E1-D07B70342F05}">
      <dgm:prSet/>
      <dgm:spPr/>
      <dgm:t>
        <a:bodyPr/>
        <a:lstStyle/>
        <a:p>
          <a:endParaRPr lang="en-US"/>
        </a:p>
      </dgm:t>
    </dgm:pt>
    <dgm:pt modelId="{FAF25EFA-9217-4B9F-88F0-77803FFB4339}">
      <dgm:prSet/>
      <dgm:spPr/>
      <dgm:t>
        <a:bodyPr/>
        <a:lstStyle/>
        <a:p>
          <a:r>
            <a:rPr lang="en-US"/>
            <a:t>Revenue generation (water, agriculture)</a:t>
          </a:r>
        </a:p>
      </dgm:t>
    </dgm:pt>
    <dgm:pt modelId="{DA98DBD2-7F6A-4AA7-A52D-C26EE0F2B0DD}" type="parTrans" cxnId="{CBC17AA0-29EF-44F2-92F8-18D86A78E0C6}">
      <dgm:prSet/>
      <dgm:spPr/>
      <dgm:t>
        <a:bodyPr/>
        <a:lstStyle/>
        <a:p>
          <a:endParaRPr lang="en-US"/>
        </a:p>
      </dgm:t>
    </dgm:pt>
    <dgm:pt modelId="{1A253200-E9F7-4A34-8F89-D66F56216951}" type="sibTrans" cxnId="{CBC17AA0-29EF-44F2-92F8-18D86A78E0C6}">
      <dgm:prSet/>
      <dgm:spPr/>
      <dgm:t>
        <a:bodyPr/>
        <a:lstStyle/>
        <a:p>
          <a:endParaRPr lang="en-US"/>
        </a:p>
      </dgm:t>
    </dgm:pt>
    <dgm:pt modelId="{BD74FA1B-25AB-4776-A980-52478CF3B9DA}">
      <dgm:prSet/>
      <dgm:spPr/>
      <dgm:t>
        <a:bodyPr/>
        <a:lstStyle/>
        <a:p>
          <a:r>
            <a:rPr lang="en-US"/>
            <a:t>Risk mitigation (climate, price shocks)</a:t>
          </a:r>
        </a:p>
      </dgm:t>
    </dgm:pt>
    <dgm:pt modelId="{8ECBD07E-03E9-4A95-8551-725E1B4DD8E2}" type="parTrans" cxnId="{37C01A51-7597-4DA1-9854-C45FE8C8027C}">
      <dgm:prSet/>
      <dgm:spPr/>
      <dgm:t>
        <a:bodyPr/>
        <a:lstStyle/>
        <a:p>
          <a:endParaRPr lang="en-US"/>
        </a:p>
      </dgm:t>
    </dgm:pt>
    <dgm:pt modelId="{D300DFCE-24C9-4F92-AF88-2B8F6F34FD31}" type="sibTrans" cxnId="{37C01A51-7597-4DA1-9854-C45FE8C8027C}">
      <dgm:prSet/>
      <dgm:spPr/>
      <dgm:t>
        <a:bodyPr/>
        <a:lstStyle/>
        <a:p>
          <a:endParaRPr lang="en-US"/>
        </a:p>
      </dgm:t>
    </dgm:pt>
    <dgm:pt modelId="{DFB02C17-DCEC-4A44-B57E-E0FA028018A5}">
      <dgm:prSet/>
      <dgm:spPr/>
      <dgm:t>
        <a:bodyPr/>
        <a:lstStyle/>
        <a:p>
          <a:r>
            <a:rPr lang="en-US"/>
            <a:t>Asset revaluation into investment-grade</a:t>
          </a:r>
        </a:p>
      </dgm:t>
    </dgm:pt>
    <dgm:pt modelId="{66D86AF8-3908-4A43-89E0-D9C928A328A7}" type="parTrans" cxnId="{CECC94B1-3D18-4EB2-B3A8-A6A7CD6D2A8F}">
      <dgm:prSet/>
      <dgm:spPr/>
      <dgm:t>
        <a:bodyPr/>
        <a:lstStyle/>
        <a:p>
          <a:endParaRPr lang="en-US"/>
        </a:p>
      </dgm:t>
    </dgm:pt>
    <dgm:pt modelId="{06AD0FCA-FE93-4E13-B870-00775BCB5045}" type="sibTrans" cxnId="{CECC94B1-3D18-4EB2-B3A8-A6A7CD6D2A8F}">
      <dgm:prSet/>
      <dgm:spPr/>
      <dgm:t>
        <a:bodyPr/>
        <a:lstStyle/>
        <a:p>
          <a:endParaRPr lang="en-US"/>
        </a:p>
      </dgm:t>
    </dgm:pt>
    <dgm:pt modelId="{F840F289-B169-4AD5-9726-874B9304A54B}" type="pres">
      <dgm:prSet presAssocID="{DCBDE3D7-E681-4D85-9ECD-C2A087092DD1}" presName="diagram" presStyleCnt="0">
        <dgm:presLayoutVars>
          <dgm:dir/>
          <dgm:resizeHandles val="exact"/>
        </dgm:presLayoutVars>
      </dgm:prSet>
      <dgm:spPr/>
    </dgm:pt>
    <dgm:pt modelId="{C266C24C-83BC-4C1A-9149-7DB668817E21}" type="pres">
      <dgm:prSet presAssocID="{729BCC99-1A77-4163-ABB0-8029E7E21F0E}" presName="node" presStyleLbl="node1" presStyleIdx="0" presStyleCnt="4">
        <dgm:presLayoutVars>
          <dgm:bulletEnabled val="1"/>
        </dgm:presLayoutVars>
      </dgm:prSet>
      <dgm:spPr/>
    </dgm:pt>
    <dgm:pt modelId="{7AA30A13-A30D-4FE8-A777-91F136484400}" type="pres">
      <dgm:prSet presAssocID="{F089835D-EA89-4482-8B1A-75F65CF5291E}" presName="sibTrans" presStyleLbl="sibTrans2D1" presStyleIdx="0" presStyleCnt="3"/>
      <dgm:spPr/>
    </dgm:pt>
    <dgm:pt modelId="{6FACD904-E1C9-4F84-AC46-16F9F3C7F8D3}" type="pres">
      <dgm:prSet presAssocID="{F089835D-EA89-4482-8B1A-75F65CF5291E}" presName="connectorText" presStyleLbl="sibTrans2D1" presStyleIdx="0" presStyleCnt="3"/>
      <dgm:spPr/>
    </dgm:pt>
    <dgm:pt modelId="{2A3444A3-0840-4737-BF35-0B991AC19FAF}" type="pres">
      <dgm:prSet presAssocID="{FAF25EFA-9217-4B9F-88F0-77803FFB4339}" presName="node" presStyleLbl="node1" presStyleIdx="1" presStyleCnt="4">
        <dgm:presLayoutVars>
          <dgm:bulletEnabled val="1"/>
        </dgm:presLayoutVars>
      </dgm:prSet>
      <dgm:spPr/>
    </dgm:pt>
    <dgm:pt modelId="{1CB5CC55-9D31-4D30-98D8-938162436831}" type="pres">
      <dgm:prSet presAssocID="{1A253200-E9F7-4A34-8F89-D66F56216951}" presName="sibTrans" presStyleLbl="sibTrans2D1" presStyleIdx="1" presStyleCnt="3"/>
      <dgm:spPr/>
    </dgm:pt>
    <dgm:pt modelId="{2A1CC546-F117-4EB4-86A8-F7FA86DB3AC3}" type="pres">
      <dgm:prSet presAssocID="{1A253200-E9F7-4A34-8F89-D66F56216951}" presName="connectorText" presStyleLbl="sibTrans2D1" presStyleIdx="1" presStyleCnt="3"/>
      <dgm:spPr/>
    </dgm:pt>
    <dgm:pt modelId="{48058EE8-EE9E-423B-B0C0-8ABCA46498A7}" type="pres">
      <dgm:prSet presAssocID="{BD74FA1B-25AB-4776-A980-52478CF3B9DA}" presName="node" presStyleLbl="node1" presStyleIdx="2" presStyleCnt="4">
        <dgm:presLayoutVars>
          <dgm:bulletEnabled val="1"/>
        </dgm:presLayoutVars>
      </dgm:prSet>
      <dgm:spPr/>
    </dgm:pt>
    <dgm:pt modelId="{F4EF1CD9-D332-4EE5-9D59-B80B1E73DCC9}" type="pres">
      <dgm:prSet presAssocID="{D300DFCE-24C9-4F92-AF88-2B8F6F34FD31}" presName="sibTrans" presStyleLbl="sibTrans2D1" presStyleIdx="2" presStyleCnt="3"/>
      <dgm:spPr/>
    </dgm:pt>
    <dgm:pt modelId="{34BCB4D9-9913-46C7-9B78-CC5D78E7A136}" type="pres">
      <dgm:prSet presAssocID="{D300DFCE-24C9-4F92-AF88-2B8F6F34FD31}" presName="connectorText" presStyleLbl="sibTrans2D1" presStyleIdx="2" presStyleCnt="3"/>
      <dgm:spPr/>
    </dgm:pt>
    <dgm:pt modelId="{9DB4ABD9-842D-42FF-A00C-4DB82D9EAABA}" type="pres">
      <dgm:prSet presAssocID="{DFB02C17-DCEC-4A44-B57E-E0FA028018A5}" presName="node" presStyleLbl="node1" presStyleIdx="3" presStyleCnt="4">
        <dgm:presLayoutVars>
          <dgm:bulletEnabled val="1"/>
        </dgm:presLayoutVars>
      </dgm:prSet>
      <dgm:spPr/>
    </dgm:pt>
  </dgm:ptLst>
  <dgm:cxnLst>
    <dgm:cxn modelId="{3F782A01-4B12-474F-B27F-E80839C8B807}" type="presOf" srcId="{729BCC99-1A77-4163-ABB0-8029E7E21F0E}" destId="{C266C24C-83BC-4C1A-9149-7DB668817E21}" srcOrd="0" destOrd="0" presId="urn:microsoft.com/office/officeart/2005/8/layout/process5"/>
    <dgm:cxn modelId="{E29A6B19-8626-46A4-A890-36FEC3D65E6B}" type="presOf" srcId="{1A253200-E9F7-4A34-8F89-D66F56216951}" destId="{1CB5CC55-9D31-4D30-98D8-938162436831}" srcOrd="0" destOrd="0" presId="urn:microsoft.com/office/officeart/2005/8/layout/process5"/>
    <dgm:cxn modelId="{1CF0C737-30EF-4508-ACAD-B7E492C3B301}" type="presOf" srcId="{1A253200-E9F7-4A34-8F89-D66F56216951}" destId="{2A1CC546-F117-4EB4-86A8-F7FA86DB3AC3}" srcOrd="1" destOrd="0" presId="urn:microsoft.com/office/officeart/2005/8/layout/process5"/>
    <dgm:cxn modelId="{7F1D1E5B-08AE-4338-81E3-50F9D97A1D0F}" type="presOf" srcId="{FAF25EFA-9217-4B9F-88F0-77803FFB4339}" destId="{2A3444A3-0840-4737-BF35-0B991AC19FAF}" srcOrd="0" destOrd="0" presId="urn:microsoft.com/office/officeart/2005/8/layout/process5"/>
    <dgm:cxn modelId="{B624DA65-508A-432E-A5A6-3726875D2A14}" type="presOf" srcId="{DFB02C17-DCEC-4A44-B57E-E0FA028018A5}" destId="{9DB4ABD9-842D-42FF-A00C-4DB82D9EAABA}" srcOrd="0" destOrd="0" presId="urn:microsoft.com/office/officeart/2005/8/layout/process5"/>
    <dgm:cxn modelId="{28BF334F-C5AA-478B-9852-D6981CF6C592}" type="presOf" srcId="{F089835D-EA89-4482-8B1A-75F65CF5291E}" destId="{6FACD904-E1C9-4F84-AC46-16F9F3C7F8D3}" srcOrd="1" destOrd="0" presId="urn:microsoft.com/office/officeart/2005/8/layout/process5"/>
    <dgm:cxn modelId="{37C01A51-7597-4DA1-9854-C45FE8C8027C}" srcId="{DCBDE3D7-E681-4D85-9ECD-C2A087092DD1}" destId="{BD74FA1B-25AB-4776-A980-52478CF3B9DA}" srcOrd="2" destOrd="0" parTransId="{8ECBD07E-03E9-4A95-8551-725E1B4DD8E2}" sibTransId="{D300DFCE-24C9-4F92-AF88-2B8F6F34FD31}"/>
    <dgm:cxn modelId="{CBC17AA0-29EF-44F2-92F8-18D86A78E0C6}" srcId="{DCBDE3D7-E681-4D85-9ECD-C2A087092DD1}" destId="{FAF25EFA-9217-4B9F-88F0-77803FFB4339}" srcOrd="1" destOrd="0" parTransId="{DA98DBD2-7F6A-4AA7-A52D-C26EE0F2B0DD}" sibTransId="{1A253200-E9F7-4A34-8F89-D66F56216951}"/>
    <dgm:cxn modelId="{570312A2-D9B5-4C06-A7E1-D07B70342F05}" srcId="{DCBDE3D7-E681-4D85-9ECD-C2A087092DD1}" destId="{729BCC99-1A77-4163-ABB0-8029E7E21F0E}" srcOrd="0" destOrd="0" parTransId="{31C163AC-E550-420B-8950-EA4839297F70}" sibTransId="{F089835D-EA89-4482-8B1A-75F65CF5291E}"/>
    <dgm:cxn modelId="{10F1F3A3-0BF5-432A-9D47-1E6FFBFFEFA9}" type="presOf" srcId="{D300DFCE-24C9-4F92-AF88-2B8F6F34FD31}" destId="{F4EF1CD9-D332-4EE5-9D59-B80B1E73DCC9}" srcOrd="0" destOrd="0" presId="urn:microsoft.com/office/officeart/2005/8/layout/process5"/>
    <dgm:cxn modelId="{CECC94B1-3D18-4EB2-B3A8-A6A7CD6D2A8F}" srcId="{DCBDE3D7-E681-4D85-9ECD-C2A087092DD1}" destId="{DFB02C17-DCEC-4A44-B57E-E0FA028018A5}" srcOrd="3" destOrd="0" parTransId="{66D86AF8-3908-4A43-89E0-D9C928A328A7}" sibTransId="{06AD0FCA-FE93-4E13-B870-00775BCB5045}"/>
    <dgm:cxn modelId="{2B50FACA-7823-46A6-8BA1-D4DBF869E842}" type="presOf" srcId="{DCBDE3D7-E681-4D85-9ECD-C2A087092DD1}" destId="{F840F289-B169-4AD5-9726-874B9304A54B}" srcOrd="0" destOrd="0" presId="urn:microsoft.com/office/officeart/2005/8/layout/process5"/>
    <dgm:cxn modelId="{FE80E7D8-4EAF-4F42-9422-1A7EAC7EE702}" type="presOf" srcId="{BD74FA1B-25AB-4776-A980-52478CF3B9DA}" destId="{48058EE8-EE9E-423B-B0C0-8ABCA46498A7}" srcOrd="0" destOrd="0" presId="urn:microsoft.com/office/officeart/2005/8/layout/process5"/>
    <dgm:cxn modelId="{CB73A4E1-EA83-458F-A143-0F1B2173BF45}" type="presOf" srcId="{D300DFCE-24C9-4F92-AF88-2B8F6F34FD31}" destId="{34BCB4D9-9913-46C7-9B78-CC5D78E7A136}" srcOrd="1" destOrd="0" presId="urn:microsoft.com/office/officeart/2005/8/layout/process5"/>
    <dgm:cxn modelId="{1976C1FF-337B-4034-8A18-C628863B3CC8}" type="presOf" srcId="{F089835D-EA89-4482-8B1A-75F65CF5291E}" destId="{7AA30A13-A30D-4FE8-A777-91F136484400}" srcOrd="0" destOrd="0" presId="urn:microsoft.com/office/officeart/2005/8/layout/process5"/>
    <dgm:cxn modelId="{476E58F2-D5C0-447D-AEA2-B1CEFE6B658F}" type="presParOf" srcId="{F840F289-B169-4AD5-9726-874B9304A54B}" destId="{C266C24C-83BC-4C1A-9149-7DB668817E21}" srcOrd="0" destOrd="0" presId="urn:microsoft.com/office/officeart/2005/8/layout/process5"/>
    <dgm:cxn modelId="{97F6905E-637D-46F8-AE39-BD2E50A1A425}" type="presParOf" srcId="{F840F289-B169-4AD5-9726-874B9304A54B}" destId="{7AA30A13-A30D-4FE8-A777-91F136484400}" srcOrd="1" destOrd="0" presId="urn:microsoft.com/office/officeart/2005/8/layout/process5"/>
    <dgm:cxn modelId="{B6464162-8663-4F03-B629-02542E9B7DEB}" type="presParOf" srcId="{7AA30A13-A30D-4FE8-A777-91F136484400}" destId="{6FACD904-E1C9-4F84-AC46-16F9F3C7F8D3}" srcOrd="0" destOrd="0" presId="urn:microsoft.com/office/officeart/2005/8/layout/process5"/>
    <dgm:cxn modelId="{AD0BC430-BEA1-4F66-8073-5639925FCCE5}" type="presParOf" srcId="{F840F289-B169-4AD5-9726-874B9304A54B}" destId="{2A3444A3-0840-4737-BF35-0B991AC19FAF}" srcOrd="2" destOrd="0" presId="urn:microsoft.com/office/officeart/2005/8/layout/process5"/>
    <dgm:cxn modelId="{0F9F938D-2736-47B7-AC95-702C61E99EEE}" type="presParOf" srcId="{F840F289-B169-4AD5-9726-874B9304A54B}" destId="{1CB5CC55-9D31-4D30-98D8-938162436831}" srcOrd="3" destOrd="0" presId="urn:microsoft.com/office/officeart/2005/8/layout/process5"/>
    <dgm:cxn modelId="{F241D348-F7F6-415D-B8DF-805D1C215A79}" type="presParOf" srcId="{1CB5CC55-9D31-4D30-98D8-938162436831}" destId="{2A1CC546-F117-4EB4-86A8-F7FA86DB3AC3}" srcOrd="0" destOrd="0" presId="urn:microsoft.com/office/officeart/2005/8/layout/process5"/>
    <dgm:cxn modelId="{F1EAA2DF-A727-4DCA-B8BC-3B65AEF7E202}" type="presParOf" srcId="{F840F289-B169-4AD5-9726-874B9304A54B}" destId="{48058EE8-EE9E-423B-B0C0-8ABCA46498A7}" srcOrd="4" destOrd="0" presId="urn:microsoft.com/office/officeart/2005/8/layout/process5"/>
    <dgm:cxn modelId="{755DFAE2-0CD8-416E-8829-DB78E0483D68}" type="presParOf" srcId="{F840F289-B169-4AD5-9726-874B9304A54B}" destId="{F4EF1CD9-D332-4EE5-9D59-B80B1E73DCC9}" srcOrd="5" destOrd="0" presId="urn:microsoft.com/office/officeart/2005/8/layout/process5"/>
    <dgm:cxn modelId="{9CC9E4FA-ECCD-45B1-B53F-BC1F8D19FD84}" type="presParOf" srcId="{F4EF1CD9-D332-4EE5-9D59-B80B1E73DCC9}" destId="{34BCB4D9-9913-46C7-9B78-CC5D78E7A136}" srcOrd="0" destOrd="0" presId="urn:microsoft.com/office/officeart/2005/8/layout/process5"/>
    <dgm:cxn modelId="{4D4E52C6-DAC9-4B4B-AF23-B3FF4EF17B1E}" type="presParOf" srcId="{F840F289-B169-4AD5-9726-874B9304A54B}" destId="{9DB4ABD9-842D-42FF-A00C-4DB82D9EAABA}" srcOrd="6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572790E-699C-4AAE-9DD1-E595F185E462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09A7A34C-1A45-4394-87A3-CA4596E30B3F}">
      <dgm:prSet/>
      <dgm:spPr/>
      <dgm:t>
        <a:bodyPr/>
        <a:lstStyle/>
        <a:p>
          <a:pPr>
            <a:defRPr cap="all"/>
          </a:pPr>
          <a:r>
            <a:rPr lang="en-US"/>
            <a:t>Water scarcity &lt;600 m3/capita/year</a:t>
          </a:r>
        </a:p>
      </dgm:t>
    </dgm:pt>
    <dgm:pt modelId="{43174CA8-844B-453D-8C56-1D203EFF2E0C}" type="parTrans" cxnId="{474E3FD6-1762-4C06-845C-266E507E3606}">
      <dgm:prSet/>
      <dgm:spPr/>
      <dgm:t>
        <a:bodyPr/>
        <a:lstStyle/>
        <a:p>
          <a:endParaRPr lang="en-US"/>
        </a:p>
      </dgm:t>
    </dgm:pt>
    <dgm:pt modelId="{B34D909F-EBFF-477D-AAF1-E39299CFBA81}" type="sibTrans" cxnId="{474E3FD6-1762-4C06-845C-266E507E3606}">
      <dgm:prSet/>
      <dgm:spPr/>
      <dgm:t>
        <a:bodyPr/>
        <a:lstStyle/>
        <a:p>
          <a:endParaRPr lang="en-US"/>
        </a:p>
      </dgm:t>
    </dgm:pt>
    <dgm:pt modelId="{B5CBD822-2241-43C7-A668-2D5F82EC6E53}">
      <dgm:prSet/>
      <dgm:spPr/>
      <dgm:t>
        <a:bodyPr/>
        <a:lstStyle/>
        <a:p>
          <a:pPr>
            <a:defRPr cap="all"/>
          </a:pPr>
          <a:r>
            <a:rPr lang="en-US"/>
            <a:t>Drainage reuse ~20 BCM/year</a:t>
          </a:r>
        </a:p>
      </dgm:t>
    </dgm:pt>
    <dgm:pt modelId="{D0BD9CA5-7C00-402C-93E4-DF28FF447B4E}" type="parTrans" cxnId="{93EE6539-B9C1-43E4-AF4A-075670CA364B}">
      <dgm:prSet/>
      <dgm:spPr/>
      <dgm:t>
        <a:bodyPr/>
        <a:lstStyle/>
        <a:p>
          <a:endParaRPr lang="en-US"/>
        </a:p>
      </dgm:t>
    </dgm:pt>
    <dgm:pt modelId="{F5D548F9-27A7-4144-B3BC-8DE6066AC1F7}" type="sibTrans" cxnId="{93EE6539-B9C1-43E4-AF4A-075670CA364B}">
      <dgm:prSet/>
      <dgm:spPr/>
      <dgm:t>
        <a:bodyPr/>
        <a:lstStyle/>
        <a:p>
          <a:endParaRPr lang="en-US"/>
        </a:p>
      </dgm:t>
    </dgm:pt>
    <dgm:pt modelId="{A61905A6-8DD5-4333-961B-154A2AE76912}">
      <dgm:prSet/>
      <dgm:spPr/>
      <dgm:t>
        <a:bodyPr/>
        <a:lstStyle/>
        <a:p>
          <a:pPr>
            <a:defRPr cap="all"/>
          </a:pPr>
          <a:r>
            <a:rPr lang="en-US"/>
            <a:t>Mega projects: Bahr El-Baqar, Al Mahsama</a:t>
          </a:r>
        </a:p>
      </dgm:t>
    </dgm:pt>
    <dgm:pt modelId="{00C7AE40-579A-4A1A-9F52-B1C853C2A769}" type="parTrans" cxnId="{54DD5D57-279E-4066-881D-25DA34E2120C}">
      <dgm:prSet/>
      <dgm:spPr/>
      <dgm:t>
        <a:bodyPr/>
        <a:lstStyle/>
        <a:p>
          <a:endParaRPr lang="en-US"/>
        </a:p>
      </dgm:t>
    </dgm:pt>
    <dgm:pt modelId="{7B5EB73C-986E-4D75-B858-F435FF473DED}" type="sibTrans" cxnId="{54DD5D57-279E-4066-881D-25DA34E2120C}">
      <dgm:prSet/>
      <dgm:spPr/>
      <dgm:t>
        <a:bodyPr/>
        <a:lstStyle/>
        <a:p>
          <a:endParaRPr lang="en-US"/>
        </a:p>
      </dgm:t>
    </dgm:pt>
    <dgm:pt modelId="{85C28792-859E-4E5D-A6CF-B82D5ABDC70B}">
      <dgm:prSet/>
      <dgm:spPr/>
      <dgm:t>
        <a:bodyPr/>
        <a:lstStyle/>
        <a:p>
          <a:pPr>
            <a:defRPr cap="all"/>
          </a:pPr>
          <a:r>
            <a:rPr lang="en-US"/>
            <a:t>Challenges: salinity and energy cost</a:t>
          </a:r>
        </a:p>
      </dgm:t>
    </dgm:pt>
    <dgm:pt modelId="{8AF5E17C-EDAB-4B8F-ADB2-4DA3B8185142}" type="parTrans" cxnId="{A906B221-8085-414C-8CB4-D67549573A25}">
      <dgm:prSet/>
      <dgm:spPr/>
      <dgm:t>
        <a:bodyPr/>
        <a:lstStyle/>
        <a:p>
          <a:endParaRPr lang="en-US"/>
        </a:p>
      </dgm:t>
    </dgm:pt>
    <dgm:pt modelId="{6C16A2FB-3FB2-422B-A34F-4C99C8E8CB0A}" type="sibTrans" cxnId="{A906B221-8085-414C-8CB4-D67549573A25}">
      <dgm:prSet/>
      <dgm:spPr/>
      <dgm:t>
        <a:bodyPr/>
        <a:lstStyle/>
        <a:p>
          <a:endParaRPr lang="en-US"/>
        </a:p>
      </dgm:t>
    </dgm:pt>
    <dgm:pt modelId="{A428637C-6DE4-46A9-8B1B-08E9AD5970E4}" type="pres">
      <dgm:prSet presAssocID="{E572790E-699C-4AAE-9DD1-E595F185E462}" presName="root" presStyleCnt="0">
        <dgm:presLayoutVars>
          <dgm:dir/>
          <dgm:resizeHandles val="exact"/>
        </dgm:presLayoutVars>
      </dgm:prSet>
      <dgm:spPr/>
    </dgm:pt>
    <dgm:pt modelId="{C1F7FB59-CD97-44C0-95CC-42271313B2EB}" type="pres">
      <dgm:prSet presAssocID="{09A7A34C-1A45-4394-87A3-CA4596E30B3F}" presName="compNode" presStyleCnt="0"/>
      <dgm:spPr/>
    </dgm:pt>
    <dgm:pt modelId="{4EDAEEAF-B0E4-48CC-9857-DC47F2877B4F}" type="pres">
      <dgm:prSet presAssocID="{09A7A34C-1A45-4394-87A3-CA4596E30B3F}" presName="iconBgRect" presStyleLbl="bgShp" presStyleIdx="0" presStyleCnt="4"/>
      <dgm:spPr/>
    </dgm:pt>
    <dgm:pt modelId="{0B5847EE-E855-499C-A7E6-5AA9C2C47F2C}" type="pres">
      <dgm:prSet presAssocID="{09A7A34C-1A45-4394-87A3-CA4596E30B3F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ter"/>
        </a:ext>
      </dgm:extLst>
    </dgm:pt>
    <dgm:pt modelId="{221B9942-5845-4110-BAFC-5792CF9EFEA5}" type="pres">
      <dgm:prSet presAssocID="{09A7A34C-1A45-4394-87A3-CA4596E30B3F}" presName="spaceRect" presStyleCnt="0"/>
      <dgm:spPr/>
    </dgm:pt>
    <dgm:pt modelId="{742FEC7B-3558-4F1F-89A5-E1ACA1582BC3}" type="pres">
      <dgm:prSet presAssocID="{09A7A34C-1A45-4394-87A3-CA4596E30B3F}" presName="textRect" presStyleLbl="revTx" presStyleIdx="0" presStyleCnt="4">
        <dgm:presLayoutVars>
          <dgm:chMax val="1"/>
          <dgm:chPref val="1"/>
        </dgm:presLayoutVars>
      </dgm:prSet>
      <dgm:spPr/>
    </dgm:pt>
    <dgm:pt modelId="{E8A64DEB-08D0-48BC-9D6A-506F427CF331}" type="pres">
      <dgm:prSet presAssocID="{B34D909F-EBFF-477D-AAF1-E39299CFBA81}" presName="sibTrans" presStyleCnt="0"/>
      <dgm:spPr/>
    </dgm:pt>
    <dgm:pt modelId="{EA76A0BE-14AF-4C86-98E5-7B465640CCD1}" type="pres">
      <dgm:prSet presAssocID="{B5CBD822-2241-43C7-A668-2D5F82EC6E53}" presName="compNode" presStyleCnt="0"/>
      <dgm:spPr/>
    </dgm:pt>
    <dgm:pt modelId="{5484E843-7F8E-4A9A-B46F-50230CF1CCE5}" type="pres">
      <dgm:prSet presAssocID="{B5CBD822-2241-43C7-A668-2D5F82EC6E53}" presName="iconBgRect" presStyleLbl="bgShp" presStyleIdx="1" presStyleCnt="4"/>
      <dgm:spPr/>
    </dgm:pt>
    <dgm:pt modelId="{FD85E32C-6251-4185-AB0A-14092D373750}" type="pres">
      <dgm:prSet presAssocID="{B5CBD822-2241-43C7-A668-2D5F82EC6E53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ain"/>
        </a:ext>
      </dgm:extLst>
    </dgm:pt>
    <dgm:pt modelId="{BC51F5FE-3250-4013-BE21-B94BA48C29A6}" type="pres">
      <dgm:prSet presAssocID="{B5CBD822-2241-43C7-A668-2D5F82EC6E53}" presName="spaceRect" presStyleCnt="0"/>
      <dgm:spPr/>
    </dgm:pt>
    <dgm:pt modelId="{F931FE2A-4AF5-442C-8DE8-7B6C1E74529E}" type="pres">
      <dgm:prSet presAssocID="{B5CBD822-2241-43C7-A668-2D5F82EC6E53}" presName="textRect" presStyleLbl="revTx" presStyleIdx="1" presStyleCnt="4">
        <dgm:presLayoutVars>
          <dgm:chMax val="1"/>
          <dgm:chPref val="1"/>
        </dgm:presLayoutVars>
      </dgm:prSet>
      <dgm:spPr/>
    </dgm:pt>
    <dgm:pt modelId="{D6C8A849-D632-4704-927D-60E87800BBB5}" type="pres">
      <dgm:prSet presAssocID="{F5D548F9-27A7-4144-B3BC-8DE6066AC1F7}" presName="sibTrans" presStyleCnt="0"/>
      <dgm:spPr/>
    </dgm:pt>
    <dgm:pt modelId="{F37C8D7B-06B2-429B-BC49-316FCF627C21}" type="pres">
      <dgm:prSet presAssocID="{A61905A6-8DD5-4333-961B-154A2AE76912}" presName="compNode" presStyleCnt="0"/>
      <dgm:spPr/>
    </dgm:pt>
    <dgm:pt modelId="{87F6AE31-848A-4CDA-B164-162B8C5247FA}" type="pres">
      <dgm:prSet presAssocID="{A61905A6-8DD5-4333-961B-154A2AE76912}" presName="iconBgRect" presStyleLbl="bgShp" presStyleIdx="2" presStyleCnt="4"/>
      <dgm:spPr/>
    </dgm:pt>
    <dgm:pt modelId="{ADF0C8C8-7A44-407A-A604-8893EA4B3711}" type="pres">
      <dgm:prSet presAssocID="{A61905A6-8DD5-4333-961B-154A2AE76912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pper board"/>
        </a:ext>
      </dgm:extLst>
    </dgm:pt>
    <dgm:pt modelId="{E5F3CB6A-D697-4F6D-88B9-2268ED0CA0C1}" type="pres">
      <dgm:prSet presAssocID="{A61905A6-8DD5-4333-961B-154A2AE76912}" presName="spaceRect" presStyleCnt="0"/>
      <dgm:spPr/>
    </dgm:pt>
    <dgm:pt modelId="{A71329A0-9552-40E1-B08E-80F666F88947}" type="pres">
      <dgm:prSet presAssocID="{A61905A6-8DD5-4333-961B-154A2AE76912}" presName="textRect" presStyleLbl="revTx" presStyleIdx="2" presStyleCnt="4">
        <dgm:presLayoutVars>
          <dgm:chMax val="1"/>
          <dgm:chPref val="1"/>
        </dgm:presLayoutVars>
      </dgm:prSet>
      <dgm:spPr/>
    </dgm:pt>
    <dgm:pt modelId="{D9B1701C-CFCC-4B1E-AD64-7B65DA542D6D}" type="pres">
      <dgm:prSet presAssocID="{7B5EB73C-986E-4D75-B858-F435FF473DED}" presName="sibTrans" presStyleCnt="0"/>
      <dgm:spPr/>
    </dgm:pt>
    <dgm:pt modelId="{73974483-B5B9-4E4B-BC1D-F69FA55952F4}" type="pres">
      <dgm:prSet presAssocID="{85C28792-859E-4E5D-A6CF-B82D5ABDC70B}" presName="compNode" presStyleCnt="0"/>
      <dgm:spPr/>
    </dgm:pt>
    <dgm:pt modelId="{7E081309-DB35-4AA6-AD8B-1BFEBD13C0DB}" type="pres">
      <dgm:prSet presAssocID="{85C28792-859E-4E5D-A6CF-B82D5ABDC70B}" presName="iconBgRect" presStyleLbl="bgShp" presStyleIdx="3" presStyleCnt="4"/>
      <dgm:spPr/>
    </dgm:pt>
    <dgm:pt modelId="{88755AEF-93C1-4FD8-A4F2-0328FBFED403}" type="pres">
      <dgm:prSet presAssocID="{85C28792-859E-4E5D-A6CF-B82D5ABDC70B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sh"/>
        </a:ext>
      </dgm:extLst>
    </dgm:pt>
    <dgm:pt modelId="{5F2026FD-0BDF-44DC-83AC-60D0B27BCF3F}" type="pres">
      <dgm:prSet presAssocID="{85C28792-859E-4E5D-A6CF-B82D5ABDC70B}" presName="spaceRect" presStyleCnt="0"/>
      <dgm:spPr/>
    </dgm:pt>
    <dgm:pt modelId="{7C405AB8-D253-4302-8592-E28596DD20FE}" type="pres">
      <dgm:prSet presAssocID="{85C28792-859E-4E5D-A6CF-B82D5ABDC70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906B221-8085-414C-8CB4-D67549573A25}" srcId="{E572790E-699C-4AAE-9DD1-E595F185E462}" destId="{85C28792-859E-4E5D-A6CF-B82D5ABDC70B}" srcOrd="3" destOrd="0" parTransId="{8AF5E17C-EDAB-4B8F-ADB2-4DA3B8185142}" sibTransId="{6C16A2FB-3FB2-422B-A34F-4C99C8E8CB0A}"/>
    <dgm:cxn modelId="{93EE6539-B9C1-43E4-AF4A-075670CA364B}" srcId="{E572790E-699C-4AAE-9DD1-E595F185E462}" destId="{B5CBD822-2241-43C7-A668-2D5F82EC6E53}" srcOrd="1" destOrd="0" parTransId="{D0BD9CA5-7C00-402C-93E4-DF28FF447B4E}" sibTransId="{F5D548F9-27A7-4144-B3BC-8DE6066AC1F7}"/>
    <dgm:cxn modelId="{54DD5D57-279E-4066-881D-25DA34E2120C}" srcId="{E572790E-699C-4AAE-9DD1-E595F185E462}" destId="{A61905A6-8DD5-4333-961B-154A2AE76912}" srcOrd="2" destOrd="0" parTransId="{00C7AE40-579A-4A1A-9F52-B1C853C2A769}" sibTransId="{7B5EB73C-986E-4D75-B858-F435FF473DED}"/>
    <dgm:cxn modelId="{DD993D96-BB91-4749-AB5B-E9F21B148A99}" type="presOf" srcId="{85C28792-859E-4E5D-A6CF-B82D5ABDC70B}" destId="{7C405AB8-D253-4302-8592-E28596DD20FE}" srcOrd="0" destOrd="0" presId="urn:microsoft.com/office/officeart/2018/5/layout/IconCircleLabelList"/>
    <dgm:cxn modelId="{DEAE3A98-0817-41B4-98CF-1811EFEFA9BF}" type="presOf" srcId="{B5CBD822-2241-43C7-A668-2D5F82EC6E53}" destId="{F931FE2A-4AF5-442C-8DE8-7B6C1E74529E}" srcOrd="0" destOrd="0" presId="urn:microsoft.com/office/officeart/2018/5/layout/IconCircleLabelList"/>
    <dgm:cxn modelId="{4D5E53C1-B238-4279-AFD0-41BAEDE78E3C}" type="presOf" srcId="{09A7A34C-1A45-4394-87A3-CA4596E30B3F}" destId="{742FEC7B-3558-4F1F-89A5-E1ACA1582BC3}" srcOrd="0" destOrd="0" presId="urn:microsoft.com/office/officeart/2018/5/layout/IconCircleLabelList"/>
    <dgm:cxn modelId="{CFF459C4-3297-4D50-B2C8-9E0302234B91}" type="presOf" srcId="{A61905A6-8DD5-4333-961B-154A2AE76912}" destId="{A71329A0-9552-40E1-B08E-80F666F88947}" srcOrd="0" destOrd="0" presId="urn:microsoft.com/office/officeart/2018/5/layout/IconCircleLabelList"/>
    <dgm:cxn modelId="{C84E5AD1-4C07-46D8-B13B-563B79E51668}" type="presOf" srcId="{E572790E-699C-4AAE-9DD1-E595F185E462}" destId="{A428637C-6DE4-46A9-8B1B-08E9AD5970E4}" srcOrd="0" destOrd="0" presId="urn:microsoft.com/office/officeart/2018/5/layout/IconCircleLabelList"/>
    <dgm:cxn modelId="{474E3FD6-1762-4C06-845C-266E507E3606}" srcId="{E572790E-699C-4AAE-9DD1-E595F185E462}" destId="{09A7A34C-1A45-4394-87A3-CA4596E30B3F}" srcOrd="0" destOrd="0" parTransId="{43174CA8-844B-453D-8C56-1D203EFF2E0C}" sibTransId="{B34D909F-EBFF-477D-AAF1-E39299CFBA81}"/>
    <dgm:cxn modelId="{636EE2CF-935E-49F1-945A-017A83A7B737}" type="presParOf" srcId="{A428637C-6DE4-46A9-8B1B-08E9AD5970E4}" destId="{C1F7FB59-CD97-44C0-95CC-42271313B2EB}" srcOrd="0" destOrd="0" presId="urn:microsoft.com/office/officeart/2018/5/layout/IconCircleLabelList"/>
    <dgm:cxn modelId="{719CED0F-2671-4109-903A-27427C713F76}" type="presParOf" srcId="{C1F7FB59-CD97-44C0-95CC-42271313B2EB}" destId="{4EDAEEAF-B0E4-48CC-9857-DC47F2877B4F}" srcOrd="0" destOrd="0" presId="urn:microsoft.com/office/officeart/2018/5/layout/IconCircleLabelList"/>
    <dgm:cxn modelId="{EED6B230-E1FA-4F0E-AFD0-0171402B26B5}" type="presParOf" srcId="{C1F7FB59-CD97-44C0-95CC-42271313B2EB}" destId="{0B5847EE-E855-499C-A7E6-5AA9C2C47F2C}" srcOrd="1" destOrd="0" presId="urn:microsoft.com/office/officeart/2018/5/layout/IconCircleLabelList"/>
    <dgm:cxn modelId="{17DF9884-3E57-4F46-8B29-B3F2E059E07D}" type="presParOf" srcId="{C1F7FB59-CD97-44C0-95CC-42271313B2EB}" destId="{221B9942-5845-4110-BAFC-5792CF9EFEA5}" srcOrd="2" destOrd="0" presId="urn:microsoft.com/office/officeart/2018/5/layout/IconCircleLabelList"/>
    <dgm:cxn modelId="{C52B775B-19AC-4E1C-8E3C-34C22C655468}" type="presParOf" srcId="{C1F7FB59-CD97-44C0-95CC-42271313B2EB}" destId="{742FEC7B-3558-4F1F-89A5-E1ACA1582BC3}" srcOrd="3" destOrd="0" presId="urn:microsoft.com/office/officeart/2018/5/layout/IconCircleLabelList"/>
    <dgm:cxn modelId="{DEB7B5F6-4AD3-46BF-A693-169C667ED5C7}" type="presParOf" srcId="{A428637C-6DE4-46A9-8B1B-08E9AD5970E4}" destId="{E8A64DEB-08D0-48BC-9D6A-506F427CF331}" srcOrd="1" destOrd="0" presId="urn:microsoft.com/office/officeart/2018/5/layout/IconCircleLabelList"/>
    <dgm:cxn modelId="{CC2A4038-01AD-4180-922E-DE2813AAC42E}" type="presParOf" srcId="{A428637C-6DE4-46A9-8B1B-08E9AD5970E4}" destId="{EA76A0BE-14AF-4C86-98E5-7B465640CCD1}" srcOrd="2" destOrd="0" presId="urn:microsoft.com/office/officeart/2018/5/layout/IconCircleLabelList"/>
    <dgm:cxn modelId="{1A402F54-19A8-4278-9CBB-4F9F2B1ACFF5}" type="presParOf" srcId="{EA76A0BE-14AF-4C86-98E5-7B465640CCD1}" destId="{5484E843-7F8E-4A9A-B46F-50230CF1CCE5}" srcOrd="0" destOrd="0" presId="urn:microsoft.com/office/officeart/2018/5/layout/IconCircleLabelList"/>
    <dgm:cxn modelId="{F9C8DEE3-1A5F-4890-B584-245BB784B329}" type="presParOf" srcId="{EA76A0BE-14AF-4C86-98E5-7B465640CCD1}" destId="{FD85E32C-6251-4185-AB0A-14092D373750}" srcOrd="1" destOrd="0" presId="urn:microsoft.com/office/officeart/2018/5/layout/IconCircleLabelList"/>
    <dgm:cxn modelId="{DF811007-F687-4CC7-AAEB-C7637395F55B}" type="presParOf" srcId="{EA76A0BE-14AF-4C86-98E5-7B465640CCD1}" destId="{BC51F5FE-3250-4013-BE21-B94BA48C29A6}" srcOrd="2" destOrd="0" presId="urn:microsoft.com/office/officeart/2018/5/layout/IconCircleLabelList"/>
    <dgm:cxn modelId="{A9B83098-0E69-4DAF-AB67-476BA12EA1B8}" type="presParOf" srcId="{EA76A0BE-14AF-4C86-98E5-7B465640CCD1}" destId="{F931FE2A-4AF5-442C-8DE8-7B6C1E74529E}" srcOrd="3" destOrd="0" presId="urn:microsoft.com/office/officeart/2018/5/layout/IconCircleLabelList"/>
    <dgm:cxn modelId="{2AE70B3A-5B8E-459D-A3C5-D62B1CED9E13}" type="presParOf" srcId="{A428637C-6DE4-46A9-8B1B-08E9AD5970E4}" destId="{D6C8A849-D632-4704-927D-60E87800BBB5}" srcOrd="3" destOrd="0" presId="urn:microsoft.com/office/officeart/2018/5/layout/IconCircleLabelList"/>
    <dgm:cxn modelId="{5B15D02C-A3BC-4515-B6B4-BDFD01DA4C42}" type="presParOf" srcId="{A428637C-6DE4-46A9-8B1B-08E9AD5970E4}" destId="{F37C8D7B-06B2-429B-BC49-316FCF627C21}" srcOrd="4" destOrd="0" presId="urn:microsoft.com/office/officeart/2018/5/layout/IconCircleLabelList"/>
    <dgm:cxn modelId="{328D018B-3421-4211-A9B2-9B15446A641C}" type="presParOf" srcId="{F37C8D7B-06B2-429B-BC49-316FCF627C21}" destId="{87F6AE31-848A-4CDA-B164-162B8C5247FA}" srcOrd="0" destOrd="0" presId="urn:microsoft.com/office/officeart/2018/5/layout/IconCircleLabelList"/>
    <dgm:cxn modelId="{CFF9CC85-A31B-4252-96AB-7E889DBDC233}" type="presParOf" srcId="{F37C8D7B-06B2-429B-BC49-316FCF627C21}" destId="{ADF0C8C8-7A44-407A-A604-8893EA4B3711}" srcOrd="1" destOrd="0" presId="urn:microsoft.com/office/officeart/2018/5/layout/IconCircleLabelList"/>
    <dgm:cxn modelId="{E2C5C361-180F-4B1C-9143-D69C0979B2ED}" type="presParOf" srcId="{F37C8D7B-06B2-429B-BC49-316FCF627C21}" destId="{E5F3CB6A-D697-4F6D-88B9-2268ED0CA0C1}" srcOrd="2" destOrd="0" presId="urn:microsoft.com/office/officeart/2018/5/layout/IconCircleLabelList"/>
    <dgm:cxn modelId="{9F1366FD-DD9C-4512-936D-7422C7992408}" type="presParOf" srcId="{F37C8D7B-06B2-429B-BC49-316FCF627C21}" destId="{A71329A0-9552-40E1-B08E-80F666F88947}" srcOrd="3" destOrd="0" presId="urn:microsoft.com/office/officeart/2018/5/layout/IconCircleLabelList"/>
    <dgm:cxn modelId="{280FA296-4DD2-43B0-96D8-CDCD38CE5176}" type="presParOf" srcId="{A428637C-6DE4-46A9-8B1B-08E9AD5970E4}" destId="{D9B1701C-CFCC-4B1E-AD64-7B65DA542D6D}" srcOrd="5" destOrd="0" presId="urn:microsoft.com/office/officeart/2018/5/layout/IconCircleLabelList"/>
    <dgm:cxn modelId="{A921AA3A-2D43-40DA-8FF7-5C16201114F5}" type="presParOf" srcId="{A428637C-6DE4-46A9-8B1B-08E9AD5970E4}" destId="{73974483-B5B9-4E4B-BC1D-F69FA55952F4}" srcOrd="6" destOrd="0" presId="urn:microsoft.com/office/officeart/2018/5/layout/IconCircleLabelList"/>
    <dgm:cxn modelId="{494BB296-E844-455F-A91C-E81D47C8A907}" type="presParOf" srcId="{73974483-B5B9-4E4B-BC1D-F69FA55952F4}" destId="{7E081309-DB35-4AA6-AD8B-1BFEBD13C0DB}" srcOrd="0" destOrd="0" presId="urn:microsoft.com/office/officeart/2018/5/layout/IconCircleLabelList"/>
    <dgm:cxn modelId="{C66D8E28-88AE-47C2-8C2D-AF782A04FEFD}" type="presParOf" srcId="{73974483-B5B9-4E4B-BC1D-F69FA55952F4}" destId="{88755AEF-93C1-4FD8-A4F2-0328FBFED403}" srcOrd="1" destOrd="0" presId="urn:microsoft.com/office/officeart/2018/5/layout/IconCircleLabelList"/>
    <dgm:cxn modelId="{839B69D4-91EF-4774-B6DA-6E32D6DA660F}" type="presParOf" srcId="{73974483-B5B9-4E4B-BC1D-F69FA55952F4}" destId="{5F2026FD-0BDF-44DC-83AC-60D0B27BCF3F}" srcOrd="2" destOrd="0" presId="urn:microsoft.com/office/officeart/2018/5/layout/IconCircleLabelList"/>
    <dgm:cxn modelId="{0FAB21F1-82E3-48CE-A5DF-637193B4C367}" type="presParOf" srcId="{73974483-B5B9-4E4B-BC1D-F69FA55952F4}" destId="{7C405AB8-D253-4302-8592-E28596DD20FE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95AAEB0-7F55-417B-B0BF-D07DE6D739F8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62B1B7D7-42E3-4322-AD50-D116F20C5A43}">
      <dgm:prSet/>
      <dgm:spPr/>
      <dgm:t>
        <a:bodyPr/>
        <a:lstStyle/>
        <a:p>
          <a:r>
            <a:rPr lang="en-US"/>
            <a:t>Water: treatment and reuse</a:t>
          </a:r>
        </a:p>
      </dgm:t>
    </dgm:pt>
    <dgm:pt modelId="{840D8F7B-A631-4527-A199-A3DD8283959D}" type="parTrans" cxnId="{CF526BEF-E34D-432C-BF5F-0EFAC3848B8B}">
      <dgm:prSet/>
      <dgm:spPr/>
      <dgm:t>
        <a:bodyPr/>
        <a:lstStyle/>
        <a:p>
          <a:endParaRPr lang="en-US"/>
        </a:p>
      </dgm:t>
    </dgm:pt>
    <dgm:pt modelId="{79577769-1FF9-454B-BD70-434F302C8DA8}" type="sibTrans" cxnId="{CF526BEF-E34D-432C-BF5F-0EFAC3848B8B}">
      <dgm:prSet/>
      <dgm:spPr/>
      <dgm:t>
        <a:bodyPr/>
        <a:lstStyle/>
        <a:p>
          <a:endParaRPr lang="en-US"/>
        </a:p>
      </dgm:t>
    </dgm:pt>
    <dgm:pt modelId="{ABEE13BD-1B88-4296-A10C-4F38E14B0E8C}">
      <dgm:prSet/>
      <dgm:spPr/>
      <dgm:t>
        <a:bodyPr/>
        <a:lstStyle/>
        <a:p>
          <a:r>
            <a:rPr lang="en-US"/>
            <a:t>Energy: pumping and desalination</a:t>
          </a:r>
        </a:p>
      </dgm:t>
    </dgm:pt>
    <dgm:pt modelId="{4B0D0888-1E96-4E87-A3AA-47F0893E3232}" type="parTrans" cxnId="{37195C85-B9A5-45EC-8807-BFD980BC9421}">
      <dgm:prSet/>
      <dgm:spPr/>
      <dgm:t>
        <a:bodyPr/>
        <a:lstStyle/>
        <a:p>
          <a:endParaRPr lang="en-US"/>
        </a:p>
      </dgm:t>
    </dgm:pt>
    <dgm:pt modelId="{6EF6850E-5AFE-4CA2-8695-6D0697132C01}" type="sibTrans" cxnId="{37195C85-B9A5-45EC-8807-BFD980BC9421}">
      <dgm:prSet/>
      <dgm:spPr/>
      <dgm:t>
        <a:bodyPr/>
        <a:lstStyle/>
        <a:p>
          <a:endParaRPr lang="en-US"/>
        </a:p>
      </dgm:t>
    </dgm:pt>
    <dgm:pt modelId="{1DA0D2C9-F3C4-4A43-A921-1FC1BAFCAF18}">
      <dgm:prSet/>
      <dgm:spPr/>
      <dgm:t>
        <a:bodyPr/>
        <a:lstStyle/>
        <a:p>
          <a:r>
            <a:rPr lang="en-US"/>
            <a:t>Food: irrigation and yield</a:t>
          </a:r>
        </a:p>
      </dgm:t>
    </dgm:pt>
    <dgm:pt modelId="{81A44705-5A6A-42CC-B19B-D3E2E4324043}" type="parTrans" cxnId="{0765231B-E716-4DD5-9098-DD41BA3387C0}">
      <dgm:prSet/>
      <dgm:spPr/>
      <dgm:t>
        <a:bodyPr/>
        <a:lstStyle/>
        <a:p>
          <a:endParaRPr lang="en-US"/>
        </a:p>
      </dgm:t>
    </dgm:pt>
    <dgm:pt modelId="{C43318F1-4A90-41FE-90B6-7A4BB7E318D3}" type="sibTrans" cxnId="{0765231B-E716-4DD5-9098-DD41BA3387C0}">
      <dgm:prSet/>
      <dgm:spPr/>
      <dgm:t>
        <a:bodyPr/>
        <a:lstStyle/>
        <a:p>
          <a:endParaRPr lang="en-US"/>
        </a:p>
      </dgm:t>
    </dgm:pt>
    <dgm:pt modelId="{09386CDA-4168-4714-A740-225251D40E4F}">
      <dgm:prSet/>
      <dgm:spPr/>
      <dgm:t>
        <a:bodyPr/>
        <a:lstStyle/>
        <a:p>
          <a:r>
            <a:rPr lang="en-US"/>
            <a:t>Ecosystem: environmental impacts</a:t>
          </a:r>
        </a:p>
      </dgm:t>
    </dgm:pt>
    <dgm:pt modelId="{784B53DD-264C-45BE-B3EE-24A9D12E3E5C}" type="parTrans" cxnId="{75BE420C-7052-4225-904C-00AF215E3E84}">
      <dgm:prSet/>
      <dgm:spPr/>
      <dgm:t>
        <a:bodyPr/>
        <a:lstStyle/>
        <a:p>
          <a:endParaRPr lang="en-US"/>
        </a:p>
      </dgm:t>
    </dgm:pt>
    <dgm:pt modelId="{9A43294E-4C9E-4027-B585-C9147C81C58E}" type="sibTrans" cxnId="{75BE420C-7052-4225-904C-00AF215E3E84}">
      <dgm:prSet/>
      <dgm:spPr/>
      <dgm:t>
        <a:bodyPr/>
        <a:lstStyle/>
        <a:p>
          <a:endParaRPr lang="en-US"/>
        </a:p>
      </dgm:t>
    </dgm:pt>
    <dgm:pt modelId="{599E957B-0168-41AC-B927-E23ED94E24E7}" type="pres">
      <dgm:prSet presAssocID="{C95AAEB0-7F55-417B-B0BF-D07DE6D739F8}" presName="root" presStyleCnt="0">
        <dgm:presLayoutVars>
          <dgm:dir/>
          <dgm:resizeHandles val="exact"/>
        </dgm:presLayoutVars>
      </dgm:prSet>
      <dgm:spPr/>
    </dgm:pt>
    <dgm:pt modelId="{9C07C7AC-AF7B-41EA-BF87-3AD4AFEF7845}" type="pres">
      <dgm:prSet presAssocID="{62B1B7D7-42E3-4322-AD50-D116F20C5A43}" presName="compNode" presStyleCnt="0"/>
      <dgm:spPr/>
    </dgm:pt>
    <dgm:pt modelId="{44A8536E-3DC8-443E-B911-8D0C4FCDA7F2}" type="pres">
      <dgm:prSet presAssocID="{62B1B7D7-42E3-4322-AD50-D116F20C5A43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ter"/>
        </a:ext>
      </dgm:extLst>
    </dgm:pt>
    <dgm:pt modelId="{4BF9B5BC-B7EC-4C86-A9FB-E42924151303}" type="pres">
      <dgm:prSet presAssocID="{62B1B7D7-42E3-4322-AD50-D116F20C5A43}" presName="spaceRect" presStyleCnt="0"/>
      <dgm:spPr/>
    </dgm:pt>
    <dgm:pt modelId="{05F1856F-D1A0-4024-9890-15726FA87231}" type="pres">
      <dgm:prSet presAssocID="{62B1B7D7-42E3-4322-AD50-D116F20C5A43}" presName="textRect" presStyleLbl="revTx" presStyleIdx="0" presStyleCnt="4">
        <dgm:presLayoutVars>
          <dgm:chMax val="1"/>
          <dgm:chPref val="1"/>
        </dgm:presLayoutVars>
      </dgm:prSet>
      <dgm:spPr/>
    </dgm:pt>
    <dgm:pt modelId="{67A8EA35-9062-4E02-AD3F-CF3D32472975}" type="pres">
      <dgm:prSet presAssocID="{79577769-1FF9-454B-BD70-434F302C8DA8}" presName="sibTrans" presStyleCnt="0"/>
      <dgm:spPr/>
    </dgm:pt>
    <dgm:pt modelId="{9E4605E3-60CF-4459-9CC5-4B5245ECB4D9}" type="pres">
      <dgm:prSet presAssocID="{ABEE13BD-1B88-4296-A10C-4F38E14B0E8C}" presName="compNode" presStyleCnt="0"/>
      <dgm:spPr/>
    </dgm:pt>
    <dgm:pt modelId="{F3655CBB-3D75-4C8F-8859-E043C45A307D}" type="pres">
      <dgm:prSet presAssocID="{ABEE13BD-1B88-4296-A10C-4F38E14B0E8C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ndmill"/>
        </a:ext>
      </dgm:extLst>
    </dgm:pt>
    <dgm:pt modelId="{39FB2A06-A943-44AF-B1D5-982EDD3F8BEA}" type="pres">
      <dgm:prSet presAssocID="{ABEE13BD-1B88-4296-A10C-4F38E14B0E8C}" presName="spaceRect" presStyleCnt="0"/>
      <dgm:spPr/>
    </dgm:pt>
    <dgm:pt modelId="{D7AA42E8-8E3C-4320-B5E2-BEC90BD72CA1}" type="pres">
      <dgm:prSet presAssocID="{ABEE13BD-1B88-4296-A10C-4F38E14B0E8C}" presName="textRect" presStyleLbl="revTx" presStyleIdx="1" presStyleCnt="4">
        <dgm:presLayoutVars>
          <dgm:chMax val="1"/>
          <dgm:chPref val="1"/>
        </dgm:presLayoutVars>
      </dgm:prSet>
      <dgm:spPr/>
    </dgm:pt>
    <dgm:pt modelId="{92207CB2-6CA3-4A70-A7BC-68FC82A50B56}" type="pres">
      <dgm:prSet presAssocID="{6EF6850E-5AFE-4CA2-8695-6D0697132C01}" presName="sibTrans" presStyleCnt="0"/>
      <dgm:spPr/>
    </dgm:pt>
    <dgm:pt modelId="{27951F3A-A1AF-4F30-9EA9-F6156B63A887}" type="pres">
      <dgm:prSet presAssocID="{1DA0D2C9-F3C4-4A43-A921-1FC1BAFCAF18}" presName="compNode" presStyleCnt="0"/>
      <dgm:spPr/>
    </dgm:pt>
    <dgm:pt modelId="{E68F1CD0-9148-4B2F-B042-D91F93449B11}" type="pres">
      <dgm:prSet presAssocID="{1DA0D2C9-F3C4-4A43-A921-1FC1BAFCAF18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rm scene"/>
        </a:ext>
      </dgm:extLst>
    </dgm:pt>
    <dgm:pt modelId="{B5B1B8CB-1596-4DF4-ACB1-322D987BC01F}" type="pres">
      <dgm:prSet presAssocID="{1DA0D2C9-F3C4-4A43-A921-1FC1BAFCAF18}" presName="spaceRect" presStyleCnt="0"/>
      <dgm:spPr/>
    </dgm:pt>
    <dgm:pt modelId="{70246836-1593-4C64-A75B-E53BFC649AF0}" type="pres">
      <dgm:prSet presAssocID="{1DA0D2C9-F3C4-4A43-A921-1FC1BAFCAF18}" presName="textRect" presStyleLbl="revTx" presStyleIdx="2" presStyleCnt="4">
        <dgm:presLayoutVars>
          <dgm:chMax val="1"/>
          <dgm:chPref val="1"/>
        </dgm:presLayoutVars>
      </dgm:prSet>
      <dgm:spPr/>
    </dgm:pt>
    <dgm:pt modelId="{FE294700-FE11-4556-AB29-68F4146FA9F2}" type="pres">
      <dgm:prSet presAssocID="{C43318F1-4A90-41FE-90B6-7A4BB7E318D3}" presName="sibTrans" presStyleCnt="0"/>
      <dgm:spPr/>
    </dgm:pt>
    <dgm:pt modelId="{A11CF75A-C780-49AE-A41D-6EE4BD1FC056}" type="pres">
      <dgm:prSet presAssocID="{09386CDA-4168-4714-A740-225251D40E4F}" presName="compNode" presStyleCnt="0"/>
      <dgm:spPr/>
    </dgm:pt>
    <dgm:pt modelId="{DC0F53C6-6CA9-4F91-BE7D-82368A20A02E}" type="pres">
      <dgm:prSet presAssocID="{09386CDA-4168-4714-A740-225251D40E4F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stainability"/>
        </a:ext>
      </dgm:extLst>
    </dgm:pt>
    <dgm:pt modelId="{429FA425-E35E-4D77-8329-31C04E38E0F6}" type="pres">
      <dgm:prSet presAssocID="{09386CDA-4168-4714-A740-225251D40E4F}" presName="spaceRect" presStyleCnt="0"/>
      <dgm:spPr/>
    </dgm:pt>
    <dgm:pt modelId="{6AB504E5-FFEA-4CC5-BF98-5F3479C0E849}" type="pres">
      <dgm:prSet presAssocID="{09386CDA-4168-4714-A740-225251D40E4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5BE420C-7052-4225-904C-00AF215E3E84}" srcId="{C95AAEB0-7F55-417B-B0BF-D07DE6D739F8}" destId="{09386CDA-4168-4714-A740-225251D40E4F}" srcOrd="3" destOrd="0" parTransId="{784B53DD-264C-45BE-B3EE-24A9D12E3E5C}" sibTransId="{9A43294E-4C9E-4027-B585-C9147C81C58E}"/>
    <dgm:cxn modelId="{7374F612-FBDB-4CC0-9657-831F7C772C1F}" type="presOf" srcId="{ABEE13BD-1B88-4296-A10C-4F38E14B0E8C}" destId="{D7AA42E8-8E3C-4320-B5E2-BEC90BD72CA1}" srcOrd="0" destOrd="0" presId="urn:microsoft.com/office/officeart/2018/2/layout/IconLabelList"/>
    <dgm:cxn modelId="{0765231B-E716-4DD5-9098-DD41BA3387C0}" srcId="{C95AAEB0-7F55-417B-B0BF-D07DE6D739F8}" destId="{1DA0D2C9-F3C4-4A43-A921-1FC1BAFCAF18}" srcOrd="2" destOrd="0" parTransId="{81A44705-5A6A-42CC-B19B-D3E2E4324043}" sibTransId="{C43318F1-4A90-41FE-90B6-7A4BB7E318D3}"/>
    <dgm:cxn modelId="{6BE9EA1B-46DF-4D3F-9A08-EBF3A5CC7FA2}" type="presOf" srcId="{1DA0D2C9-F3C4-4A43-A921-1FC1BAFCAF18}" destId="{70246836-1593-4C64-A75B-E53BFC649AF0}" srcOrd="0" destOrd="0" presId="urn:microsoft.com/office/officeart/2018/2/layout/IconLabelList"/>
    <dgm:cxn modelId="{DB73C26E-7BBC-4002-9B1C-35BDA766BE6A}" type="presOf" srcId="{09386CDA-4168-4714-A740-225251D40E4F}" destId="{6AB504E5-FFEA-4CC5-BF98-5F3479C0E849}" srcOrd="0" destOrd="0" presId="urn:microsoft.com/office/officeart/2018/2/layout/IconLabelList"/>
    <dgm:cxn modelId="{37195C85-B9A5-45EC-8807-BFD980BC9421}" srcId="{C95AAEB0-7F55-417B-B0BF-D07DE6D739F8}" destId="{ABEE13BD-1B88-4296-A10C-4F38E14B0E8C}" srcOrd="1" destOrd="0" parTransId="{4B0D0888-1E96-4E87-A3AA-47F0893E3232}" sibTransId="{6EF6850E-5AFE-4CA2-8695-6D0697132C01}"/>
    <dgm:cxn modelId="{EE1DDABE-69A5-4BB8-A342-878FA05C2E0B}" type="presOf" srcId="{C95AAEB0-7F55-417B-B0BF-D07DE6D739F8}" destId="{599E957B-0168-41AC-B927-E23ED94E24E7}" srcOrd="0" destOrd="0" presId="urn:microsoft.com/office/officeart/2018/2/layout/IconLabelList"/>
    <dgm:cxn modelId="{CF526BEF-E34D-432C-BF5F-0EFAC3848B8B}" srcId="{C95AAEB0-7F55-417B-B0BF-D07DE6D739F8}" destId="{62B1B7D7-42E3-4322-AD50-D116F20C5A43}" srcOrd="0" destOrd="0" parTransId="{840D8F7B-A631-4527-A199-A3DD8283959D}" sibTransId="{79577769-1FF9-454B-BD70-434F302C8DA8}"/>
    <dgm:cxn modelId="{BCA119F9-BA9B-4939-A174-C0886856388D}" type="presOf" srcId="{62B1B7D7-42E3-4322-AD50-D116F20C5A43}" destId="{05F1856F-D1A0-4024-9890-15726FA87231}" srcOrd="0" destOrd="0" presId="urn:microsoft.com/office/officeart/2018/2/layout/IconLabelList"/>
    <dgm:cxn modelId="{D44275A5-0B4D-4E55-B52E-EDAA3C442E2D}" type="presParOf" srcId="{599E957B-0168-41AC-B927-E23ED94E24E7}" destId="{9C07C7AC-AF7B-41EA-BF87-3AD4AFEF7845}" srcOrd="0" destOrd="0" presId="urn:microsoft.com/office/officeart/2018/2/layout/IconLabelList"/>
    <dgm:cxn modelId="{AA3ECCCF-861D-47F9-8B6B-E9C94BE868D2}" type="presParOf" srcId="{9C07C7AC-AF7B-41EA-BF87-3AD4AFEF7845}" destId="{44A8536E-3DC8-443E-B911-8D0C4FCDA7F2}" srcOrd="0" destOrd="0" presId="urn:microsoft.com/office/officeart/2018/2/layout/IconLabelList"/>
    <dgm:cxn modelId="{FDA621AE-988F-48F5-A293-45828624909B}" type="presParOf" srcId="{9C07C7AC-AF7B-41EA-BF87-3AD4AFEF7845}" destId="{4BF9B5BC-B7EC-4C86-A9FB-E42924151303}" srcOrd="1" destOrd="0" presId="urn:microsoft.com/office/officeart/2018/2/layout/IconLabelList"/>
    <dgm:cxn modelId="{5C7990F9-D9C2-425B-92FE-1B6694BDFFA4}" type="presParOf" srcId="{9C07C7AC-AF7B-41EA-BF87-3AD4AFEF7845}" destId="{05F1856F-D1A0-4024-9890-15726FA87231}" srcOrd="2" destOrd="0" presId="urn:microsoft.com/office/officeart/2018/2/layout/IconLabelList"/>
    <dgm:cxn modelId="{4E913CD2-F49B-4443-AB32-55BB04705EBA}" type="presParOf" srcId="{599E957B-0168-41AC-B927-E23ED94E24E7}" destId="{67A8EA35-9062-4E02-AD3F-CF3D32472975}" srcOrd="1" destOrd="0" presId="urn:microsoft.com/office/officeart/2018/2/layout/IconLabelList"/>
    <dgm:cxn modelId="{E7869060-9B7A-4F4E-BA27-5122EDB8F753}" type="presParOf" srcId="{599E957B-0168-41AC-B927-E23ED94E24E7}" destId="{9E4605E3-60CF-4459-9CC5-4B5245ECB4D9}" srcOrd="2" destOrd="0" presId="urn:microsoft.com/office/officeart/2018/2/layout/IconLabelList"/>
    <dgm:cxn modelId="{12060F62-B547-4EC4-8F8A-85772540AE38}" type="presParOf" srcId="{9E4605E3-60CF-4459-9CC5-4B5245ECB4D9}" destId="{F3655CBB-3D75-4C8F-8859-E043C45A307D}" srcOrd="0" destOrd="0" presId="urn:microsoft.com/office/officeart/2018/2/layout/IconLabelList"/>
    <dgm:cxn modelId="{0FFE85F6-EE14-4448-AF72-DA0C7C212392}" type="presParOf" srcId="{9E4605E3-60CF-4459-9CC5-4B5245ECB4D9}" destId="{39FB2A06-A943-44AF-B1D5-982EDD3F8BEA}" srcOrd="1" destOrd="0" presId="urn:microsoft.com/office/officeart/2018/2/layout/IconLabelList"/>
    <dgm:cxn modelId="{0E341B13-E7F8-47D4-9E9A-BC290DAA05E5}" type="presParOf" srcId="{9E4605E3-60CF-4459-9CC5-4B5245ECB4D9}" destId="{D7AA42E8-8E3C-4320-B5E2-BEC90BD72CA1}" srcOrd="2" destOrd="0" presId="urn:microsoft.com/office/officeart/2018/2/layout/IconLabelList"/>
    <dgm:cxn modelId="{0E97443A-2861-4251-A206-285F044DCF5E}" type="presParOf" srcId="{599E957B-0168-41AC-B927-E23ED94E24E7}" destId="{92207CB2-6CA3-4A70-A7BC-68FC82A50B56}" srcOrd="3" destOrd="0" presId="urn:microsoft.com/office/officeart/2018/2/layout/IconLabelList"/>
    <dgm:cxn modelId="{03C1124D-59BA-4751-9C68-F835DE04695F}" type="presParOf" srcId="{599E957B-0168-41AC-B927-E23ED94E24E7}" destId="{27951F3A-A1AF-4F30-9EA9-F6156B63A887}" srcOrd="4" destOrd="0" presId="urn:microsoft.com/office/officeart/2018/2/layout/IconLabelList"/>
    <dgm:cxn modelId="{7035AB55-72F8-40EE-848F-A17D0FCDA5CC}" type="presParOf" srcId="{27951F3A-A1AF-4F30-9EA9-F6156B63A887}" destId="{E68F1CD0-9148-4B2F-B042-D91F93449B11}" srcOrd="0" destOrd="0" presId="urn:microsoft.com/office/officeart/2018/2/layout/IconLabelList"/>
    <dgm:cxn modelId="{31030113-215F-447B-B3D5-D24FF790483F}" type="presParOf" srcId="{27951F3A-A1AF-4F30-9EA9-F6156B63A887}" destId="{B5B1B8CB-1596-4DF4-ACB1-322D987BC01F}" srcOrd="1" destOrd="0" presId="urn:microsoft.com/office/officeart/2018/2/layout/IconLabelList"/>
    <dgm:cxn modelId="{837846DE-0D53-48E2-B186-413F53F0C00A}" type="presParOf" srcId="{27951F3A-A1AF-4F30-9EA9-F6156B63A887}" destId="{70246836-1593-4C64-A75B-E53BFC649AF0}" srcOrd="2" destOrd="0" presId="urn:microsoft.com/office/officeart/2018/2/layout/IconLabelList"/>
    <dgm:cxn modelId="{4D72B1B5-1A6D-4B10-8CA9-F50E46A114BD}" type="presParOf" srcId="{599E957B-0168-41AC-B927-E23ED94E24E7}" destId="{FE294700-FE11-4556-AB29-68F4146FA9F2}" srcOrd="5" destOrd="0" presId="urn:microsoft.com/office/officeart/2018/2/layout/IconLabelList"/>
    <dgm:cxn modelId="{31E4EE56-F2F6-40C4-A85A-C9E694006E0A}" type="presParOf" srcId="{599E957B-0168-41AC-B927-E23ED94E24E7}" destId="{A11CF75A-C780-49AE-A41D-6EE4BD1FC056}" srcOrd="6" destOrd="0" presId="urn:microsoft.com/office/officeart/2018/2/layout/IconLabelList"/>
    <dgm:cxn modelId="{5314E71E-89D7-4193-853E-C14BAF77B1C7}" type="presParOf" srcId="{A11CF75A-C780-49AE-A41D-6EE4BD1FC056}" destId="{DC0F53C6-6CA9-4F91-BE7D-82368A20A02E}" srcOrd="0" destOrd="0" presId="urn:microsoft.com/office/officeart/2018/2/layout/IconLabelList"/>
    <dgm:cxn modelId="{53C7A916-2815-49F6-9FC2-99D006560642}" type="presParOf" srcId="{A11CF75A-C780-49AE-A41D-6EE4BD1FC056}" destId="{429FA425-E35E-4D77-8329-31C04E38E0F6}" srcOrd="1" destOrd="0" presId="urn:microsoft.com/office/officeart/2018/2/layout/IconLabelList"/>
    <dgm:cxn modelId="{F75B51AF-0C84-4FA5-8518-827B34AC3EE0}" type="presParOf" srcId="{A11CF75A-C780-49AE-A41D-6EE4BD1FC056}" destId="{6AB504E5-FFEA-4CC5-BF98-5F3479C0E84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EA6FB5F0-6BB4-4127-B405-17C1C6DD8A09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C7191EFA-DEC8-4275-8874-6ED94E87E59A}">
      <dgm:prSet/>
      <dgm:spPr/>
      <dgm:t>
        <a:bodyPr/>
        <a:lstStyle/>
        <a:p>
          <a:r>
            <a:rPr lang="en-US"/>
            <a:t>Losses 25–40%</a:t>
          </a:r>
        </a:p>
      </dgm:t>
    </dgm:pt>
    <dgm:pt modelId="{C65D73A5-94F1-44EF-B346-82B918B31945}" type="parTrans" cxnId="{A7A772E1-6ED9-4A09-A8DE-3B09721C8FA4}">
      <dgm:prSet/>
      <dgm:spPr/>
      <dgm:t>
        <a:bodyPr/>
        <a:lstStyle/>
        <a:p>
          <a:endParaRPr lang="en-US"/>
        </a:p>
      </dgm:t>
    </dgm:pt>
    <dgm:pt modelId="{672D7D62-D93D-4E0F-9047-3D5368375F91}" type="sibTrans" cxnId="{A7A772E1-6ED9-4A09-A8DE-3B09721C8FA4}">
      <dgm:prSet/>
      <dgm:spPr/>
      <dgm:t>
        <a:bodyPr/>
        <a:lstStyle/>
        <a:p>
          <a:endParaRPr lang="en-US"/>
        </a:p>
      </dgm:t>
    </dgm:pt>
    <dgm:pt modelId="{4DAA204F-766B-4A50-8F45-4A03FB1A02CA}">
      <dgm:prSet/>
      <dgm:spPr/>
      <dgm:t>
        <a:bodyPr/>
        <a:lstStyle/>
        <a:p>
          <a:r>
            <a:rPr lang="en-US"/>
            <a:t>High salinity increases treatment cost</a:t>
          </a:r>
        </a:p>
      </dgm:t>
    </dgm:pt>
    <dgm:pt modelId="{9FCDB099-911F-4C51-80A1-02F3C036F5FF}" type="parTrans" cxnId="{A248952B-EE2F-4C10-8182-B16556B4E83A}">
      <dgm:prSet/>
      <dgm:spPr/>
      <dgm:t>
        <a:bodyPr/>
        <a:lstStyle/>
        <a:p>
          <a:endParaRPr lang="en-US"/>
        </a:p>
      </dgm:t>
    </dgm:pt>
    <dgm:pt modelId="{5435E28F-047A-4563-B6CB-84092718286F}" type="sibTrans" cxnId="{A248952B-EE2F-4C10-8182-B16556B4E83A}">
      <dgm:prSet/>
      <dgm:spPr/>
      <dgm:t>
        <a:bodyPr/>
        <a:lstStyle/>
        <a:p>
          <a:endParaRPr lang="en-US"/>
        </a:p>
      </dgm:t>
    </dgm:pt>
    <dgm:pt modelId="{E7959355-64CB-4B30-8F47-0FBC4006598F}">
      <dgm:prSet/>
      <dgm:spPr/>
      <dgm:t>
        <a:bodyPr/>
        <a:lstStyle/>
        <a:p>
          <a:r>
            <a:rPr lang="en-US"/>
            <a:t>Inefficient reuse systems</a:t>
          </a:r>
        </a:p>
      </dgm:t>
    </dgm:pt>
    <dgm:pt modelId="{55938D65-7036-45BE-96FE-E55447EBDE96}" type="parTrans" cxnId="{CE3E3767-5C62-41EC-BCEB-DAAFBE31527F}">
      <dgm:prSet/>
      <dgm:spPr/>
      <dgm:t>
        <a:bodyPr/>
        <a:lstStyle/>
        <a:p>
          <a:endParaRPr lang="en-US"/>
        </a:p>
      </dgm:t>
    </dgm:pt>
    <dgm:pt modelId="{9EA9372E-6958-4470-A61C-1D4FC4A56610}" type="sibTrans" cxnId="{CE3E3767-5C62-41EC-BCEB-DAAFBE31527F}">
      <dgm:prSet/>
      <dgm:spPr/>
      <dgm:t>
        <a:bodyPr/>
        <a:lstStyle/>
        <a:p>
          <a:endParaRPr lang="en-US"/>
        </a:p>
      </dgm:t>
    </dgm:pt>
    <dgm:pt modelId="{6D2036E0-5422-499F-9091-736D33085265}">
      <dgm:prSet/>
      <dgm:spPr/>
      <dgm:t>
        <a:bodyPr/>
        <a:lstStyle/>
        <a:p>
          <a:r>
            <a:rPr lang="en-US"/>
            <a:t>Direct economic losses</a:t>
          </a:r>
        </a:p>
      </dgm:t>
    </dgm:pt>
    <dgm:pt modelId="{62914817-8ECD-4CA7-BC16-F97A2FCE1200}" type="parTrans" cxnId="{804362F7-E191-496C-8212-83DC53D7C87D}">
      <dgm:prSet/>
      <dgm:spPr/>
      <dgm:t>
        <a:bodyPr/>
        <a:lstStyle/>
        <a:p>
          <a:endParaRPr lang="en-US"/>
        </a:p>
      </dgm:t>
    </dgm:pt>
    <dgm:pt modelId="{571BA8F9-D8AC-4217-8FF2-0E14534A2F45}" type="sibTrans" cxnId="{804362F7-E191-496C-8212-83DC53D7C87D}">
      <dgm:prSet/>
      <dgm:spPr/>
      <dgm:t>
        <a:bodyPr/>
        <a:lstStyle/>
        <a:p>
          <a:endParaRPr lang="en-US"/>
        </a:p>
      </dgm:t>
    </dgm:pt>
    <dgm:pt modelId="{217A8288-DB94-486E-BBD0-82804CC2FF67}" type="pres">
      <dgm:prSet presAssocID="{EA6FB5F0-6BB4-4127-B405-17C1C6DD8A09}" presName="root" presStyleCnt="0">
        <dgm:presLayoutVars>
          <dgm:dir/>
          <dgm:resizeHandles val="exact"/>
        </dgm:presLayoutVars>
      </dgm:prSet>
      <dgm:spPr/>
    </dgm:pt>
    <dgm:pt modelId="{86D1CCED-05B1-4272-8C5F-54FC9739EE21}" type="pres">
      <dgm:prSet presAssocID="{C7191EFA-DEC8-4275-8874-6ED94E87E59A}" presName="compNode" presStyleCnt="0"/>
      <dgm:spPr/>
    </dgm:pt>
    <dgm:pt modelId="{BD246AE5-D6EF-4CC5-91EC-10ADB38102B0}" type="pres">
      <dgm:prSet presAssocID="{C7191EFA-DEC8-4275-8874-6ED94E87E59A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ward trend"/>
        </a:ext>
      </dgm:extLst>
    </dgm:pt>
    <dgm:pt modelId="{EE37E73F-E792-4140-A1AE-0C0332D0A586}" type="pres">
      <dgm:prSet presAssocID="{C7191EFA-DEC8-4275-8874-6ED94E87E59A}" presName="spaceRect" presStyleCnt="0"/>
      <dgm:spPr/>
    </dgm:pt>
    <dgm:pt modelId="{EE71D4DE-B7E9-4431-AE55-CC71D598D913}" type="pres">
      <dgm:prSet presAssocID="{C7191EFA-DEC8-4275-8874-6ED94E87E59A}" presName="textRect" presStyleLbl="revTx" presStyleIdx="0" presStyleCnt="4">
        <dgm:presLayoutVars>
          <dgm:chMax val="1"/>
          <dgm:chPref val="1"/>
        </dgm:presLayoutVars>
      </dgm:prSet>
      <dgm:spPr/>
    </dgm:pt>
    <dgm:pt modelId="{C842E932-FD70-4476-9930-AE8017F5E334}" type="pres">
      <dgm:prSet presAssocID="{672D7D62-D93D-4E0F-9047-3D5368375F91}" presName="sibTrans" presStyleCnt="0"/>
      <dgm:spPr/>
    </dgm:pt>
    <dgm:pt modelId="{E9461ACB-3B69-4586-A194-CD53FD344E60}" type="pres">
      <dgm:prSet presAssocID="{4DAA204F-766B-4A50-8F45-4A03FB1A02CA}" presName="compNode" presStyleCnt="0"/>
      <dgm:spPr/>
    </dgm:pt>
    <dgm:pt modelId="{38FE8DAE-CB54-41B6-8634-2DA6D3A85A11}" type="pres">
      <dgm:prSet presAssocID="{4DAA204F-766B-4A50-8F45-4A03FB1A02CA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FB38C8A3-27E5-49AD-8B5C-A06170FEEC93}" type="pres">
      <dgm:prSet presAssocID="{4DAA204F-766B-4A50-8F45-4A03FB1A02CA}" presName="spaceRect" presStyleCnt="0"/>
      <dgm:spPr/>
    </dgm:pt>
    <dgm:pt modelId="{CAE2D60A-E09E-478A-AFBE-0887F9198673}" type="pres">
      <dgm:prSet presAssocID="{4DAA204F-766B-4A50-8F45-4A03FB1A02CA}" presName="textRect" presStyleLbl="revTx" presStyleIdx="1" presStyleCnt="4">
        <dgm:presLayoutVars>
          <dgm:chMax val="1"/>
          <dgm:chPref val="1"/>
        </dgm:presLayoutVars>
      </dgm:prSet>
      <dgm:spPr/>
    </dgm:pt>
    <dgm:pt modelId="{90C53110-B55D-4F51-B0B0-A2AD282A0065}" type="pres">
      <dgm:prSet presAssocID="{5435E28F-047A-4563-B6CB-84092718286F}" presName="sibTrans" presStyleCnt="0"/>
      <dgm:spPr/>
    </dgm:pt>
    <dgm:pt modelId="{76D3F9B6-E943-4597-AF7E-B630FEB820C6}" type="pres">
      <dgm:prSet presAssocID="{E7959355-64CB-4B30-8F47-0FBC4006598F}" presName="compNode" presStyleCnt="0"/>
      <dgm:spPr/>
    </dgm:pt>
    <dgm:pt modelId="{D39F017C-C41B-4F8B-B0DF-79DCECA3876E}" type="pres">
      <dgm:prSet presAssocID="{E7959355-64CB-4B30-8F47-0FBC4006598F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tinuousImprovement21"/>
        </a:ext>
      </dgm:extLst>
    </dgm:pt>
    <dgm:pt modelId="{41666851-404F-439C-954E-8092C37CBB2C}" type="pres">
      <dgm:prSet presAssocID="{E7959355-64CB-4B30-8F47-0FBC4006598F}" presName="spaceRect" presStyleCnt="0"/>
      <dgm:spPr/>
    </dgm:pt>
    <dgm:pt modelId="{6EB74F8E-91D1-44C1-8DEE-477D6DF44FCB}" type="pres">
      <dgm:prSet presAssocID="{E7959355-64CB-4B30-8F47-0FBC4006598F}" presName="textRect" presStyleLbl="revTx" presStyleIdx="2" presStyleCnt="4">
        <dgm:presLayoutVars>
          <dgm:chMax val="1"/>
          <dgm:chPref val="1"/>
        </dgm:presLayoutVars>
      </dgm:prSet>
      <dgm:spPr/>
    </dgm:pt>
    <dgm:pt modelId="{8BE9AA67-4EA5-40D4-AD6F-F7912A2FCE04}" type="pres">
      <dgm:prSet presAssocID="{9EA9372E-6958-4470-A61C-1D4FC4A56610}" presName="sibTrans" presStyleCnt="0"/>
      <dgm:spPr/>
    </dgm:pt>
    <dgm:pt modelId="{A28677A8-1A75-49F9-A457-8CF517F08028}" type="pres">
      <dgm:prSet presAssocID="{6D2036E0-5422-499F-9091-736D33085265}" presName="compNode" presStyleCnt="0"/>
      <dgm:spPr/>
    </dgm:pt>
    <dgm:pt modelId="{6B98815C-6D9F-4152-BCFD-21D7C7C9F545}" type="pres">
      <dgm:prSet presAssocID="{6D2036E0-5422-499F-9091-736D33085265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333665FF-E132-4437-8A17-34E1F4B6F3BC}" type="pres">
      <dgm:prSet presAssocID="{6D2036E0-5422-499F-9091-736D33085265}" presName="spaceRect" presStyleCnt="0"/>
      <dgm:spPr/>
    </dgm:pt>
    <dgm:pt modelId="{72A0711F-A3AA-4FDD-8316-AA39B667CBBE}" type="pres">
      <dgm:prSet presAssocID="{6D2036E0-5422-499F-9091-736D3308526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35D1527-707F-49EC-B28D-1846E0FD3481}" type="presOf" srcId="{EA6FB5F0-6BB4-4127-B405-17C1C6DD8A09}" destId="{217A8288-DB94-486E-BBD0-82804CC2FF67}" srcOrd="0" destOrd="0" presId="urn:microsoft.com/office/officeart/2018/2/layout/IconLabelList"/>
    <dgm:cxn modelId="{A248952B-EE2F-4C10-8182-B16556B4E83A}" srcId="{EA6FB5F0-6BB4-4127-B405-17C1C6DD8A09}" destId="{4DAA204F-766B-4A50-8F45-4A03FB1A02CA}" srcOrd="1" destOrd="0" parTransId="{9FCDB099-911F-4C51-80A1-02F3C036F5FF}" sibTransId="{5435E28F-047A-4563-B6CB-84092718286F}"/>
    <dgm:cxn modelId="{CF70B35C-DA81-49F6-BE3C-1C9B96FE389F}" type="presOf" srcId="{4DAA204F-766B-4A50-8F45-4A03FB1A02CA}" destId="{CAE2D60A-E09E-478A-AFBE-0887F9198673}" srcOrd="0" destOrd="0" presId="urn:microsoft.com/office/officeart/2018/2/layout/IconLabelList"/>
    <dgm:cxn modelId="{CE3E3767-5C62-41EC-BCEB-DAAFBE31527F}" srcId="{EA6FB5F0-6BB4-4127-B405-17C1C6DD8A09}" destId="{E7959355-64CB-4B30-8F47-0FBC4006598F}" srcOrd="2" destOrd="0" parTransId="{55938D65-7036-45BE-96FE-E55447EBDE96}" sibTransId="{9EA9372E-6958-4470-A61C-1D4FC4A56610}"/>
    <dgm:cxn modelId="{8C90B667-46EC-4104-A1CC-8DDE177A362E}" type="presOf" srcId="{C7191EFA-DEC8-4275-8874-6ED94E87E59A}" destId="{EE71D4DE-B7E9-4431-AE55-CC71D598D913}" srcOrd="0" destOrd="0" presId="urn:microsoft.com/office/officeart/2018/2/layout/IconLabelList"/>
    <dgm:cxn modelId="{017F2D83-1C5C-4559-B3E0-2F22A2106C96}" type="presOf" srcId="{6D2036E0-5422-499F-9091-736D33085265}" destId="{72A0711F-A3AA-4FDD-8316-AA39B667CBBE}" srcOrd="0" destOrd="0" presId="urn:microsoft.com/office/officeart/2018/2/layout/IconLabelList"/>
    <dgm:cxn modelId="{6EEE2DCB-6006-4375-906D-894C9FE62568}" type="presOf" srcId="{E7959355-64CB-4B30-8F47-0FBC4006598F}" destId="{6EB74F8E-91D1-44C1-8DEE-477D6DF44FCB}" srcOrd="0" destOrd="0" presId="urn:microsoft.com/office/officeart/2018/2/layout/IconLabelList"/>
    <dgm:cxn modelId="{A7A772E1-6ED9-4A09-A8DE-3B09721C8FA4}" srcId="{EA6FB5F0-6BB4-4127-B405-17C1C6DD8A09}" destId="{C7191EFA-DEC8-4275-8874-6ED94E87E59A}" srcOrd="0" destOrd="0" parTransId="{C65D73A5-94F1-44EF-B346-82B918B31945}" sibTransId="{672D7D62-D93D-4E0F-9047-3D5368375F91}"/>
    <dgm:cxn modelId="{804362F7-E191-496C-8212-83DC53D7C87D}" srcId="{EA6FB5F0-6BB4-4127-B405-17C1C6DD8A09}" destId="{6D2036E0-5422-499F-9091-736D33085265}" srcOrd="3" destOrd="0" parTransId="{62914817-8ECD-4CA7-BC16-F97A2FCE1200}" sibTransId="{571BA8F9-D8AC-4217-8FF2-0E14534A2F45}"/>
    <dgm:cxn modelId="{40E4330C-6937-4D49-8355-1A6F26C4CD55}" type="presParOf" srcId="{217A8288-DB94-486E-BBD0-82804CC2FF67}" destId="{86D1CCED-05B1-4272-8C5F-54FC9739EE21}" srcOrd="0" destOrd="0" presId="urn:microsoft.com/office/officeart/2018/2/layout/IconLabelList"/>
    <dgm:cxn modelId="{40080810-753F-4342-97B4-A7AB17FE0FA9}" type="presParOf" srcId="{86D1CCED-05B1-4272-8C5F-54FC9739EE21}" destId="{BD246AE5-D6EF-4CC5-91EC-10ADB38102B0}" srcOrd="0" destOrd="0" presId="urn:microsoft.com/office/officeart/2018/2/layout/IconLabelList"/>
    <dgm:cxn modelId="{2D7BE4EC-8209-4793-87BB-61EC0F4D395C}" type="presParOf" srcId="{86D1CCED-05B1-4272-8C5F-54FC9739EE21}" destId="{EE37E73F-E792-4140-A1AE-0C0332D0A586}" srcOrd="1" destOrd="0" presId="urn:microsoft.com/office/officeart/2018/2/layout/IconLabelList"/>
    <dgm:cxn modelId="{8385C050-BF5B-41A6-B409-5F02CD337844}" type="presParOf" srcId="{86D1CCED-05B1-4272-8C5F-54FC9739EE21}" destId="{EE71D4DE-B7E9-4431-AE55-CC71D598D913}" srcOrd="2" destOrd="0" presId="urn:microsoft.com/office/officeart/2018/2/layout/IconLabelList"/>
    <dgm:cxn modelId="{2A868BB7-B3C7-4B26-A001-33EBE1D2EDB3}" type="presParOf" srcId="{217A8288-DB94-486E-BBD0-82804CC2FF67}" destId="{C842E932-FD70-4476-9930-AE8017F5E334}" srcOrd="1" destOrd="0" presId="urn:microsoft.com/office/officeart/2018/2/layout/IconLabelList"/>
    <dgm:cxn modelId="{F763A92D-8D88-4E70-BD3A-2D4E73ABA35E}" type="presParOf" srcId="{217A8288-DB94-486E-BBD0-82804CC2FF67}" destId="{E9461ACB-3B69-4586-A194-CD53FD344E60}" srcOrd="2" destOrd="0" presId="urn:microsoft.com/office/officeart/2018/2/layout/IconLabelList"/>
    <dgm:cxn modelId="{83D38457-1556-4DCF-9A2F-05CBEF85B163}" type="presParOf" srcId="{E9461ACB-3B69-4586-A194-CD53FD344E60}" destId="{38FE8DAE-CB54-41B6-8634-2DA6D3A85A11}" srcOrd="0" destOrd="0" presId="urn:microsoft.com/office/officeart/2018/2/layout/IconLabelList"/>
    <dgm:cxn modelId="{9607D8BD-2FF3-4563-BD3F-ADBD15517CCA}" type="presParOf" srcId="{E9461ACB-3B69-4586-A194-CD53FD344E60}" destId="{FB38C8A3-27E5-49AD-8B5C-A06170FEEC93}" srcOrd="1" destOrd="0" presId="urn:microsoft.com/office/officeart/2018/2/layout/IconLabelList"/>
    <dgm:cxn modelId="{6B132552-5BDC-4FEE-B99A-1E1C90AD51B9}" type="presParOf" srcId="{E9461ACB-3B69-4586-A194-CD53FD344E60}" destId="{CAE2D60A-E09E-478A-AFBE-0887F9198673}" srcOrd="2" destOrd="0" presId="urn:microsoft.com/office/officeart/2018/2/layout/IconLabelList"/>
    <dgm:cxn modelId="{C9BC48F7-2750-482C-8D27-72A5BB082B11}" type="presParOf" srcId="{217A8288-DB94-486E-BBD0-82804CC2FF67}" destId="{90C53110-B55D-4F51-B0B0-A2AD282A0065}" srcOrd="3" destOrd="0" presId="urn:microsoft.com/office/officeart/2018/2/layout/IconLabelList"/>
    <dgm:cxn modelId="{3005E622-0F64-4E63-BD55-1EBE26222150}" type="presParOf" srcId="{217A8288-DB94-486E-BBD0-82804CC2FF67}" destId="{76D3F9B6-E943-4597-AF7E-B630FEB820C6}" srcOrd="4" destOrd="0" presId="urn:microsoft.com/office/officeart/2018/2/layout/IconLabelList"/>
    <dgm:cxn modelId="{9DCBB2FE-626E-4E6E-92A7-30553FE32AA0}" type="presParOf" srcId="{76D3F9B6-E943-4597-AF7E-B630FEB820C6}" destId="{D39F017C-C41B-4F8B-B0DF-79DCECA3876E}" srcOrd="0" destOrd="0" presId="urn:microsoft.com/office/officeart/2018/2/layout/IconLabelList"/>
    <dgm:cxn modelId="{7C0095C1-E0C6-4CD0-988D-098FDEBB8FC8}" type="presParOf" srcId="{76D3F9B6-E943-4597-AF7E-B630FEB820C6}" destId="{41666851-404F-439C-954E-8092C37CBB2C}" srcOrd="1" destOrd="0" presId="urn:microsoft.com/office/officeart/2018/2/layout/IconLabelList"/>
    <dgm:cxn modelId="{809E1C0B-6324-477A-A0C6-B1A7FDA3B3B7}" type="presParOf" srcId="{76D3F9B6-E943-4597-AF7E-B630FEB820C6}" destId="{6EB74F8E-91D1-44C1-8DEE-477D6DF44FCB}" srcOrd="2" destOrd="0" presId="urn:microsoft.com/office/officeart/2018/2/layout/IconLabelList"/>
    <dgm:cxn modelId="{3C4D1460-BF7C-4416-8C66-0B91B3CF25DD}" type="presParOf" srcId="{217A8288-DB94-486E-BBD0-82804CC2FF67}" destId="{8BE9AA67-4EA5-40D4-AD6F-F7912A2FCE04}" srcOrd="5" destOrd="0" presId="urn:microsoft.com/office/officeart/2018/2/layout/IconLabelList"/>
    <dgm:cxn modelId="{EEB74D02-DBCE-4222-8C54-7D48529C80D5}" type="presParOf" srcId="{217A8288-DB94-486E-BBD0-82804CC2FF67}" destId="{A28677A8-1A75-49F9-A457-8CF517F08028}" srcOrd="6" destOrd="0" presId="urn:microsoft.com/office/officeart/2018/2/layout/IconLabelList"/>
    <dgm:cxn modelId="{5CFBD356-740C-43A2-A148-1B2A0FED4E3B}" type="presParOf" srcId="{A28677A8-1A75-49F9-A457-8CF517F08028}" destId="{6B98815C-6D9F-4152-BCFD-21D7C7C9F545}" srcOrd="0" destOrd="0" presId="urn:microsoft.com/office/officeart/2018/2/layout/IconLabelList"/>
    <dgm:cxn modelId="{F430DE82-E47F-4168-B109-BA7BACED99E1}" type="presParOf" srcId="{A28677A8-1A75-49F9-A457-8CF517F08028}" destId="{333665FF-E132-4437-8A17-34E1F4B6F3BC}" srcOrd="1" destOrd="0" presId="urn:microsoft.com/office/officeart/2018/2/layout/IconLabelList"/>
    <dgm:cxn modelId="{26B0543E-BCC7-4EC0-9110-4A1ABA4677F3}" type="presParOf" srcId="{A28677A8-1A75-49F9-A457-8CF517F08028}" destId="{72A0711F-A3AA-4FDD-8316-AA39B667CBB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D6EBF66D-1F9C-422E-81E3-9B06D44A25F4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D082A5FF-4426-4B4B-81AE-1600641A92B5}">
      <dgm:prSet/>
      <dgm:spPr/>
      <dgm:t>
        <a:bodyPr/>
        <a:lstStyle/>
        <a:p>
          <a:r>
            <a:rPr lang="en-US"/>
            <a:t>RO: 3–5 kWh/m3</a:t>
          </a:r>
        </a:p>
      </dgm:t>
    </dgm:pt>
    <dgm:pt modelId="{BE97FAE5-3FA4-4042-BCA2-A8AEC980033B}" type="parTrans" cxnId="{6D2D26E2-E53E-4510-A07E-0498C4C51F6F}">
      <dgm:prSet/>
      <dgm:spPr/>
      <dgm:t>
        <a:bodyPr/>
        <a:lstStyle/>
        <a:p>
          <a:endParaRPr lang="en-US"/>
        </a:p>
      </dgm:t>
    </dgm:pt>
    <dgm:pt modelId="{4CC5D5AB-74EE-44A1-BB59-78D21D2983D1}" type="sibTrans" cxnId="{6D2D26E2-E53E-4510-A07E-0498C4C51F6F}">
      <dgm:prSet/>
      <dgm:spPr/>
      <dgm:t>
        <a:bodyPr/>
        <a:lstStyle/>
        <a:p>
          <a:endParaRPr lang="en-US"/>
        </a:p>
      </dgm:t>
    </dgm:pt>
    <dgm:pt modelId="{28C98F49-5AA8-493D-8314-3BF8DAC899EA}">
      <dgm:prSet/>
      <dgm:spPr/>
      <dgm:t>
        <a:bodyPr/>
        <a:lstStyle/>
        <a:p>
          <a:r>
            <a:rPr lang="en-US"/>
            <a:t>Pumping significant share of cost</a:t>
          </a:r>
        </a:p>
      </dgm:t>
    </dgm:pt>
    <dgm:pt modelId="{F7DE5D3A-B2ED-498D-A553-7C50D8FEA746}" type="parTrans" cxnId="{F1DAEDB1-174F-4C27-BFBC-06838F83315F}">
      <dgm:prSet/>
      <dgm:spPr/>
      <dgm:t>
        <a:bodyPr/>
        <a:lstStyle/>
        <a:p>
          <a:endParaRPr lang="en-US"/>
        </a:p>
      </dgm:t>
    </dgm:pt>
    <dgm:pt modelId="{3F25C5A2-008C-41A5-95B4-D410513F409F}" type="sibTrans" cxnId="{F1DAEDB1-174F-4C27-BFBC-06838F83315F}">
      <dgm:prSet/>
      <dgm:spPr/>
      <dgm:t>
        <a:bodyPr/>
        <a:lstStyle/>
        <a:p>
          <a:endParaRPr lang="en-US"/>
        </a:p>
      </dgm:t>
    </dgm:pt>
    <dgm:pt modelId="{7091ABC1-ADA0-4851-8386-2A6B7759E0BA}">
      <dgm:prSet/>
      <dgm:spPr/>
      <dgm:t>
        <a:bodyPr/>
        <a:lstStyle/>
        <a:p>
          <a:r>
            <a:rPr lang="en-US"/>
            <a:t>Energy = 40–60% OPEX</a:t>
          </a:r>
        </a:p>
      </dgm:t>
    </dgm:pt>
    <dgm:pt modelId="{CA487DAE-2D95-4052-BC71-3DC02DB0C15C}" type="parTrans" cxnId="{931F83B2-43B7-4725-A656-7BD495C3D4A6}">
      <dgm:prSet/>
      <dgm:spPr/>
      <dgm:t>
        <a:bodyPr/>
        <a:lstStyle/>
        <a:p>
          <a:endParaRPr lang="en-US"/>
        </a:p>
      </dgm:t>
    </dgm:pt>
    <dgm:pt modelId="{12DB7B2F-65ED-4E3E-ACE6-972703547F06}" type="sibTrans" cxnId="{931F83B2-43B7-4725-A656-7BD495C3D4A6}">
      <dgm:prSet/>
      <dgm:spPr/>
      <dgm:t>
        <a:bodyPr/>
        <a:lstStyle/>
        <a:p>
          <a:endParaRPr lang="en-US"/>
        </a:p>
      </dgm:t>
    </dgm:pt>
    <dgm:pt modelId="{33AC7C67-D098-453B-AE51-4719619475EA}">
      <dgm:prSet/>
      <dgm:spPr/>
      <dgm:t>
        <a:bodyPr/>
        <a:lstStyle/>
        <a:p>
          <a:r>
            <a:rPr lang="en-US"/>
            <a:t>High exposure to price volatility</a:t>
          </a:r>
        </a:p>
      </dgm:t>
    </dgm:pt>
    <dgm:pt modelId="{F2833490-12CA-4D7A-8074-63167817B732}" type="parTrans" cxnId="{632183A0-F532-41B3-8DEE-898E3D13A9B8}">
      <dgm:prSet/>
      <dgm:spPr/>
      <dgm:t>
        <a:bodyPr/>
        <a:lstStyle/>
        <a:p>
          <a:endParaRPr lang="en-US"/>
        </a:p>
      </dgm:t>
    </dgm:pt>
    <dgm:pt modelId="{07B0A46B-5F89-4DB4-A3B8-EF882DC3A398}" type="sibTrans" cxnId="{632183A0-F532-41B3-8DEE-898E3D13A9B8}">
      <dgm:prSet/>
      <dgm:spPr/>
      <dgm:t>
        <a:bodyPr/>
        <a:lstStyle/>
        <a:p>
          <a:endParaRPr lang="en-US"/>
        </a:p>
      </dgm:t>
    </dgm:pt>
    <dgm:pt modelId="{383918A4-4A8B-400F-B505-7EC139B26490}" type="pres">
      <dgm:prSet presAssocID="{D6EBF66D-1F9C-422E-81E3-9B06D44A25F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E44FC47-229B-4405-AC3F-DE3DF415C83E}" type="pres">
      <dgm:prSet presAssocID="{D082A5FF-4426-4B4B-81AE-1600641A92B5}" presName="hierRoot1" presStyleCnt="0"/>
      <dgm:spPr/>
    </dgm:pt>
    <dgm:pt modelId="{5754216C-7211-493E-AE49-4EB859EF12F6}" type="pres">
      <dgm:prSet presAssocID="{D082A5FF-4426-4B4B-81AE-1600641A92B5}" presName="composite" presStyleCnt="0"/>
      <dgm:spPr/>
    </dgm:pt>
    <dgm:pt modelId="{98913488-4FCE-41B8-B736-2C9239518784}" type="pres">
      <dgm:prSet presAssocID="{D082A5FF-4426-4B4B-81AE-1600641A92B5}" presName="background" presStyleLbl="node0" presStyleIdx="0" presStyleCnt="4"/>
      <dgm:spPr/>
    </dgm:pt>
    <dgm:pt modelId="{49F79B66-8784-4B47-B021-F6E12E680EC0}" type="pres">
      <dgm:prSet presAssocID="{D082A5FF-4426-4B4B-81AE-1600641A92B5}" presName="text" presStyleLbl="fgAcc0" presStyleIdx="0" presStyleCnt="4">
        <dgm:presLayoutVars>
          <dgm:chPref val="3"/>
        </dgm:presLayoutVars>
      </dgm:prSet>
      <dgm:spPr/>
    </dgm:pt>
    <dgm:pt modelId="{7DEBDD16-37DD-402B-9573-087545EBFD90}" type="pres">
      <dgm:prSet presAssocID="{D082A5FF-4426-4B4B-81AE-1600641A92B5}" presName="hierChild2" presStyleCnt="0"/>
      <dgm:spPr/>
    </dgm:pt>
    <dgm:pt modelId="{2AA6C2E3-FA5D-49E2-AB54-145BCDA34D16}" type="pres">
      <dgm:prSet presAssocID="{28C98F49-5AA8-493D-8314-3BF8DAC899EA}" presName="hierRoot1" presStyleCnt="0"/>
      <dgm:spPr/>
    </dgm:pt>
    <dgm:pt modelId="{4B764185-EF81-4BD6-9A86-71204E3F7D7C}" type="pres">
      <dgm:prSet presAssocID="{28C98F49-5AA8-493D-8314-3BF8DAC899EA}" presName="composite" presStyleCnt="0"/>
      <dgm:spPr/>
    </dgm:pt>
    <dgm:pt modelId="{EA0D4B61-97C4-4D67-A66B-105CE3B79E6C}" type="pres">
      <dgm:prSet presAssocID="{28C98F49-5AA8-493D-8314-3BF8DAC899EA}" presName="background" presStyleLbl="node0" presStyleIdx="1" presStyleCnt="4"/>
      <dgm:spPr/>
    </dgm:pt>
    <dgm:pt modelId="{C5CCBEA5-E19E-409B-87A8-47D59431FA2E}" type="pres">
      <dgm:prSet presAssocID="{28C98F49-5AA8-493D-8314-3BF8DAC899EA}" presName="text" presStyleLbl="fgAcc0" presStyleIdx="1" presStyleCnt="4">
        <dgm:presLayoutVars>
          <dgm:chPref val="3"/>
        </dgm:presLayoutVars>
      </dgm:prSet>
      <dgm:spPr/>
    </dgm:pt>
    <dgm:pt modelId="{5683961C-7631-4757-AD79-B81F1C38DBDC}" type="pres">
      <dgm:prSet presAssocID="{28C98F49-5AA8-493D-8314-3BF8DAC899EA}" presName="hierChild2" presStyleCnt="0"/>
      <dgm:spPr/>
    </dgm:pt>
    <dgm:pt modelId="{B49FA1A3-0E5F-4006-BE52-007482B52DF7}" type="pres">
      <dgm:prSet presAssocID="{7091ABC1-ADA0-4851-8386-2A6B7759E0BA}" presName="hierRoot1" presStyleCnt="0"/>
      <dgm:spPr/>
    </dgm:pt>
    <dgm:pt modelId="{24ED3FF6-D298-42AE-BCF8-FC72CFDC7A16}" type="pres">
      <dgm:prSet presAssocID="{7091ABC1-ADA0-4851-8386-2A6B7759E0BA}" presName="composite" presStyleCnt="0"/>
      <dgm:spPr/>
    </dgm:pt>
    <dgm:pt modelId="{5B389481-EB75-4A2D-95CA-BF2A125C287A}" type="pres">
      <dgm:prSet presAssocID="{7091ABC1-ADA0-4851-8386-2A6B7759E0BA}" presName="background" presStyleLbl="node0" presStyleIdx="2" presStyleCnt="4"/>
      <dgm:spPr/>
    </dgm:pt>
    <dgm:pt modelId="{D2D24E01-4A43-451B-8C19-C2A761194A62}" type="pres">
      <dgm:prSet presAssocID="{7091ABC1-ADA0-4851-8386-2A6B7759E0BA}" presName="text" presStyleLbl="fgAcc0" presStyleIdx="2" presStyleCnt="4">
        <dgm:presLayoutVars>
          <dgm:chPref val="3"/>
        </dgm:presLayoutVars>
      </dgm:prSet>
      <dgm:spPr/>
    </dgm:pt>
    <dgm:pt modelId="{3BE001AE-0E82-4CA4-93F5-3EF35ABB07CC}" type="pres">
      <dgm:prSet presAssocID="{7091ABC1-ADA0-4851-8386-2A6B7759E0BA}" presName="hierChild2" presStyleCnt="0"/>
      <dgm:spPr/>
    </dgm:pt>
    <dgm:pt modelId="{F32E73B4-33EE-4C9D-A484-302F9B92EFE8}" type="pres">
      <dgm:prSet presAssocID="{33AC7C67-D098-453B-AE51-4719619475EA}" presName="hierRoot1" presStyleCnt="0"/>
      <dgm:spPr/>
    </dgm:pt>
    <dgm:pt modelId="{26691666-671E-40A0-AD53-32870021BE42}" type="pres">
      <dgm:prSet presAssocID="{33AC7C67-D098-453B-AE51-4719619475EA}" presName="composite" presStyleCnt="0"/>
      <dgm:spPr/>
    </dgm:pt>
    <dgm:pt modelId="{3F41CABB-BC07-44F2-B89A-226AC09DAF9F}" type="pres">
      <dgm:prSet presAssocID="{33AC7C67-D098-453B-AE51-4719619475EA}" presName="background" presStyleLbl="node0" presStyleIdx="3" presStyleCnt="4"/>
      <dgm:spPr/>
    </dgm:pt>
    <dgm:pt modelId="{4A3C4E53-6AB9-4DA9-8097-C997E75108CE}" type="pres">
      <dgm:prSet presAssocID="{33AC7C67-D098-453B-AE51-4719619475EA}" presName="text" presStyleLbl="fgAcc0" presStyleIdx="3" presStyleCnt="4">
        <dgm:presLayoutVars>
          <dgm:chPref val="3"/>
        </dgm:presLayoutVars>
      </dgm:prSet>
      <dgm:spPr/>
    </dgm:pt>
    <dgm:pt modelId="{269C288F-1B57-49BD-A6B4-75F77A71F1C2}" type="pres">
      <dgm:prSet presAssocID="{33AC7C67-D098-453B-AE51-4719619475EA}" presName="hierChild2" presStyleCnt="0"/>
      <dgm:spPr/>
    </dgm:pt>
  </dgm:ptLst>
  <dgm:cxnLst>
    <dgm:cxn modelId="{01B35A03-9639-49FD-B4DE-CF37FECD7D74}" type="presOf" srcId="{28C98F49-5AA8-493D-8314-3BF8DAC899EA}" destId="{C5CCBEA5-E19E-409B-87A8-47D59431FA2E}" srcOrd="0" destOrd="0" presId="urn:microsoft.com/office/officeart/2005/8/layout/hierarchy1"/>
    <dgm:cxn modelId="{E49A0C0A-5A03-468C-8BCB-93DE82855126}" type="presOf" srcId="{D6EBF66D-1F9C-422E-81E3-9B06D44A25F4}" destId="{383918A4-4A8B-400F-B505-7EC139B26490}" srcOrd="0" destOrd="0" presId="urn:microsoft.com/office/officeart/2005/8/layout/hierarchy1"/>
    <dgm:cxn modelId="{C2E65C1A-B2A5-40A7-932B-D46963AED226}" type="presOf" srcId="{7091ABC1-ADA0-4851-8386-2A6B7759E0BA}" destId="{D2D24E01-4A43-451B-8C19-C2A761194A62}" srcOrd="0" destOrd="0" presId="urn:microsoft.com/office/officeart/2005/8/layout/hierarchy1"/>
    <dgm:cxn modelId="{6AE4D41A-43F3-4BA3-A7F0-E9AAC75A8A23}" type="presOf" srcId="{33AC7C67-D098-453B-AE51-4719619475EA}" destId="{4A3C4E53-6AB9-4DA9-8097-C997E75108CE}" srcOrd="0" destOrd="0" presId="urn:microsoft.com/office/officeart/2005/8/layout/hierarchy1"/>
    <dgm:cxn modelId="{A7DB936B-801F-4E6B-BEFE-B8B69FFBC3B9}" type="presOf" srcId="{D082A5FF-4426-4B4B-81AE-1600641A92B5}" destId="{49F79B66-8784-4B47-B021-F6E12E680EC0}" srcOrd="0" destOrd="0" presId="urn:microsoft.com/office/officeart/2005/8/layout/hierarchy1"/>
    <dgm:cxn modelId="{632183A0-F532-41B3-8DEE-898E3D13A9B8}" srcId="{D6EBF66D-1F9C-422E-81E3-9B06D44A25F4}" destId="{33AC7C67-D098-453B-AE51-4719619475EA}" srcOrd="3" destOrd="0" parTransId="{F2833490-12CA-4D7A-8074-63167817B732}" sibTransId="{07B0A46B-5F89-4DB4-A3B8-EF882DC3A398}"/>
    <dgm:cxn modelId="{F1DAEDB1-174F-4C27-BFBC-06838F83315F}" srcId="{D6EBF66D-1F9C-422E-81E3-9B06D44A25F4}" destId="{28C98F49-5AA8-493D-8314-3BF8DAC899EA}" srcOrd="1" destOrd="0" parTransId="{F7DE5D3A-B2ED-498D-A553-7C50D8FEA746}" sibTransId="{3F25C5A2-008C-41A5-95B4-D410513F409F}"/>
    <dgm:cxn modelId="{931F83B2-43B7-4725-A656-7BD495C3D4A6}" srcId="{D6EBF66D-1F9C-422E-81E3-9B06D44A25F4}" destId="{7091ABC1-ADA0-4851-8386-2A6B7759E0BA}" srcOrd="2" destOrd="0" parTransId="{CA487DAE-2D95-4052-BC71-3DC02DB0C15C}" sibTransId="{12DB7B2F-65ED-4E3E-ACE6-972703547F06}"/>
    <dgm:cxn modelId="{6D2D26E2-E53E-4510-A07E-0498C4C51F6F}" srcId="{D6EBF66D-1F9C-422E-81E3-9B06D44A25F4}" destId="{D082A5FF-4426-4B4B-81AE-1600641A92B5}" srcOrd="0" destOrd="0" parTransId="{BE97FAE5-3FA4-4042-BCA2-A8AEC980033B}" sibTransId="{4CC5D5AB-74EE-44A1-BB59-78D21D2983D1}"/>
    <dgm:cxn modelId="{E0F67605-F0C1-499D-A03B-2E3ED1106D2F}" type="presParOf" srcId="{383918A4-4A8B-400F-B505-7EC139B26490}" destId="{6E44FC47-229B-4405-AC3F-DE3DF415C83E}" srcOrd="0" destOrd="0" presId="urn:microsoft.com/office/officeart/2005/8/layout/hierarchy1"/>
    <dgm:cxn modelId="{9D6245C9-B297-436D-A98A-968390CB3E5E}" type="presParOf" srcId="{6E44FC47-229B-4405-AC3F-DE3DF415C83E}" destId="{5754216C-7211-493E-AE49-4EB859EF12F6}" srcOrd="0" destOrd="0" presId="urn:microsoft.com/office/officeart/2005/8/layout/hierarchy1"/>
    <dgm:cxn modelId="{5ACA2B45-2570-440E-85DF-011C380B42FE}" type="presParOf" srcId="{5754216C-7211-493E-AE49-4EB859EF12F6}" destId="{98913488-4FCE-41B8-B736-2C9239518784}" srcOrd="0" destOrd="0" presId="urn:microsoft.com/office/officeart/2005/8/layout/hierarchy1"/>
    <dgm:cxn modelId="{29C7D7FE-46FE-4190-A3EF-FA8A94C0ADBF}" type="presParOf" srcId="{5754216C-7211-493E-AE49-4EB859EF12F6}" destId="{49F79B66-8784-4B47-B021-F6E12E680EC0}" srcOrd="1" destOrd="0" presId="urn:microsoft.com/office/officeart/2005/8/layout/hierarchy1"/>
    <dgm:cxn modelId="{E708D8BE-1F56-4BAD-9A77-92E0EDEB0BDD}" type="presParOf" srcId="{6E44FC47-229B-4405-AC3F-DE3DF415C83E}" destId="{7DEBDD16-37DD-402B-9573-087545EBFD90}" srcOrd="1" destOrd="0" presId="urn:microsoft.com/office/officeart/2005/8/layout/hierarchy1"/>
    <dgm:cxn modelId="{3EF69C53-A5B7-4DB4-B403-D6A1AEF53AB6}" type="presParOf" srcId="{383918A4-4A8B-400F-B505-7EC139B26490}" destId="{2AA6C2E3-FA5D-49E2-AB54-145BCDA34D16}" srcOrd="1" destOrd="0" presId="urn:microsoft.com/office/officeart/2005/8/layout/hierarchy1"/>
    <dgm:cxn modelId="{9419E356-3E1B-4E63-9FB2-2C90FEBEDF20}" type="presParOf" srcId="{2AA6C2E3-FA5D-49E2-AB54-145BCDA34D16}" destId="{4B764185-EF81-4BD6-9A86-71204E3F7D7C}" srcOrd="0" destOrd="0" presId="urn:microsoft.com/office/officeart/2005/8/layout/hierarchy1"/>
    <dgm:cxn modelId="{E487E0C7-B695-4C5D-91B2-1B89D7C3B882}" type="presParOf" srcId="{4B764185-EF81-4BD6-9A86-71204E3F7D7C}" destId="{EA0D4B61-97C4-4D67-A66B-105CE3B79E6C}" srcOrd="0" destOrd="0" presId="urn:microsoft.com/office/officeart/2005/8/layout/hierarchy1"/>
    <dgm:cxn modelId="{83F42998-13FB-4ACB-AA82-1257AEDF14E0}" type="presParOf" srcId="{4B764185-EF81-4BD6-9A86-71204E3F7D7C}" destId="{C5CCBEA5-E19E-409B-87A8-47D59431FA2E}" srcOrd="1" destOrd="0" presId="urn:microsoft.com/office/officeart/2005/8/layout/hierarchy1"/>
    <dgm:cxn modelId="{AC04B10F-046F-4F29-A1BE-833267A78D97}" type="presParOf" srcId="{2AA6C2E3-FA5D-49E2-AB54-145BCDA34D16}" destId="{5683961C-7631-4757-AD79-B81F1C38DBDC}" srcOrd="1" destOrd="0" presId="urn:microsoft.com/office/officeart/2005/8/layout/hierarchy1"/>
    <dgm:cxn modelId="{C5CA6A48-05BE-4A52-8188-BCE7DC9B97C6}" type="presParOf" srcId="{383918A4-4A8B-400F-B505-7EC139B26490}" destId="{B49FA1A3-0E5F-4006-BE52-007482B52DF7}" srcOrd="2" destOrd="0" presId="urn:microsoft.com/office/officeart/2005/8/layout/hierarchy1"/>
    <dgm:cxn modelId="{6E4F3BB8-6410-46D1-8BB6-10F193EC7094}" type="presParOf" srcId="{B49FA1A3-0E5F-4006-BE52-007482B52DF7}" destId="{24ED3FF6-D298-42AE-BCF8-FC72CFDC7A16}" srcOrd="0" destOrd="0" presId="urn:microsoft.com/office/officeart/2005/8/layout/hierarchy1"/>
    <dgm:cxn modelId="{8FE94226-A4CC-4FDB-90D4-4ED6FA001C0C}" type="presParOf" srcId="{24ED3FF6-D298-42AE-BCF8-FC72CFDC7A16}" destId="{5B389481-EB75-4A2D-95CA-BF2A125C287A}" srcOrd="0" destOrd="0" presId="urn:microsoft.com/office/officeart/2005/8/layout/hierarchy1"/>
    <dgm:cxn modelId="{4B0B1C26-8960-4B86-A0EF-C4C534527708}" type="presParOf" srcId="{24ED3FF6-D298-42AE-BCF8-FC72CFDC7A16}" destId="{D2D24E01-4A43-451B-8C19-C2A761194A62}" srcOrd="1" destOrd="0" presId="urn:microsoft.com/office/officeart/2005/8/layout/hierarchy1"/>
    <dgm:cxn modelId="{D364E089-D08A-4E6C-9B8B-CB35B3B9710B}" type="presParOf" srcId="{B49FA1A3-0E5F-4006-BE52-007482B52DF7}" destId="{3BE001AE-0E82-4CA4-93F5-3EF35ABB07CC}" srcOrd="1" destOrd="0" presId="urn:microsoft.com/office/officeart/2005/8/layout/hierarchy1"/>
    <dgm:cxn modelId="{85994B03-A3AA-4512-B06B-18AA95C6AE8D}" type="presParOf" srcId="{383918A4-4A8B-400F-B505-7EC139B26490}" destId="{F32E73B4-33EE-4C9D-A484-302F9B92EFE8}" srcOrd="3" destOrd="0" presId="urn:microsoft.com/office/officeart/2005/8/layout/hierarchy1"/>
    <dgm:cxn modelId="{24F69E67-1368-452A-A02A-9E0CF78F065B}" type="presParOf" srcId="{F32E73B4-33EE-4C9D-A484-302F9B92EFE8}" destId="{26691666-671E-40A0-AD53-32870021BE42}" srcOrd="0" destOrd="0" presId="urn:microsoft.com/office/officeart/2005/8/layout/hierarchy1"/>
    <dgm:cxn modelId="{FAD80CDD-312E-4DD5-BE93-70F06A99B2A0}" type="presParOf" srcId="{26691666-671E-40A0-AD53-32870021BE42}" destId="{3F41CABB-BC07-44F2-B89A-226AC09DAF9F}" srcOrd="0" destOrd="0" presId="urn:microsoft.com/office/officeart/2005/8/layout/hierarchy1"/>
    <dgm:cxn modelId="{C3C3DDDD-DCBC-4E1A-826B-755B456BFD02}" type="presParOf" srcId="{26691666-671E-40A0-AD53-32870021BE42}" destId="{4A3C4E53-6AB9-4DA9-8097-C997E75108CE}" srcOrd="1" destOrd="0" presId="urn:microsoft.com/office/officeart/2005/8/layout/hierarchy1"/>
    <dgm:cxn modelId="{E467B937-B1B9-4553-AC1A-F0ADD33B6286}" type="presParOf" srcId="{F32E73B4-33EE-4C9D-A484-302F9B92EFE8}" destId="{269C288F-1B57-49BD-A6B4-75F77A71F1C2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5117F689-734C-4A85-884B-B91F47484A30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F8822C9E-4AAF-4930-9903-354448570179}">
      <dgm:prSet/>
      <dgm:spPr/>
      <dgm:t>
        <a:bodyPr/>
        <a:lstStyle/>
        <a:p>
          <a:r>
            <a:rPr lang="en-US"/>
            <a:t>Yield loss 10–30%</a:t>
          </a:r>
        </a:p>
      </dgm:t>
    </dgm:pt>
    <dgm:pt modelId="{2B6DDAF6-32BC-4A35-9B5B-E0574CCAD546}" type="parTrans" cxnId="{4C3B540E-98B7-4CC5-83C2-2663E5C1E948}">
      <dgm:prSet/>
      <dgm:spPr/>
      <dgm:t>
        <a:bodyPr/>
        <a:lstStyle/>
        <a:p>
          <a:endParaRPr lang="en-US"/>
        </a:p>
      </dgm:t>
    </dgm:pt>
    <dgm:pt modelId="{069D9A1A-1D65-4487-9C82-A1253F43B301}" type="sibTrans" cxnId="{4C3B540E-98B7-4CC5-83C2-2663E5C1E948}">
      <dgm:prSet/>
      <dgm:spPr/>
      <dgm:t>
        <a:bodyPr/>
        <a:lstStyle/>
        <a:p>
          <a:endParaRPr lang="en-US"/>
        </a:p>
      </dgm:t>
    </dgm:pt>
    <dgm:pt modelId="{5C23FDA4-3AAC-4F6D-94ED-81A9D5BD27D5}">
      <dgm:prSet/>
      <dgm:spPr/>
      <dgm:t>
        <a:bodyPr/>
        <a:lstStyle/>
        <a:p>
          <a:r>
            <a:rPr lang="en-US"/>
            <a:t>Over-irrigation practices</a:t>
          </a:r>
        </a:p>
      </dgm:t>
    </dgm:pt>
    <dgm:pt modelId="{FAD9406B-8106-45A2-B7CF-1644F3749D0B}" type="parTrans" cxnId="{01A625BC-6BC0-4F5C-AFE8-1EF865BC88B4}">
      <dgm:prSet/>
      <dgm:spPr/>
      <dgm:t>
        <a:bodyPr/>
        <a:lstStyle/>
        <a:p>
          <a:endParaRPr lang="en-US"/>
        </a:p>
      </dgm:t>
    </dgm:pt>
    <dgm:pt modelId="{F386D7A1-BCA6-4ACA-A53C-CE2DAC36B1C5}" type="sibTrans" cxnId="{01A625BC-6BC0-4F5C-AFE8-1EF865BC88B4}">
      <dgm:prSet/>
      <dgm:spPr/>
      <dgm:t>
        <a:bodyPr/>
        <a:lstStyle/>
        <a:p>
          <a:endParaRPr lang="en-US"/>
        </a:p>
      </dgm:t>
    </dgm:pt>
    <dgm:pt modelId="{FD59E3B5-53F6-4E9E-A44E-D40C10EABF16}">
      <dgm:prSet/>
      <dgm:spPr/>
      <dgm:t>
        <a:bodyPr/>
        <a:lstStyle/>
        <a:p>
          <a:r>
            <a:rPr lang="en-US"/>
            <a:t>Soil salinity impacts productivity</a:t>
          </a:r>
        </a:p>
      </dgm:t>
    </dgm:pt>
    <dgm:pt modelId="{A8A0FD81-F863-477B-98AB-5CD9146C33C2}" type="parTrans" cxnId="{9E1CCECC-E95A-428E-B814-F6B412E8D624}">
      <dgm:prSet/>
      <dgm:spPr/>
      <dgm:t>
        <a:bodyPr/>
        <a:lstStyle/>
        <a:p>
          <a:endParaRPr lang="en-US"/>
        </a:p>
      </dgm:t>
    </dgm:pt>
    <dgm:pt modelId="{95EA79A2-7FE2-464E-925F-14090FE0DA4A}" type="sibTrans" cxnId="{9E1CCECC-E95A-428E-B814-F6B412E8D624}">
      <dgm:prSet/>
      <dgm:spPr/>
      <dgm:t>
        <a:bodyPr/>
        <a:lstStyle/>
        <a:p>
          <a:endParaRPr lang="en-US"/>
        </a:p>
      </dgm:t>
    </dgm:pt>
    <dgm:pt modelId="{DF5A9D29-9834-4D56-94EE-F2D0005A4C78}">
      <dgm:prSet/>
      <dgm:spPr/>
      <dgm:t>
        <a:bodyPr/>
        <a:lstStyle/>
        <a:p>
          <a:r>
            <a:rPr lang="en-US"/>
            <a:t>Reduced farmer income</a:t>
          </a:r>
        </a:p>
      </dgm:t>
    </dgm:pt>
    <dgm:pt modelId="{ED9E0F7E-41DB-420C-874F-6CEB52AB1AF0}" type="parTrans" cxnId="{767AD3CD-6933-42AC-BEFC-80AC1AE258FC}">
      <dgm:prSet/>
      <dgm:spPr/>
      <dgm:t>
        <a:bodyPr/>
        <a:lstStyle/>
        <a:p>
          <a:endParaRPr lang="en-US"/>
        </a:p>
      </dgm:t>
    </dgm:pt>
    <dgm:pt modelId="{9474E9BB-DB73-42CB-B223-DFCBDDCE119B}" type="sibTrans" cxnId="{767AD3CD-6933-42AC-BEFC-80AC1AE258FC}">
      <dgm:prSet/>
      <dgm:spPr/>
      <dgm:t>
        <a:bodyPr/>
        <a:lstStyle/>
        <a:p>
          <a:endParaRPr lang="en-US"/>
        </a:p>
      </dgm:t>
    </dgm:pt>
    <dgm:pt modelId="{4A3E729A-10D7-49EF-B52F-9ADB9A37AEC6}" type="pres">
      <dgm:prSet presAssocID="{5117F689-734C-4A85-884B-B91F47484A30}" presName="root" presStyleCnt="0">
        <dgm:presLayoutVars>
          <dgm:dir/>
          <dgm:resizeHandles val="exact"/>
        </dgm:presLayoutVars>
      </dgm:prSet>
      <dgm:spPr/>
    </dgm:pt>
    <dgm:pt modelId="{A9449BFD-8D19-4ABD-9ED1-A2D412B5DB31}" type="pres">
      <dgm:prSet presAssocID="{F8822C9E-4AAF-4930-9903-354448570179}" presName="compNode" presStyleCnt="0"/>
      <dgm:spPr/>
    </dgm:pt>
    <dgm:pt modelId="{E33D9AAE-5B7D-4FBA-ACC0-A701415D369F}" type="pres">
      <dgm:prSet presAssocID="{F8822C9E-4AAF-4930-9903-354448570179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bidden"/>
        </a:ext>
      </dgm:extLst>
    </dgm:pt>
    <dgm:pt modelId="{6BC1FF62-2174-4C29-B5EF-23D79E1ADFDA}" type="pres">
      <dgm:prSet presAssocID="{F8822C9E-4AAF-4930-9903-354448570179}" presName="spaceRect" presStyleCnt="0"/>
      <dgm:spPr/>
    </dgm:pt>
    <dgm:pt modelId="{9D71AC16-4CF4-49F3-AC1A-F2D66AF1D74D}" type="pres">
      <dgm:prSet presAssocID="{F8822C9E-4AAF-4930-9903-354448570179}" presName="textRect" presStyleLbl="revTx" presStyleIdx="0" presStyleCnt="4">
        <dgm:presLayoutVars>
          <dgm:chMax val="1"/>
          <dgm:chPref val="1"/>
        </dgm:presLayoutVars>
      </dgm:prSet>
      <dgm:spPr/>
    </dgm:pt>
    <dgm:pt modelId="{8B8B2F96-6F20-4D55-B464-8EA76217E581}" type="pres">
      <dgm:prSet presAssocID="{069D9A1A-1D65-4487-9C82-A1253F43B301}" presName="sibTrans" presStyleCnt="0"/>
      <dgm:spPr/>
    </dgm:pt>
    <dgm:pt modelId="{AD4CDC34-8AAC-419F-911C-3B4B58CB4634}" type="pres">
      <dgm:prSet presAssocID="{5C23FDA4-3AAC-4F6D-94ED-81A9D5BD27D5}" presName="compNode" presStyleCnt="0"/>
      <dgm:spPr/>
    </dgm:pt>
    <dgm:pt modelId="{0E818F3F-51D4-43B7-8116-6142EEEDC474}" type="pres">
      <dgm:prSet presAssocID="{5C23FDA4-3AAC-4F6D-94ED-81A9D5BD27D5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ter"/>
        </a:ext>
      </dgm:extLst>
    </dgm:pt>
    <dgm:pt modelId="{CAFA8BDB-90B7-4D7F-8033-4E95B4DB1C71}" type="pres">
      <dgm:prSet presAssocID="{5C23FDA4-3AAC-4F6D-94ED-81A9D5BD27D5}" presName="spaceRect" presStyleCnt="0"/>
      <dgm:spPr/>
    </dgm:pt>
    <dgm:pt modelId="{442F3615-1A8B-4905-8EE3-B80830E3A192}" type="pres">
      <dgm:prSet presAssocID="{5C23FDA4-3AAC-4F6D-94ED-81A9D5BD27D5}" presName="textRect" presStyleLbl="revTx" presStyleIdx="1" presStyleCnt="4">
        <dgm:presLayoutVars>
          <dgm:chMax val="1"/>
          <dgm:chPref val="1"/>
        </dgm:presLayoutVars>
      </dgm:prSet>
      <dgm:spPr/>
    </dgm:pt>
    <dgm:pt modelId="{2ED7144F-1609-4129-B67C-304293E838CF}" type="pres">
      <dgm:prSet presAssocID="{F386D7A1-BCA6-4ACA-A53C-CE2DAC36B1C5}" presName="sibTrans" presStyleCnt="0"/>
      <dgm:spPr/>
    </dgm:pt>
    <dgm:pt modelId="{10DDACA9-AA09-40AC-A8E5-F45F60028612}" type="pres">
      <dgm:prSet presAssocID="{FD59E3B5-53F6-4E9E-A44E-D40C10EABF16}" presName="compNode" presStyleCnt="0"/>
      <dgm:spPr/>
    </dgm:pt>
    <dgm:pt modelId="{A650264D-2C83-4B46-B0E1-2A6D895944F3}" type="pres">
      <dgm:prSet presAssocID="{FD59E3B5-53F6-4E9E-A44E-D40C10EABF16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nt"/>
        </a:ext>
      </dgm:extLst>
    </dgm:pt>
    <dgm:pt modelId="{D3DB0044-67A3-4BD9-B538-1304EDAD5219}" type="pres">
      <dgm:prSet presAssocID="{FD59E3B5-53F6-4E9E-A44E-D40C10EABF16}" presName="spaceRect" presStyleCnt="0"/>
      <dgm:spPr/>
    </dgm:pt>
    <dgm:pt modelId="{F10D7714-9746-48A6-904C-2AAFDD8D5D89}" type="pres">
      <dgm:prSet presAssocID="{FD59E3B5-53F6-4E9E-A44E-D40C10EABF16}" presName="textRect" presStyleLbl="revTx" presStyleIdx="2" presStyleCnt="4">
        <dgm:presLayoutVars>
          <dgm:chMax val="1"/>
          <dgm:chPref val="1"/>
        </dgm:presLayoutVars>
      </dgm:prSet>
      <dgm:spPr/>
    </dgm:pt>
    <dgm:pt modelId="{46F414EF-716A-4442-B21D-6D406E390341}" type="pres">
      <dgm:prSet presAssocID="{95EA79A2-7FE2-464E-925F-14090FE0DA4A}" presName="sibTrans" presStyleCnt="0"/>
      <dgm:spPr/>
    </dgm:pt>
    <dgm:pt modelId="{F80D6DF1-A623-4D78-81F5-2A22E647EB1B}" type="pres">
      <dgm:prSet presAssocID="{DF5A9D29-9834-4D56-94EE-F2D0005A4C78}" presName="compNode" presStyleCnt="0"/>
      <dgm:spPr/>
    </dgm:pt>
    <dgm:pt modelId="{F2753BA3-DEC6-4D10-AB30-6D8C2A466B4B}" type="pres">
      <dgm:prSet presAssocID="{DF5A9D29-9834-4D56-94EE-F2D0005A4C78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w"/>
        </a:ext>
      </dgm:extLst>
    </dgm:pt>
    <dgm:pt modelId="{8DC2C24B-79C8-4B74-BD3B-15EBEF5A43FC}" type="pres">
      <dgm:prSet presAssocID="{DF5A9D29-9834-4D56-94EE-F2D0005A4C78}" presName="spaceRect" presStyleCnt="0"/>
      <dgm:spPr/>
    </dgm:pt>
    <dgm:pt modelId="{FCEC6255-CF91-417E-A87F-F0212C9353A9}" type="pres">
      <dgm:prSet presAssocID="{DF5A9D29-9834-4D56-94EE-F2D0005A4C78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4C3B540E-98B7-4CC5-83C2-2663E5C1E948}" srcId="{5117F689-734C-4A85-884B-B91F47484A30}" destId="{F8822C9E-4AAF-4930-9903-354448570179}" srcOrd="0" destOrd="0" parTransId="{2B6DDAF6-32BC-4A35-9B5B-E0574CCAD546}" sibTransId="{069D9A1A-1D65-4487-9C82-A1253F43B301}"/>
    <dgm:cxn modelId="{68074957-E5CD-4E23-826D-B4BE0403BFB5}" type="presOf" srcId="{5C23FDA4-3AAC-4F6D-94ED-81A9D5BD27D5}" destId="{442F3615-1A8B-4905-8EE3-B80830E3A192}" srcOrd="0" destOrd="0" presId="urn:microsoft.com/office/officeart/2018/2/layout/IconLabelList"/>
    <dgm:cxn modelId="{3B0487A2-1260-4819-A908-66C3E6C318E5}" type="presOf" srcId="{F8822C9E-4AAF-4930-9903-354448570179}" destId="{9D71AC16-4CF4-49F3-AC1A-F2D66AF1D74D}" srcOrd="0" destOrd="0" presId="urn:microsoft.com/office/officeart/2018/2/layout/IconLabelList"/>
    <dgm:cxn modelId="{4155EEA8-AA81-4E71-ADC7-052E10722409}" type="presOf" srcId="{5117F689-734C-4A85-884B-B91F47484A30}" destId="{4A3E729A-10D7-49EF-B52F-9ADB9A37AEC6}" srcOrd="0" destOrd="0" presId="urn:microsoft.com/office/officeart/2018/2/layout/IconLabelList"/>
    <dgm:cxn modelId="{E7DBA2B7-BE54-4644-BE69-5BEECCC3628A}" type="presOf" srcId="{DF5A9D29-9834-4D56-94EE-F2D0005A4C78}" destId="{FCEC6255-CF91-417E-A87F-F0212C9353A9}" srcOrd="0" destOrd="0" presId="urn:microsoft.com/office/officeart/2018/2/layout/IconLabelList"/>
    <dgm:cxn modelId="{01A625BC-6BC0-4F5C-AFE8-1EF865BC88B4}" srcId="{5117F689-734C-4A85-884B-B91F47484A30}" destId="{5C23FDA4-3AAC-4F6D-94ED-81A9D5BD27D5}" srcOrd="1" destOrd="0" parTransId="{FAD9406B-8106-45A2-B7CF-1644F3749D0B}" sibTransId="{F386D7A1-BCA6-4ACA-A53C-CE2DAC36B1C5}"/>
    <dgm:cxn modelId="{9E1CCECC-E95A-428E-B814-F6B412E8D624}" srcId="{5117F689-734C-4A85-884B-B91F47484A30}" destId="{FD59E3B5-53F6-4E9E-A44E-D40C10EABF16}" srcOrd="2" destOrd="0" parTransId="{A8A0FD81-F863-477B-98AB-5CD9146C33C2}" sibTransId="{95EA79A2-7FE2-464E-925F-14090FE0DA4A}"/>
    <dgm:cxn modelId="{767AD3CD-6933-42AC-BEFC-80AC1AE258FC}" srcId="{5117F689-734C-4A85-884B-B91F47484A30}" destId="{DF5A9D29-9834-4D56-94EE-F2D0005A4C78}" srcOrd="3" destOrd="0" parTransId="{ED9E0F7E-41DB-420C-874F-6CEB52AB1AF0}" sibTransId="{9474E9BB-DB73-42CB-B223-DFCBDDCE119B}"/>
    <dgm:cxn modelId="{DCE989F6-C89E-4F47-AEB8-F1B7E8C839EB}" type="presOf" srcId="{FD59E3B5-53F6-4E9E-A44E-D40C10EABF16}" destId="{F10D7714-9746-48A6-904C-2AAFDD8D5D89}" srcOrd="0" destOrd="0" presId="urn:microsoft.com/office/officeart/2018/2/layout/IconLabelList"/>
    <dgm:cxn modelId="{99C5B1AD-3A49-4A77-98A6-962280B195D3}" type="presParOf" srcId="{4A3E729A-10D7-49EF-B52F-9ADB9A37AEC6}" destId="{A9449BFD-8D19-4ABD-9ED1-A2D412B5DB31}" srcOrd="0" destOrd="0" presId="urn:microsoft.com/office/officeart/2018/2/layout/IconLabelList"/>
    <dgm:cxn modelId="{ED08BCA0-247C-4557-9459-4F6645290BA1}" type="presParOf" srcId="{A9449BFD-8D19-4ABD-9ED1-A2D412B5DB31}" destId="{E33D9AAE-5B7D-4FBA-ACC0-A701415D369F}" srcOrd="0" destOrd="0" presId="urn:microsoft.com/office/officeart/2018/2/layout/IconLabelList"/>
    <dgm:cxn modelId="{0B9E734D-4777-4C40-9B13-0AD79A085C8F}" type="presParOf" srcId="{A9449BFD-8D19-4ABD-9ED1-A2D412B5DB31}" destId="{6BC1FF62-2174-4C29-B5EF-23D79E1ADFDA}" srcOrd="1" destOrd="0" presId="urn:microsoft.com/office/officeart/2018/2/layout/IconLabelList"/>
    <dgm:cxn modelId="{907BE902-8F27-46B3-8E18-AC44CD5E53B6}" type="presParOf" srcId="{A9449BFD-8D19-4ABD-9ED1-A2D412B5DB31}" destId="{9D71AC16-4CF4-49F3-AC1A-F2D66AF1D74D}" srcOrd="2" destOrd="0" presId="urn:microsoft.com/office/officeart/2018/2/layout/IconLabelList"/>
    <dgm:cxn modelId="{8D02CEB6-4063-4982-B7EB-0C7D56DF90DC}" type="presParOf" srcId="{4A3E729A-10D7-49EF-B52F-9ADB9A37AEC6}" destId="{8B8B2F96-6F20-4D55-B464-8EA76217E581}" srcOrd="1" destOrd="0" presId="urn:microsoft.com/office/officeart/2018/2/layout/IconLabelList"/>
    <dgm:cxn modelId="{2DAE37F9-66D9-4169-A202-0CFD82D296FC}" type="presParOf" srcId="{4A3E729A-10D7-49EF-B52F-9ADB9A37AEC6}" destId="{AD4CDC34-8AAC-419F-911C-3B4B58CB4634}" srcOrd="2" destOrd="0" presId="urn:microsoft.com/office/officeart/2018/2/layout/IconLabelList"/>
    <dgm:cxn modelId="{C38FE228-D370-4377-B40C-12EBF3A23B4F}" type="presParOf" srcId="{AD4CDC34-8AAC-419F-911C-3B4B58CB4634}" destId="{0E818F3F-51D4-43B7-8116-6142EEEDC474}" srcOrd="0" destOrd="0" presId="urn:microsoft.com/office/officeart/2018/2/layout/IconLabelList"/>
    <dgm:cxn modelId="{80D33CC7-2CA3-4199-9DE9-AF0FFEA178BB}" type="presParOf" srcId="{AD4CDC34-8AAC-419F-911C-3B4B58CB4634}" destId="{CAFA8BDB-90B7-4D7F-8033-4E95B4DB1C71}" srcOrd="1" destOrd="0" presId="urn:microsoft.com/office/officeart/2018/2/layout/IconLabelList"/>
    <dgm:cxn modelId="{94C7F889-EE46-4B52-8322-0025877121BE}" type="presParOf" srcId="{AD4CDC34-8AAC-419F-911C-3B4B58CB4634}" destId="{442F3615-1A8B-4905-8EE3-B80830E3A192}" srcOrd="2" destOrd="0" presId="urn:microsoft.com/office/officeart/2018/2/layout/IconLabelList"/>
    <dgm:cxn modelId="{A66F91B0-A956-4866-B280-3A643153E030}" type="presParOf" srcId="{4A3E729A-10D7-49EF-B52F-9ADB9A37AEC6}" destId="{2ED7144F-1609-4129-B67C-304293E838CF}" srcOrd="3" destOrd="0" presId="urn:microsoft.com/office/officeart/2018/2/layout/IconLabelList"/>
    <dgm:cxn modelId="{CD9E3D4E-83CF-445B-B694-84115F0AD7A8}" type="presParOf" srcId="{4A3E729A-10D7-49EF-B52F-9ADB9A37AEC6}" destId="{10DDACA9-AA09-40AC-A8E5-F45F60028612}" srcOrd="4" destOrd="0" presId="urn:microsoft.com/office/officeart/2018/2/layout/IconLabelList"/>
    <dgm:cxn modelId="{386E18BC-54A2-49A6-B2FF-1FF6775B4199}" type="presParOf" srcId="{10DDACA9-AA09-40AC-A8E5-F45F60028612}" destId="{A650264D-2C83-4B46-B0E1-2A6D895944F3}" srcOrd="0" destOrd="0" presId="urn:microsoft.com/office/officeart/2018/2/layout/IconLabelList"/>
    <dgm:cxn modelId="{60A5ADC0-B981-443E-BEC7-178110AAD182}" type="presParOf" srcId="{10DDACA9-AA09-40AC-A8E5-F45F60028612}" destId="{D3DB0044-67A3-4BD9-B538-1304EDAD5219}" srcOrd="1" destOrd="0" presId="urn:microsoft.com/office/officeart/2018/2/layout/IconLabelList"/>
    <dgm:cxn modelId="{1E9C8FA3-77B1-42AA-8C55-4D2C935774B2}" type="presParOf" srcId="{10DDACA9-AA09-40AC-A8E5-F45F60028612}" destId="{F10D7714-9746-48A6-904C-2AAFDD8D5D89}" srcOrd="2" destOrd="0" presId="urn:microsoft.com/office/officeart/2018/2/layout/IconLabelList"/>
    <dgm:cxn modelId="{D516D5EB-1F13-4625-870A-2514C799B794}" type="presParOf" srcId="{4A3E729A-10D7-49EF-B52F-9ADB9A37AEC6}" destId="{46F414EF-716A-4442-B21D-6D406E390341}" srcOrd="5" destOrd="0" presId="urn:microsoft.com/office/officeart/2018/2/layout/IconLabelList"/>
    <dgm:cxn modelId="{90C60779-8144-4090-BBAF-EACC9D03ADFE}" type="presParOf" srcId="{4A3E729A-10D7-49EF-B52F-9ADB9A37AEC6}" destId="{F80D6DF1-A623-4D78-81F5-2A22E647EB1B}" srcOrd="6" destOrd="0" presId="urn:microsoft.com/office/officeart/2018/2/layout/IconLabelList"/>
    <dgm:cxn modelId="{36528483-C170-4239-AF92-44FB0B8136A4}" type="presParOf" srcId="{F80D6DF1-A623-4D78-81F5-2A22E647EB1B}" destId="{F2753BA3-DEC6-4D10-AB30-6D8C2A466B4B}" srcOrd="0" destOrd="0" presId="urn:microsoft.com/office/officeart/2018/2/layout/IconLabelList"/>
    <dgm:cxn modelId="{A58743B9-49CB-4675-964C-041C13CD84CD}" type="presParOf" srcId="{F80D6DF1-A623-4D78-81F5-2A22E647EB1B}" destId="{8DC2C24B-79C8-4B74-BD3B-15EBEF5A43FC}" srcOrd="1" destOrd="0" presId="urn:microsoft.com/office/officeart/2018/2/layout/IconLabelList"/>
    <dgm:cxn modelId="{DDA36B1C-5E53-4975-A65A-D358429E9686}" type="presParOf" srcId="{F80D6DF1-A623-4D78-81F5-2A22E647EB1B}" destId="{FCEC6255-CF91-417E-A87F-F0212C9353A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83E8F8B8-507D-4AED-AB72-25A2568AB1DF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07AC6797-4AE6-4E90-9414-ED76BDDFE4D4}">
      <dgm:prSet/>
      <dgm:spPr/>
      <dgm:t>
        <a:bodyPr/>
        <a:lstStyle/>
        <a:p>
          <a:r>
            <a:rPr lang="en-US"/>
            <a:t>Pollution and eutrophication</a:t>
          </a:r>
        </a:p>
      </dgm:t>
    </dgm:pt>
    <dgm:pt modelId="{87BEC736-108B-4575-B23F-1048EF9A7496}" type="parTrans" cxnId="{E24FF394-DBC1-4489-B647-C6399D4B2867}">
      <dgm:prSet/>
      <dgm:spPr/>
      <dgm:t>
        <a:bodyPr/>
        <a:lstStyle/>
        <a:p>
          <a:endParaRPr lang="en-US"/>
        </a:p>
      </dgm:t>
    </dgm:pt>
    <dgm:pt modelId="{28F752F9-8B50-4EAC-B4F5-8EB99685AD51}" type="sibTrans" cxnId="{E24FF394-DBC1-4489-B647-C6399D4B2867}">
      <dgm:prSet/>
      <dgm:spPr/>
      <dgm:t>
        <a:bodyPr/>
        <a:lstStyle/>
        <a:p>
          <a:endParaRPr lang="en-US"/>
        </a:p>
      </dgm:t>
    </dgm:pt>
    <dgm:pt modelId="{8DC4903F-A1EB-4D2F-9E46-7C7EFBBF13AF}">
      <dgm:prSet/>
      <dgm:spPr/>
      <dgm:t>
        <a:bodyPr/>
        <a:lstStyle/>
        <a:p>
          <a:r>
            <a:rPr lang="en-US"/>
            <a:t>Biodiversity loss</a:t>
          </a:r>
        </a:p>
      </dgm:t>
    </dgm:pt>
    <dgm:pt modelId="{EAAA99AD-A724-4028-9F6B-1575C161C5F5}" type="parTrans" cxnId="{298E0047-FC5B-43F2-B776-FD6C48CA09AC}">
      <dgm:prSet/>
      <dgm:spPr/>
      <dgm:t>
        <a:bodyPr/>
        <a:lstStyle/>
        <a:p>
          <a:endParaRPr lang="en-US"/>
        </a:p>
      </dgm:t>
    </dgm:pt>
    <dgm:pt modelId="{A7C11E8F-153A-404D-9CCA-272816FF5938}" type="sibTrans" cxnId="{298E0047-FC5B-43F2-B776-FD6C48CA09AC}">
      <dgm:prSet/>
      <dgm:spPr/>
      <dgm:t>
        <a:bodyPr/>
        <a:lstStyle/>
        <a:p>
          <a:endParaRPr lang="en-US"/>
        </a:p>
      </dgm:t>
    </dgm:pt>
    <dgm:pt modelId="{7E16E506-42A3-495A-BFCE-6A3F6DEC3496}">
      <dgm:prSet/>
      <dgm:spPr/>
      <dgm:t>
        <a:bodyPr/>
        <a:lstStyle/>
        <a:p>
          <a:r>
            <a:rPr lang="en-US"/>
            <a:t>Impact on fisheries</a:t>
          </a:r>
        </a:p>
      </dgm:t>
    </dgm:pt>
    <dgm:pt modelId="{13C44002-AEEC-4BB9-9636-C729817760C3}" type="parTrans" cxnId="{D7DAD36E-5C0E-4FCD-A6D6-8CF95603BCFE}">
      <dgm:prSet/>
      <dgm:spPr/>
      <dgm:t>
        <a:bodyPr/>
        <a:lstStyle/>
        <a:p>
          <a:endParaRPr lang="en-US"/>
        </a:p>
      </dgm:t>
    </dgm:pt>
    <dgm:pt modelId="{C5B6169E-C827-459A-A560-2AAA8E199C09}" type="sibTrans" cxnId="{D7DAD36E-5C0E-4FCD-A6D6-8CF95603BCFE}">
      <dgm:prSet/>
      <dgm:spPr/>
      <dgm:t>
        <a:bodyPr/>
        <a:lstStyle/>
        <a:p>
          <a:endParaRPr lang="en-US"/>
        </a:p>
      </dgm:t>
    </dgm:pt>
    <dgm:pt modelId="{49963B50-87E5-430D-B696-0F79EA38C727}">
      <dgm:prSet/>
      <dgm:spPr/>
      <dgm:t>
        <a:bodyPr/>
        <a:lstStyle/>
        <a:p>
          <a:r>
            <a:rPr lang="en-US"/>
            <a:t>Hidden economic costs</a:t>
          </a:r>
        </a:p>
      </dgm:t>
    </dgm:pt>
    <dgm:pt modelId="{64D2A919-F3D1-40F7-8246-B5A7FA5C0EFE}" type="parTrans" cxnId="{3307C75B-0FC7-4A32-B064-329816DA3664}">
      <dgm:prSet/>
      <dgm:spPr/>
      <dgm:t>
        <a:bodyPr/>
        <a:lstStyle/>
        <a:p>
          <a:endParaRPr lang="en-US"/>
        </a:p>
      </dgm:t>
    </dgm:pt>
    <dgm:pt modelId="{9FE9653B-9A45-4DC2-9FC6-F06C9F82E076}" type="sibTrans" cxnId="{3307C75B-0FC7-4A32-B064-329816DA3664}">
      <dgm:prSet/>
      <dgm:spPr/>
      <dgm:t>
        <a:bodyPr/>
        <a:lstStyle/>
        <a:p>
          <a:endParaRPr lang="en-US"/>
        </a:p>
      </dgm:t>
    </dgm:pt>
    <dgm:pt modelId="{6488682E-DD78-4626-B9FE-24B6DFABCD96}" type="pres">
      <dgm:prSet presAssocID="{83E8F8B8-507D-4AED-AB72-25A2568AB1DF}" presName="root" presStyleCnt="0">
        <dgm:presLayoutVars>
          <dgm:dir/>
          <dgm:resizeHandles val="exact"/>
        </dgm:presLayoutVars>
      </dgm:prSet>
      <dgm:spPr/>
    </dgm:pt>
    <dgm:pt modelId="{703F49FF-351C-4D71-9CA4-4BAB1EDDEDDB}" type="pres">
      <dgm:prSet presAssocID="{07AC6797-4AE6-4E90-9414-ED76BDDFE4D4}" presName="compNode" presStyleCnt="0"/>
      <dgm:spPr/>
    </dgm:pt>
    <dgm:pt modelId="{26BC070B-F69F-49CD-8F12-B8382CABA15A}" type="pres">
      <dgm:prSet presAssocID="{07AC6797-4AE6-4E90-9414-ED76BDDFE4D4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duous tree"/>
        </a:ext>
      </dgm:extLst>
    </dgm:pt>
    <dgm:pt modelId="{5A9EEFE7-2BEA-45F9-9A54-394D3D5BEBB8}" type="pres">
      <dgm:prSet presAssocID="{07AC6797-4AE6-4E90-9414-ED76BDDFE4D4}" presName="spaceRect" presStyleCnt="0"/>
      <dgm:spPr/>
    </dgm:pt>
    <dgm:pt modelId="{BF924F7E-B668-49CC-8FDB-C0C17DA3C947}" type="pres">
      <dgm:prSet presAssocID="{07AC6797-4AE6-4E90-9414-ED76BDDFE4D4}" presName="textRect" presStyleLbl="revTx" presStyleIdx="0" presStyleCnt="4">
        <dgm:presLayoutVars>
          <dgm:chMax val="1"/>
          <dgm:chPref val="1"/>
        </dgm:presLayoutVars>
      </dgm:prSet>
      <dgm:spPr/>
    </dgm:pt>
    <dgm:pt modelId="{1F86848F-2510-47DD-AE14-A1880E1C1B36}" type="pres">
      <dgm:prSet presAssocID="{28F752F9-8B50-4EAC-B4F5-8EB99685AD51}" presName="sibTrans" presStyleCnt="0"/>
      <dgm:spPr/>
    </dgm:pt>
    <dgm:pt modelId="{5653E026-D3C7-4AC0-ABCD-EE64049C72AF}" type="pres">
      <dgm:prSet presAssocID="{8DC4903F-A1EB-4D2F-9E46-7C7EFBBF13AF}" presName="compNode" presStyleCnt="0"/>
      <dgm:spPr/>
    </dgm:pt>
    <dgm:pt modelId="{10073E64-3890-46F0-9E9F-3626E5464989}" type="pres">
      <dgm:prSet presAssocID="{8DC4903F-A1EB-4D2F-9E46-7C7EFBBF13AF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r tree"/>
        </a:ext>
      </dgm:extLst>
    </dgm:pt>
    <dgm:pt modelId="{434A1BF8-FAEF-4017-BE23-8EC9AFCEF6F7}" type="pres">
      <dgm:prSet presAssocID="{8DC4903F-A1EB-4D2F-9E46-7C7EFBBF13AF}" presName="spaceRect" presStyleCnt="0"/>
      <dgm:spPr/>
    </dgm:pt>
    <dgm:pt modelId="{064CEE48-4AA3-4378-89C7-8BD5F5E186E6}" type="pres">
      <dgm:prSet presAssocID="{8DC4903F-A1EB-4D2F-9E46-7C7EFBBF13AF}" presName="textRect" presStyleLbl="revTx" presStyleIdx="1" presStyleCnt="4">
        <dgm:presLayoutVars>
          <dgm:chMax val="1"/>
          <dgm:chPref val="1"/>
        </dgm:presLayoutVars>
      </dgm:prSet>
      <dgm:spPr/>
    </dgm:pt>
    <dgm:pt modelId="{1FB3E62C-64A1-45DB-8186-20259DA9D861}" type="pres">
      <dgm:prSet presAssocID="{A7C11E8F-153A-404D-9CCA-272816FF5938}" presName="sibTrans" presStyleCnt="0"/>
      <dgm:spPr/>
    </dgm:pt>
    <dgm:pt modelId="{7B79734F-5AB6-40EF-9F36-9D38254F6D42}" type="pres">
      <dgm:prSet presAssocID="{7E16E506-42A3-495A-BFCE-6A3F6DEC3496}" presName="compNode" presStyleCnt="0"/>
      <dgm:spPr/>
    </dgm:pt>
    <dgm:pt modelId="{5FFE2B7E-BC3F-4CA7-857E-E9AF5190A587}" type="pres">
      <dgm:prSet presAssocID="{7E16E506-42A3-495A-BFCE-6A3F6DEC3496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sh"/>
        </a:ext>
      </dgm:extLst>
    </dgm:pt>
    <dgm:pt modelId="{5B7336AD-C2F3-4EFA-A130-115312F91D90}" type="pres">
      <dgm:prSet presAssocID="{7E16E506-42A3-495A-BFCE-6A3F6DEC3496}" presName="spaceRect" presStyleCnt="0"/>
      <dgm:spPr/>
    </dgm:pt>
    <dgm:pt modelId="{4BFF9036-6AD0-407F-86C1-DC33FDB1B142}" type="pres">
      <dgm:prSet presAssocID="{7E16E506-42A3-495A-BFCE-6A3F6DEC3496}" presName="textRect" presStyleLbl="revTx" presStyleIdx="2" presStyleCnt="4">
        <dgm:presLayoutVars>
          <dgm:chMax val="1"/>
          <dgm:chPref val="1"/>
        </dgm:presLayoutVars>
      </dgm:prSet>
      <dgm:spPr/>
    </dgm:pt>
    <dgm:pt modelId="{1C42489B-D0C9-4B9F-BF5B-620515321D07}" type="pres">
      <dgm:prSet presAssocID="{C5B6169E-C827-459A-A560-2AAA8E199C09}" presName="sibTrans" presStyleCnt="0"/>
      <dgm:spPr/>
    </dgm:pt>
    <dgm:pt modelId="{0CBF73A2-EAE2-4F36-BE80-64D18B51D902}" type="pres">
      <dgm:prSet presAssocID="{49963B50-87E5-430D-B696-0F79EA38C727}" presName="compNode" presStyleCnt="0"/>
      <dgm:spPr/>
    </dgm:pt>
    <dgm:pt modelId="{23AF954D-427D-4BC3-B6BD-32291E81A863}" type="pres">
      <dgm:prSet presAssocID="{49963B50-87E5-430D-B696-0F79EA38C727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66FFADD9-DBA3-4FB5-8C37-A425BFD4A0C1}" type="pres">
      <dgm:prSet presAssocID="{49963B50-87E5-430D-B696-0F79EA38C727}" presName="spaceRect" presStyleCnt="0"/>
      <dgm:spPr/>
    </dgm:pt>
    <dgm:pt modelId="{4E246F99-2D82-4EDD-A6FC-5A65AA408FA9}" type="pres">
      <dgm:prSet presAssocID="{49963B50-87E5-430D-B696-0F79EA38C72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1D93419-31AC-40C1-B74B-710E3C595EE2}" type="presOf" srcId="{49963B50-87E5-430D-B696-0F79EA38C727}" destId="{4E246F99-2D82-4EDD-A6FC-5A65AA408FA9}" srcOrd="0" destOrd="0" presId="urn:microsoft.com/office/officeart/2018/2/layout/IconLabelList"/>
    <dgm:cxn modelId="{3307C75B-0FC7-4A32-B064-329816DA3664}" srcId="{83E8F8B8-507D-4AED-AB72-25A2568AB1DF}" destId="{49963B50-87E5-430D-B696-0F79EA38C727}" srcOrd="3" destOrd="0" parTransId="{64D2A919-F3D1-40F7-8246-B5A7FA5C0EFE}" sibTransId="{9FE9653B-9A45-4DC2-9FC6-F06C9F82E076}"/>
    <dgm:cxn modelId="{22522B62-7FC9-434A-ACE1-61724DFB5AEC}" type="presOf" srcId="{8DC4903F-A1EB-4D2F-9E46-7C7EFBBF13AF}" destId="{064CEE48-4AA3-4378-89C7-8BD5F5E186E6}" srcOrd="0" destOrd="0" presId="urn:microsoft.com/office/officeart/2018/2/layout/IconLabelList"/>
    <dgm:cxn modelId="{298E0047-FC5B-43F2-B776-FD6C48CA09AC}" srcId="{83E8F8B8-507D-4AED-AB72-25A2568AB1DF}" destId="{8DC4903F-A1EB-4D2F-9E46-7C7EFBBF13AF}" srcOrd="1" destOrd="0" parTransId="{EAAA99AD-A724-4028-9F6B-1575C161C5F5}" sibTransId="{A7C11E8F-153A-404D-9CCA-272816FF5938}"/>
    <dgm:cxn modelId="{D7DAD36E-5C0E-4FCD-A6D6-8CF95603BCFE}" srcId="{83E8F8B8-507D-4AED-AB72-25A2568AB1DF}" destId="{7E16E506-42A3-495A-BFCE-6A3F6DEC3496}" srcOrd="2" destOrd="0" parTransId="{13C44002-AEEC-4BB9-9636-C729817760C3}" sibTransId="{C5B6169E-C827-459A-A560-2AAA8E199C09}"/>
    <dgm:cxn modelId="{E24FF394-DBC1-4489-B647-C6399D4B2867}" srcId="{83E8F8B8-507D-4AED-AB72-25A2568AB1DF}" destId="{07AC6797-4AE6-4E90-9414-ED76BDDFE4D4}" srcOrd="0" destOrd="0" parTransId="{87BEC736-108B-4575-B23F-1048EF9A7496}" sibTransId="{28F752F9-8B50-4EAC-B4F5-8EB99685AD51}"/>
    <dgm:cxn modelId="{82343EA4-1D77-4B4D-A375-A89EAE67FA7A}" type="presOf" srcId="{83E8F8B8-507D-4AED-AB72-25A2568AB1DF}" destId="{6488682E-DD78-4626-B9FE-24B6DFABCD96}" srcOrd="0" destOrd="0" presId="urn:microsoft.com/office/officeart/2018/2/layout/IconLabelList"/>
    <dgm:cxn modelId="{A3FB1BA9-CEA9-4319-8425-2FF963E1064B}" type="presOf" srcId="{7E16E506-42A3-495A-BFCE-6A3F6DEC3496}" destId="{4BFF9036-6AD0-407F-86C1-DC33FDB1B142}" srcOrd="0" destOrd="0" presId="urn:microsoft.com/office/officeart/2018/2/layout/IconLabelList"/>
    <dgm:cxn modelId="{080346E4-FDCD-4E69-BDA4-87BCE372FDC2}" type="presOf" srcId="{07AC6797-4AE6-4E90-9414-ED76BDDFE4D4}" destId="{BF924F7E-B668-49CC-8FDB-C0C17DA3C947}" srcOrd="0" destOrd="0" presId="urn:microsoft.com/office/officeart/2018/2/layout/IconLabelList"/>
    <dgm:cxn modelId="{66BB2C1F-2392-4BB8-8608-6043BC47765B}" type="presParOf" srcId="{6488682E-DD78-4626-B9FE-24B6DFABCD96}" destId="{703F49FF-351C-4D71-9CA4-4BAB1EDDEDDB}" srcOrd="0" destOrd="0" presId="urn:microsoft.com/office/officeart/2018/2/layout/IconLabelList"/>
    <dgm:cxn modelId="{577392B5-EAD7-4F99-B77F-459A9A87FF0A}" type="presParOf" srcId="{703F49FF-351C-4D71-9CA4-4BAB1EDDEDDB}" destId="{26BC070B-F69F-49CD-8F12-B8382CABA15A}" srcOrd="0" destOrd="0" presId="urn:microsoft.com/office/officeart/2018/2/layout/IconLabelList"/>
    <dgm:cxn modelId="{DD0B3AB9-70D0-4C4A-AE5C-C33DF3B08C6E}" type="presParOf" srcId="{703F49FF-351C-4D71-9CA4-4BAB1EDDEDDB}" destId="{5A9EEFE7-2BEA-45F9-9A54-394D3D5BEBB8}" srcOrd="1" destOrd="0" presId="urn:microsoft.com/office/officeart/2018/2/layout/IconLabelList"/>
    <dgm:cxn modelId="{8FB7BD86-D10D-4979-9E35-98614D120AD8}" type="presParOf" srcId="{703F49FF-351C-4D71-9CA4-4BAB1EDDEDDB}" destId="{BF924F7E-B668-49CC-8FDB-C0C17DA3C947}" srcOrd="2" destOrd="0" presId="urn:microsoft.com/office/officeart/2018/2/layout/IconLabelList"/>
    <dgm:cxn modelId="{53B1F64B-3BAF-4274-A476-D197786C9513}" type="presParOf" srcId="{6488682E-DD78-4626-B9FE-24B6DFABCD96}" destId="{1F86848F-2510-47DD-AE14-A1880E1C1B36}" srcOrd="1" destOrd="0" presId="urn:microsoft.com/office/officeart/2018/2/layout/IconLabelList"/>
    <dgm:cxn modelId="{A69BC093-BE39-40D9-87B0-AFDFAE360190}" type="presParOf" srcId="{6488682E-DD78-4626-B9FE-24B6DFABCD96}" destId="{5653E026-D3C7-4AC0-ABCD-EE64049C72AF}" srcOrd="2" destOrd="0" presId="urn:microsoft.com/office/officeart/2018/2/layout/IconLabelList"/>
    <dgm:cxn modelId="{36B33865-EFCD-4D21-93EE-A0778BFC1CEA}" type="presParOf" srcId="{5653E026-D3C7-4AC0-ABCD-EE64049C72AF}" destId="{10073E64-3890-46F0-9E9F-3626E5464989}" srcOrd="0" destOrd="0" presId="urn:microsoft.com/office/officeart/2018/2/layout/IconLabelList"/>
    <dgm:cxn modelId="{2178E7B5-5C56-4FA9-B238-C0CAD863A094}" type="presParOf" srcId="{5653E026-D3C7-4AC0-ABCD-EE64049C72AF}" destId="{434A1BF8-FAEF-4017-BE23-8EC9AFCEF6F7}" srcOrd="1" destOrd="0" presId="urn:microsoft.com/office/officeart/2018/2/layout/IconLabelList"/>
    <dgm:cxn modelId="{0C025974-712C-424F-ACC2-BBE06ADA6CD1}" type="presParOf" srcId="{5653E026-D3C7-4AC0-ABCD-EE64049C72AF}" destId="{064CEE48-4AA3-4378-89C7-8BD5F5E186E6}" srcOrd="2" destOrd="0" presId="urn:microsoft.com/office/officeart/2018/2/layout/IconLabelList"/>
    <dgm:cxn modelId="{1D84D476-A930-45CF-A87E-67B8DC6F0B55}" type="presParOf" srcId="{6488682E-DD78-4626-B9FE-24B6DFABCD96}" destId="{1FB3E62C-64A1-45DB-8186-20259DA9D861}" srcOrd="3" destOrd="0" presId="urn:microsoft.com/office/officeart/2018/2/layout/IconLabelList"/>
    <dgm:cxn modelId="{DB71F326-E85B-4B9F-8E64-5D9B598B5D98}" type="presParOf" srcId="{6488682E-DD78-4626-B9FE-24B6DFABCD96}" destId="{7B79734F-5AB6-40EF-9F36-9D38254F6D42}" srcOrd="4" destOrd="0" presId="urn:microsoft.com/office/officeart/2018/2/layout/IconLabelList"/>
    <dgm:cxn modelId="{35E09AC2-B4DF-43E3-B3D4-A39DE0DE247A}" type="presParOf" srcId="{7B79734F-5AB6-40EF-9F36-9D38254F6D42}" destId="{5FFE2B7E-BC3F-4CA7-857E-E9AF5190A587}" srcOrd="0" destOrd="0" presId="urn:microsoft.com/office/officeart/2018/2/layout/IconLabelList"/>
    <dgm:cxn modelId="{C78E43D6-4E7D-4A4F-95EB-F9239F16ABE4}" type="presParOf" srcId="{7B79734F-5AB6-40EF-9F36-9D38254F6D42}" destId="{5B7336AD-C2F3-4EFA-A130-115312F91D90}" srcOrd="1" destOrd="0" presId="urn:microsoft.com/office/officeart/2018/2/layout/IconLabelList"/>
    <dgm:cxn modelId="{EEDCD1B7-83CC-4602-9877-58FE6F7EE781}" type="presParOf" srcId="{7B79734F-5AB6-40EF-9F36-9D38254F6D42}" destId="{4BFF9036-6AD0-407F-86C1-DC33FDB1B142}" srcOrd="2" destOrd="0" presId="urn:microsoft.com/office/officeart/2018/2/layout/IconLabelList"/>
    <dgm:cxn modelId="{671AEBF1-CC0A-46DB-A2A9-965988ABF64D}" type="presParOf" srcId="{6488682E-DD78-4626-B9FE-24B6DFABCD96}" destId="{1C42489B-D0C9-4B9F-BF5B-620515321D07}" srcOrd="5" destOrd="0" presId="urn:microsoft.com/office/officeart/2018/2/layout/IconLabelList"/>
    <dgm:cxn modelId="{BDDCC34D-DFF9-4F44-B305-6C5195B64FFA}" type="presParOf" srcId="{6488682E-DD78-4626-B9FE-24B6DFABCD96}" destId="{0CBF73A2-EAE2-4F36-BE80-64D18B51D902}" srcOrd="6" destOrd="0" presId="urn:microsoft.com/office/officeart/2018/2/layout/IconLabelList"/>
    <dgm:cxn modelId="{D16BCAF1-92C7-4A2B-81E1-B52A19E34E8B}" type="presParOf" srcId="{0CBF73A2-EAE2-4F36-BE80-64D18B51D902}" destId="{23AF954D-427D-4BC3-B6BD-32291E81A863}" srcOrd="0" destOrd="0" presId="urn:microsoft.com/office/officeart/2018/2/layout/IconLabelList"/>
    <dgm:cxn modelId="{B59039F3-E8F0-4410-B14E-4B3CF0D69958}" type="presParOf" srcId="{0CBF73A2-EAE2-4F36-BE80-64D18B51D902}" destId="{66FFADD9-DBA3-4FB5-8C37-A425BFD4A0C1}" srcOrd="1" destOrd="0" presId="urn:microsoft.com/office/officeart/2018/2/layout/IconLabelList"/>
    <dgm:cxn modelId="{B64A4CE4-20E1-4285-9AE5-BBCBFB74685D}" type="presParOf" srcId="{0CBF73A2-EAE2-4F36-BE80-64D18B51D902}" destId="{4E246F99-2D82-4EDD-A6FC-5A65AA408FA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73C09712-168F-472A-826A-201D83C10F6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40CD399-C5B6-4B71-A803-B7C858B47239}">
      <dgm:prSet/>
      <dgm:spPr/>
      <dgm:t>
        <a:bodyPr/>
        <a:lstStyle/>
        <a:p>
          <a:pPr>
            <a:defRPr cap="all"/>
          </a:pPr>
          <a:r>
            <a:rPr lang="en-US"/>
            <a:t>Efficiency: low cost, fast impact</a:t>
          </a:r>
        </a:p>
      </dgm:t>
    </dgm:pt>
    <dgm:pt modelId="{5899F99F-2A54-4505-90E0-5ADFBCFEB789}" type="parTrans" cxnId="{075335B7-2B63-4696-AFFF-B62B01FB3CA0}">
      <dgm:prSet/>
      <dgm:spPr/>
      <dgm:t>
        <a:bodyPr/>
        <a:lstStyle/>
        <a:p>
          <a:endParaRPr lang="en-US"/>
        </a:p>
      </dgm:t>
    </dgm:pt>
    <dgm:pt modelId="{5ECDBE6D-6048-4350-8E13-8E702A18F2AC}" type="sibTrans" cxnId="{075335B7-2B63-4696-AFFF-B62B01FB3CA0}">
      <dgm:prSet/>
      <dgm:spPr/>
      <dgm:t>
        <a:bodyPr/>
        <a:lstStyle/>
        <a:p>
          <a:endParaRPr lang="en-US"/>
        </a:p>
      </dgm:t>
    </dgm:pt>
    <dgm:pt modelId="{B72F28AC-6500-436C-BEB6-5953C9D93B93}">
      <dgm:prSet/>
      <dgm:spPr/>
      <dgm:t>
        <a:bodyPr/>
        <a:lstStyle/>
        <a:p>
          <a:pPr>
            <a:defRPr cap="all"/>
          </a:pPr>
          <a:r>
            <a:rPr lang="en-US"/>
            <a:t>Integration: medium cost, high impact</a:t>
          </a:r>
        </a:p>
      </dgm:t>
    </dgm:pt>
    <dgm:pt modelId="{2724CF10-D904-4A98-9FF3-AB950A421CFA}" type="parTrans" cxnId="{2613F931-F6AE-47B1-9A4D-F89304C412DA}">
      <dgm:prSet/>
      <dgm:spPr/>
      <dgm:t>
        <a:bodyPr/>
        <a:lstStyle/>
        <a:p>
          <a:endParaRPr lang="en-US"/>
        </a:p>
      </dgm:t>
    </dgm:pt>
    <dgm:pt modelId="{B3F74290-A3E6-4EE3-B51B-B09BEA5960F1}" type="sibTrans" cxnId="{2613F931-F6AE-47B1-9A4D-F89304C412DA}">
      <dgm:prSet/>
      <dgm:spPr/>
      <dgm:t>
        <a:bodyPr/>
        <a:lstStyle/>
        <a:p>
          <a:endParaRPr lang="en-US"/>
        </a:p>
      </dgm:t>
    </dgm:pt>
    <dgm:pt modelId="{58879F82-CC9E-47F9-90B3-2D687AF0C77F}">
      <dgm:prSet/>
      <dgm:spPr/>
      <dgm:t>
        <a:bodyPr/>
        <a:lstStyle/>
        <a:p>
          <a:pPr>
            <a:defRPr cap="all"/>
          </a:pPr>
          <a:r>
            <a:rPr lang="en-US"/>
            <a:t>Infrastructure: high cost, transformational</a:t>
          </a:r>
        </a:p>
      </dgm:t>
    </dgm:pt>
    <dgm:pt modelId="{E6D670B5-B17B-4CEA-86CC-5A62A7DE08E9}" type="parTrans" cxnId="{77A7E1E3-1CBB-4874-A686-66D6CC144185}">
      <dgm:prSet/>
      <dgm:spPr/>
      <dgm:t>
        <a:bodyPr/>
        <a:lstStyle/>
        <a:p>
          <a:endParaRPr lang="en-US"/>
        </a:p>
      </dgm:t>
    </dgm:pt>
    <dgm:pt modelId="{C9D8DB8C-2349-4CD1-8E0A-7CBD202AFD98}" type="sibTrans" cxnId="{77A7E1E3-1CBB-4874-A686-66D6CC144185}">
      <dgm:prSet/>
      <dgm:spPr/>
      <dgm:t>
        <a:bodyPr/>
        <a:lstStyle/>
        <a:p>
          <a:endParaRPr lang="en-US"/>
        </a:p>
      </dgm:t>
    </dgm:pt>
    <dgm:pt modelId="{96C95A8B-F8B3-41C5-A80C-D77F33862B6C}" type="pres">
      <dgm:prSet presAssocID="{73C09712-168F-472A-826A-201D83C10F6B}" presName="root" presStyleCnt="0">
        <dgm:presLayoutVars>
          <dgm:dir/>
          <dgm:resizeHandles val="exact"/>
        </dgm:presLayoutVars>
      </dgm:prSet>
      <dgm:spPr/>
    </dgm:pt>
    <dgm:pt modelId="{67ED8603-0A91-43F7-9042-7D31CBD25D18}" type="pres">
      <dgm:prSet presAssocID="{E40CD399-C5B6-4B71-A803-B7C858B47239}" presName="compNode" presStyleCnt="0"/>
      <dgm:spPr/>
    </dgm:pt>
    <dgm:pt modelId="{29596B73-4BD7-4506-B7FB-C667009D1509}" type="pres">
      <dgm:prSet presAssocID="{E40CD399-C5B6-4B71-A803-B7C858B47239}" presName="iconBgRect" presStyleLbl="bgShp" presStyleIdx="0" presStyleCnt="3"/>
      <dgm:spPr/>
    </dgm:pt>
    <dgm:pt modelId="{3E30C511-C9BA-419A-886F-5EE86E2AD474}" type="pres">
      <dgm:prSet presAssocID="{E40CD399-C5B6-4B71-A803-B7C858B47239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66A90B21-C5D5-4EED-A170-7A08122CCFAC}" type="pres">
      <dgm:prSet presAssocID="{E40CD399-C5B6-4B71-A803-B7C858B47239}" presName="spaceRect" presStyleCnt="0"/>
      <dgm:spPr/>
    </dgm:pt>
    <dgm:pt modelId="{D147FB3F-2EB5-448C-A8C7-9818861F2A65}" type="pres">
      <dgm:prSet presAssocID="{E40CD399-C5B6-4B71-A803-B7C858B47239}" presName="textRect" presStyleLbl="revTx" presStyleIdx="0" presStyleCnt="3">
        <dgm:presLayoutVars>
          <dgm:chMax val="1"/>
          <dgm:chPref val="1"/>
        </dgm:presLayoutVars>
      </dgm:prSet>
      <dgm:spPr/>
    </dgm:pt>
    <dgm:pt modelId="{AC07CE5F-7EF2-4D7A-B9A3-E68C342137D4}" type="pres">
      <dgm:prSet presAssocID="{5ECDBE6D-6048-4350-8E13-8E702A18F2AC}" presName="sibTrans" presStyleCnt="0"/>
      <dgm:spPr/>
    </dgm:pt>
    <dgm:pt modelId="{B800F5B6-0FB8-4148-A0D0-D479E6803F7D}" type="pres">
      <dgm:prSet presAssocID="{B72F28AC-6500-436C-BEB6-5953C9D93B93}" presName="compNode" presStyleCnt="0"/>
      <dgm:spPr/>
    </dgm:pt>
    <dgm:pt modelId="{09FABB8B-2EC1-44A1-8BA0-811EB0A4DFB3}" type="pres">
      <dgm:prSet presAssocID="{B72F28AC-6500-436C-BEB6-5953C9D93B93}" presName="iconBgRect" presStyleLbl="bgShp" presStyleIdx="1" presStyleCnt="3"/>
      <dgm:spPr/>
    </dgm:pt>
    <dgm:pt modelId="{5E8E8869-A699-4FF6-BCB8-135958469844}" type="pres">
      <dgm:prSet presAssocID="{B72F28AC-6500-436C-BEB6-5953C9D93B93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5B87AFDA-A205-483A-8D8B-E296C6CAAF2B}" type="pres">
      <dgm:prSet presAssocID="{B72F28AC-6500-436C-BEB6-5953C9D93B93}" presName="spaceRect" presStyleCnt="0"/>
      <dgm:spPr/>
    </dgm:pt>
    <dgm:pt modelId="{4B126E96-04F7-4EBF-9641-5E42F6832150}" type="pres">
      <dgm:prSet presAssocID="{B72F28AC-6500-436C-BEB6-5953C9D93B93}" presName="textRect" presStyleLbl="revTx" presStyleIdx="1" presStyleCnt="3">
        <dgm:presLayoutVars>
          <dgm:chMax val="1"/>
          <dgm:chPref val="1"/>
        </dgm:presLayoutVars>
      </dgm:prSet>
      <dgm:spPr/>
    </dgm:pt>
    <dgm:pt modelId="{70033E97-60EA-4919-B8DA-A4EC9EC04FF7}" type="pres">
      <dgm:prSet presAssocID="{B3F74290-A3E6-4EE3-B51B-B09BEA5960F1}" presName="sibTrans" presStyleCnt="0"/>
      <dgm:spPr/>
    </dgm:pt>
    <dgm:pt modelId="{943A0255-7C59-468F-867C-91517E353F67}" type="pres">
      <dgm:prSet presAssocID="{58879F82-CC9E-47F9-90B3-2D687AF0C77F}" presName="compNode" presStyleCnt="0"/>
      <dgm:spPr/>
    </dgm:pt>
    <dgm:pt modelId="{DE5ACE6D-E0FD-45BF-BC5F-87303BBCCD88}" type="pres">
      <dgm:prSet presAssocID="{58879F82-CC9E-47F9-90B3-2D687AF0C77F}" presName="iconBgRect" presStyleLbl="bgShp" presStyleIdx="2" presStyleCnt="3"/>
      <dgm:spPr/>
    </dgm:pt>
    <dgm:pt modelId="{04C99AC3-95EC-4665-A33F-20D56A8C5ABA}" type="pres">
      <dgm:prSet presAssocID="{58879F82-CC9E-47F9-90B3-2D687AF0C77F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4DA6DBC5-54FA-471B-B062-728CFF9CF8C9}" type="pres">
      <dgm:prSet presAssocID="{58879F82-CC9E-47F9-90B3-2D687AF0C77F}" presName="spaceRect" presStyleCnt="0"/>
      <dgm:spPr/>
    </dgm:pt>
    <dgm:pt modelId="{92ED3745-39FC-4827-A1DA-686A7211E378}" type="pres">
      <dgm:prSet presAssocID="{58879F82-CC9E-47F9-90B3-2D687AF0C77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613F931-F6AE-47B1-9A4D-F89304C412DA}" srcId="{73C09712-168F-472A-826A-201D83C10F6B}" destId="{B72F28AC-6500-436C-BEB6-5953C9D93B93}" srcOrd="1" destOrd="0" parTransId="{2724CF10-D904-4A98-9FF3-AB950A421CFA}" sibTransId="{B3F74290-A3E6-4EE3-B51B-B09BEA5960F1}"/>
    <dgm:cxn modelId="{83B0E83A-31E1-48C6-B8B5-8F835E581D39}" type="presOf" srcId="{E40CD399-C5B6-4B71-A803-B7C858B47239}" destId="{D147FB3F-2EB5-448C-A8C7-9818861F2A65}" srcOrd="0" destOrd="0" presId="urn:microsoft.com/office/officeart/2018/5/layout/IconCircleLabelList"/>
    <dgm:cxn modelId="{F899DA5B-B710-441E-B7A0-ACA3930CDB6B}" type="presOf" srcId="{58879F82-CC9E-47F9-90B3-2D687AF0C77F}" destId="{92ED3745-39FC-4827-A1DA-686A7211E378}" srcOrd="0" destOrd="0" presId="urn:microsoft.com/office/officeart/2018/5/layout/IconCircleLabelList"/>
    <dgm:cxn modelId="{2D4FB763-56F8-46E6-9143-F086DADC8421}" type="presOf" srcId="{73C09712-168F-472A-826A-201D83C10F6B}" destId="{96C95A8B-F8B3-41C5-A80C-D77F33862B6C}" srcOrd="0" destOrd="0" presId="urn:microsoft.com/office/officeart/2018/5/layout/IconCircleLabelList"/>
    <dgm:cxn modelId="{075335B7-2B63-4696-AFFF-B62B01FB3CA0}" srcId="{73C09712-168F-472A-826A-201D83C10F6B}" destId="{E40CD399-C5B6-4B71-A803-B7C858B47239}" srcOrd="0" destOrd="0" parTransId="{5899F99F-2A54-4505-90E0-5ADFBCFEB789}" sibTransId="{5ECDBE6D-6048-4350-8E13-8E702A18F2AC}"/>
    <dgm:cxn modelId="{77A7E1E3-1CBB-4874-A686-66D6CC144185}" srcId="{73C09712-168F-472A-826A-201D83C10F6B}" destId="{58879F82-CC9E-47F9-90B3-2D687AF0C77F}" srcOrd="2" destOrd="0" parTransId="{E6D670B5-B17B-4CEA-86CC-5A62A7DE08E9}" sibTransId="{C9D8DB8C-2349-4CD1-8E0A-7CBD202AFD98}"/>
    <dgm:cxn modelId="{DE3C68EE-7B56-4490-AC19-C31753C94199}" type="presOf" srcId="{B72F28AC-6500-436C-BEB6-5953C9D93B93}" destId="{4B126E96-04F7-4EBF-9641-5E42F6832150}" srcOrd="0" destOrd="0" presId="urn:microsoft.com/office/officeart/2018/5/layout/IconCircleLabelList"/>
    <dgm:cxn modelId="{D0AD890F-61B0-4AB4-B6FC-8B2683E211BD}" type="presParOf" srcId="{96C95A8B-F8B3-41C5-A80C-D77F33862B6C}" destId="{67ED8603-0A91-43F7-9042-7D31CBD25D18}" srcOrd="0" destOrd="0" presId="urn:microsoft.com/office/officeart/2018/5/layout/IconCircleLabelList"/>
    <dgm:cxn modelId="{2BCB6814-4DD5-41EB-AF32-20828C87AEA1}" type="presParOf" srcId="{67ED8603-0A91-43F7-9042-7D31CBD25D18}" destId="{29596B73-4BD7-4506-B7FB-C667009D1509}" srcOrd="0" destOrd="0" presId="urn:microsoft.com/office/officeart/2018/5/layout/IconCircleLabelList"/>
    <dgm:cxn modelId="{EC9EADE9-66D3-4CF3-A269-6E5AD1F09A60}" type="presParOf" srcId="{67ED8603-0A91-43F7-9042-7D31CBD25D18}" destId="{3E30C511-C9BA-419A-886F-5EE86E2AD474}" srcOrd="1" destOrd="0" presId="urn:microsoft.com/office/officeart/2018/5/layout/IconCircleLabelList"/>
    <dgm:cxn modelId="{4040BCA3-DC87-492C-8F2B-F903586AA9AA}" type="presParOf" srcId="{67ED8603-0A91-43F7-9042-7D31CBD25D18}" destId="{66A90B21-C5D5-4EED-A170-7A08122CCFAC}" srcOrd="2" destOrd="0" presId="urn:microsoft.com/office/officeart/2018/5/layout/IconCircleLabelList"/>
    <dgm:cxn modelId="{CA65C17C-DFFA-4916-B5EC-DF1042D76252}" type="presParOf" srcId="{67ED8603-0A91-43F7-9042-7D31CBD25D18}" destId="{D147FB3F-2EB5-448C-A8C7-9818861F2A65}" srcOrd="3" destOrd="0" presId="urn:microsoft.com/office/officeart/2018/5/layout/IconCircleLabelList"/>
    <dgm:cxn modelId="{E821D70C-38BD-400D-8DA0-74B938E49DC2}" type="presParOf" srcId="{96C95A8B-F8B3-41C5-A80C-D77F33862B6C}" destId="{AC07CE5F-7EF2-4D7A-B9A3-E68C342137D4}" srcOrd="1" destOrd="0" presId="urn:microsoft.com/office/officeart/2018/5/layout/IconCircleLabelList"/>
    <dgm:cxn modelId="{2212EE67-D99D-4C07-9924-CB41F9608303}" type="presParOf" srcId="{96C95A8B-F8B3-41C5-A80C-D77F33862B6C}" destId="{B800F5B6-0FB8-4148-A0D0-D479E6803F7D}" srcOrd="2" destOrd="0" presId="urn:microsoft.com/office/officeart/2018/5/layout/IconCircleLabelList"/>
    <dgm:cxn modelId="{4AB5691B-DC9F-4982-82E8-D6409B64FBAD}" type="presParOf" srcId="{B800F5B6-0FB8-4148-A0D0-D479E6803F7D}" destId="{09FABB8B-2EC1-44A1-8BA0-811EB0A4DFB3}" srcOrd="0" destOrd="0" presId="urn:microsoft.com/office/officeart/2018/5/layout/IconCircleLabelList"/>
    <dgm:cxn modelId="{E9C48708-2D50-4EFB-93AA-569A9B4B4528}" type="presParOf" srcId="{B800F5B6-0FB8-4148-A0D0-D479E6803F7D}" destId="{5E8E8869-A699-4FF6-BCB8-135958469844}" srcOrd="1" destOrd="0" presId="urn:microsoft.com/office/officeart/2018/5/layout/IconCircleLabelList"/>
    <dgm:cxn modelId="{B2FF48D9-C342-4CB8-B6D1-57EACECBDF42}" type="presParOf" srcId="{B800F5B6-0FB8-4148-A0D0-D479E6803F7D}" destId="{5B87AFDA-A205-483A-8D8B-E296C6CAAF2B}" srcOrd="2" destOrd="0" presId="urn:microsoft.com/office/officeart/2018/5/layout/IconCircleLabelList"/>
    <dgm:cxn modelId="{3EF32298-AE41-4CE2-8D03-E858735DC3C7}" type="presParOf" srcId="{B800F5B6-0FB8-4148-A0D0-D479E6803F7D}" destId="{4B126E96-04F7-4EBF-9641-5E42F6832150}" srcOrd="3" destOrd="0" presId="urn:microsoft.com/office/officeart/2018/5/layout/IconCircleLabelList"/>
    <dgm:cxn modelId="{82B0BFDD-9E94-49E2-9E8F-C8C05AE235EB}" type="presParOf" srcId="{96C95A8B-F8B3-41C5-A80C-D77F33862B6C}" destId="{70033E97-60EA-4919-B8DA-A4EC9EC04FF7}" srcOrd="3" destOrd="0" presId="urn:microsoft.com/office/officeart/2018/5/layout/IconCircleLabelList"/>
    <dgm:cxn modelId="{F9C973E3-2EBF-4CAA-AB77-68CADD1E94C2}" type="presParOf" srcId="{96C95A8B-F8B3-41C5-A80C-D77F33862B6C}" destId="{943A0255-7C59-468F-867C-91517E353F67}" srcOrd="4" destOrd="0" presId="urn:microsoft.com/office/officeart/2018/5/layout/IconCircleLabelList"/>
    <dgm:cxn modelId="{5690A8B8-EC1A-4A60-B94F-C969E65EE54C}" type="presParOf" srcId="{943A0255-7C59-468F-867C-91517E353F67}" destId="{DE5ACE6D-E0FD-45BF-BC5F-87303BBCCD88}" srcOrd="0" destOrd="0" presId="urn:microsoft.com/office/officeart/2018/5/layout/IconCircleLabelList"/>
    <dgm:cxn modelId="{57E9B491-C879-46F3-A352-134E564593AE}" type="presParOf" srcId="{943A0255-7C59-468F-867C-91517E353F67}" destId="{04C99AC3-95EC-4665-A33F-20D56A8C5ABA}" srcOrd="1" destOrd="0" presId="urn:microsoft.com/office/officeart/2018/5/layout/IconCircleLabelList"/>
    <dgm:cxn modelId="{41A2863F-EEE9-4D7B-B2C0-94012C6E20AC}" type="presParOf" srcId="{943A0255-7C59-468F-867C-91517E353F67}" destId="{4DA6DBC5-54FA-471B-B062-728CFF9CF8C9}" srcOrd="2" destOrd="0" presId="urn:microsoft.com/office/officeart/2018/5/layout/IconCircleLabelList"/>
    <dgm:cxn modelId="{14C13A21-4F59-446D-8982-16DFBE06F781}" type="presParOf" srcId="{943A0255-7C59-468F-867C-91517E353F67}" destId="{92ED3745-39FC-4827-A1DA-686A7211E37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EC3667EA-9D5F-454A-AE64-3EA11B9DE966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D077470-2132-4967-BD4E-AEDFBA1A2101}">
      <dgm:prSet/>
      <dgm:spPr/>
      <dgm:t>
        <a:bodyPr/>
        <a:lstStyle/>
        <a:p>
          <a:pPr>
            <a:defRPr cap="all"/>
          </a:pPr>
          <a:r>
            <a:rPr lang="en-US"/>
            <a:t>Smart irrigation systems</a:t>
          </a:r>
        </a:p>
      </dgm:t>
    </dgm:pt>
    <dgm:pt modelId="{93A1CDF1-4077-4337-B310-8C79FD7771B1}" type="parTrans" cxnId="{12C34084-7286-4112-8BE7-BB925B9F1170}">
      <dgm:prSet/>
      <dgm:spPr/>
      <dgm:t>
        <a:bodyPr/>
        <a:lstStyle/>
        <a:p>
          <a:endParaRPr lang="en-US"/>
        </a:p>
      </dgm:t>
    </dgm:pt>
    <dgm:pt modelId="{365DCB2D-2A8B-45E2-BE9B-BD67C993DEF4}" type="sibTrans" cxnId="{12C34084-7286-4112-8BE7-BB925B9F1170}">
      <dgm:prSet/>
      <dgm:spPr/>
      <dgm:t>
        <a:bodyPr/>
        <a:lstStyle/>
        <a:p>
          <a:endParaRPr lang="en-US"/>
        </a:p>
      </dgm:t>
    </dgm:pt>
    <dgm:pt modelId="{B014AACD-F22C-44AE-B550-9F0F9A2777C6}">
      <dgm:prSet/>
      <dgm:spPr/>
      <dgm:t>
        <a:bodyPr/>
        <a:lstStyle/>
        <a:p>
          <a:pPr>
            <a:defRPr cap="all"/>
          </a:pPr>
          <a:r>
            <a:rPr lang="en-US"/>
            <a:t>AI-based allocation</a:t>
          </a:r>
        </a:p>
      </dgm:t>
    </dgm:pt>
    <dgm:pt modelId="{EAF8A10E-0C3C-4B87-B5B8-BABDE9C49C53}" type="parTrans" cxnId="{0B180BF5-0084-4570-8780-0504ABAAEEDE}">
      <dgm:prSet/>
      <dgm:spPr/>
      <dgm:t>
        <a:bodyPr/>
        <a:lstStyle/>
        <a:p>
          <a:endParaRPr lang="en-US"/>
        </a:p>
      </dgm:t>
    </dgm:pt>
    <dgm:pt modelId="{CF3B43C6-35C3-41D9-82C7-D7458EA190AF}" type="sibTrans" cxnId="{0B180BF5-0084-4570-8780-0504ABAAEEDE}">
      <dgm:prSet/>
      <dgm:spPr/>
      <dgm:t>
        <a:bodyPr/>
        <a:lstStyle/>
        <a:p>
          <a:endParaRPr lang="en-US"/>
        </a:p>
      </dgm:t>
    </dgm:pt>
    <dgm:pt modelId="{51E9FB93-D4B7-426A-8377-33B549087150}">
      <dgm:prSet/>
      <dgm:spPr/>
      <dgm:t>
        <a:bodyPr/>
        <a:lstStyle/>
        <a:p>
          <a:pPr>
            <a:defRPr cap="all"/>
          </a:pPr>
          <a:r>
            <a:rPr lang="en-US"/>
            <a:t>Water blending strategies</a:t>
          </a:r>
        </a:p>
      </dgm:t>
    </dgm:pt>
    <dgm:pt modelId="{01D4631A-6671-4D82-87BA-75F0766AD8C9}" type="parTrans" cxnId="{F8E5F2E6-F8D6-4668-A55F-23324387AF88}">
      <dgm:prSet/>
      <dgm:spPr/>
      <dgm:t>
        <a:bodyPr/>
        <a:lstStyle/>
        <a:p>
          <a:endParaRPr lang="en-US"/>
        </a:p>
      </dgm:t>
    </dgm:pt>
    <dgm:pt modelId="{9991513C-4E26-4209-BCB2-0867B5412848}" type="sibTrans" cxnId="{F8E5F2E6-F8D6-4668-A55F-23324387AF88}">
      <dgm:prSet/>
      <dgm:spPr/>
      <dgm:t>
        <a:bodyPr/>
        <a:lstStyle/>
        <a:p>
          <a:endParaRPr lang="en-US"/>
        </a:p>
      </dgm:t>
    </dgm:pt>
    <dgm:pt modelId="{F2631FA9-3139-42EB-8E8D-22A4579696F2}">
      <dgm:prSet/>
      <dgm:spPr/>
      <dgm:t>
        <a:bodyPr/>
        <a:lstStyle/>
        <a:p>
          <a:pPr>
            <a:defRPr cap="all"/>
          </a:pPr>
          <a:r>
            <a:rPr lang="en-US"/>
            <a:t>Water savings 20–30%</a:t>
          </a:r>
        </a:p>
      </dgm:t>
    </dgm:pt>
    <dgm:pt modelId="{D1B9DB24-0B6F-40EA-B465-A1970319D94B}" type="parTrans" cxnId="{CFB76E46-FE8E-4103-977B-6CB464D6F106}">
      <dgm:prSet/>
      <dgm:spPr/>
      <dgm:t>
        <a:bodyPr/>
        <a:lstStyle/>
        <a:p>
          <a:endParaRPr lang="en-US"/>
        </a:p>
      </dgm:t>
    </dgm:pt>
    <dgm:pt modelId="{50B1BD86-469F-4780-BD2B-80B2B99679FD}" type="sibTrans" cxnId="{CFB76E46-FE8E-4103-977B-6CB464D6F106}">
      <dgm:prSet/>
      <dgm:spPr/>
      <dgm:t>
        <a:bodyPr/>
        <a:lstStyle/>
        <a:p>
          <a:endParaRPr lang="en-US"/>
        </a:p>
      </dgm:t>
    </dgm:pt>
    <dgm:pt modelId="{87568B04-DBC4-42CC-A5D7-852EB48AC8C9}" type="pres">
      <dgm:prSet presAssocID="{EC3667EA-9D5F-454A-AE64-3EA11B9DE966}" presName="root" presStyleCnt="0">
        <dgm:presLayoutVars>
          <dgm:dir/>
          <dgm:resizeHandles val="exact"/>
        </dgm:presLayoutVars>
      </dgm:prSet>
      <dgm:spPr/>
    </dgm:pt>
    <dgm:pt modelId="{2280128F-0E47-446C-8546-F4FDD7EDA98B}" type="pres">
      <dgm:prSet presAssocID="{5D077470-2132-4967-BD4E-AEDFBA1A2101}" presName="compNode" presStyleCnt="0"/>
      <dgm:spPr/>
    </dgm:pt>
    <dgm:pt modelId="{8D397343-9496-4EA4-A4B4-8C179421A940}" type="pres">
      <dgm:prSet presAssocID="{5D077470-2132-4967-BD4E-AEDFBA1A2101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88E8A7F5-D4CC-4AC4-B288-D0219205185A}" type="pres">
      <dgm:prSet presAssocID="{5D077470-2132-4967-BD4E-AEDFBA1A2101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nt"/>
        </a:ext>
      </dgm:extLst>
    </dgm:pt>
    <dgm:pt modelId="{49B059AA-0E85-4225-9FC1-6134923F051B}" type="pres">
      <dgm:prSet presAssocID="{5D077470-2132-4967-BD4E-AEDFBA1A2101}" presName="spaceRect" presStyleCnt="0"/>
      <dgm:spPr/>
    </dgm:pt>
    <dgm:pt modelId="{B089B445-9D20-4482-8FA2-BB28C0C7B2F5}" type="pres">
      <dgm:prSet presAssocID="{5D077470-2132-4967-BD4E-AEDFBA1A2101}" presName="textRect" presStyleLbl="revTx" presStyleIdx="0" presStyleCnt="4">
        <dgm:presLayoutVars>
          <dgm:chMax val="1"/>
          <dgm:chPref val="1"/>
        </dgm:presLayoutVars>
      </dgm:prSet>
      <dgm:spPr/>
    </dgm:pt>
    <dgm:pt modelId="{8C44CA5B-D8AD-4DD2-BE30-539FEA438F5B}" type="pres">
      <dgm:prSet presAssocID="{365DCB2D-2A8B-45E2-BE9B-BD67C993DEF4}" presName="sibTrans" presStyleCnt="0"/>
      <dgm:spPr/>
    </dgm:pt>
    <dgm:pt modelId="{4ED878D2-70D4-478D-895E-A83602F66247}" type="pres">
      <dgm:prSet presAssocID="{B014AACD-F22C-44AE-B550-9F0F9A2777C6}" presName="compNode" presStyleCnt="0"/>
      <dgm:spPr/>
    </dgm:pt>
    <dgm:pt modelId="{148A27B2-EB03-46F2-8C39-2D467B407B8D}" type="pres">
      <dgm:prSet presAssocID="{B014AACD-F22C-44AE-B550-9F0F9A2777C6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DFF352CC-98AB-4A98-89B2-356B4811F2AD}" type="pres">
      <dgm:prSet presAssocID="{B014AACD-F22C-44AE-B550-9F0F9A2777C6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2809E1F2-B898-4F53-81EA-850C7BB556BB}" type="pres">
      <dgm:prSet presAssocID="{B014AACD-F22C-44AE-B550-9F0F9A2777C6}" presName="spaceRect" presStyleCnt="0"/>
      <dgm:spPr/>
    </dgm:pt>
    <dgm:pt modelId="{3DC0F825-A912-4EA2-8155-35E049528E46}" type="pres">
      <dgm:prSet presAssocID="{B014AACD-F22C-44AE-B550-9F0F9A2777C6}" presName="textRect" presStyleLbl="revTx" presStyleIdx="1" presStyleCnt="4">
        <dgm:presLayoutVars>
          <dgm:chMax val="1"/>
          <dgm:chPref val="1"/>
        </dgm:presLayoutVars>
      </dgm:prSet>
      <dgm:spPr/>
    </dgm:pt>
    <dgm:pt modelId="{F25D70C7-A10D-4972-B511-D2F81E8A6419}" type="pres">
      <dgm:prSet presAssocID="{CF3B43C6-35C3-41D9-82C7-D7458EA190AF}" presName="sibTrans" presStyleCnt="0"/>
      <dgm:spPr/>
    </dgm:pt>
    <dgm:pt modelId="{1B69CFDE-C696-4E1F-8ED5-BF7728509BD7}" type="pres">
      <dgm:prSet presAssocID="{51E9FB93-D4B7-426A-8377-33B549087150}" presName="compNode" presStyleCnt="0"/>
      <dgm:spPr/>
    </dgm:pt>
    <dgm:pt modelId="{8C8F9F11-3061-491F-BD40-402163F0C588}" type="pres">
      <dgm:prSet presAssocID="{51E9FB93-D4B7-426A-8377-33B549087150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CA789079-A700-4F1D-8C75-EDA4BA1F94F1}" type="pres">
      <dgm:prSet presAssocID="{51E9FB93-D4B7-426A-8377-33B549087150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ter"/>
        </a:ext>
      </dgm:extLst>
    </dgm:pt>
    <dgm:pt modelId="{822A94C6-1A72-4654-A434-B6C70AD33333}" type="pres">
      <dgm:prSet presAssocID="{51E9FB93-D4B7-426A-8377-33B549087150}" presName="spaceRect" presStyleCnt="0"/>
      <dgm:spPr/>
    </dgm:pt>
    <dgm:pt modelId="{8C10AACF-1974-45DC-9B54-0A69028CD83B}" type="pres">
      <dgm:prSet presAssocID="{51E9FB93-D4B7-426A-8377-33B549087150}" presName="textRect" presStyleLbl="revTx" presStyleIdx="2" presStyleCnt="4">
        <dgm:presLayoutVars>
          <dgm:chMax val="1"/>
          <dgm:chPref val="1"/>
        </dgm:presLayoutVars>
      </dgm:prSet>
      <dgm:spPr/>
    </dgm:pt>
    <dgm:pt modelId="{A7506B5C-1BEA-4FF8-9292-A310AFF9AFEE}" type="pres">
      <dgm:prSet presAssocID="{9991513C-4E26-4209-BCB2-0867B5412848}" presName="sibTrans" presStyleCnt="0"/>
      <dgm:spPr/>
    </dgm:pt>
    <dgm:pt modelId="{B0CA69D6-A05C-492C-BA28-2C151CAAF87A}" type="pres">
      <dgm:prSet presAssocID="{F2631FA9-3139-42EB-8E8D-22A4579696F2}" presName="compNode" presStyleCnt="0"/>
      <dgm:spPr/>
    </dgm:pt>
    <dgm:pt modelId="{EDE2F6D4-F3C6-4DBC-ADF7-F79FDF635D67}" type="pres">
      <dgm:prSet presAssocID="{F2631FA9-3139-42EB-8E8D-22A4579696F2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F0F86F33-4D93-4367-9AFA-BBCEE57296EA}" type="pres">
      <dgm:prSet presAssocID="{F2631FA9-3139-42EB-8E8D-22A4579696F2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ggy Bank"/>
        </a:ext>
      </dgm:extLst>
    </dgm:pt>
    <dgm:pt modelId="{C49D61B2-6A36-46CD-9DFC-D01C7E4ABE75}" type="pres">
      <dgm:prSet presAssocID="{F2631FA9-3139-42EB-8E8D-22A4579696F2}" presName="spaceRect" presStyleCnt="0"/>
      <dgm:spPr/>
    </dgm:pt>
    <dgm:pt modelId="{DC09711A-CA20-4445-B41D-C9299730E224}" type="pres">
      <dgm:prSet presAssocID="{F2631FA9-3139-42EB-8E8D-22A4579696F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410D941-5A28-46E5-AAAF-ADF6B8482414}" type="presOf" srcId="{F2631FA9-3139-42EB-8E8D-22A4579696F2}" destId="{DC09711A-CA20-4445-B41D-C9299730E224}" srcOrd="0" destOrd="0" presId="urn:microsoft.com/office/officeart/2018/5/layout/IconLeafLabelList"/>
    <dgm:cxn modelId="{CFB76E46-FE8E-4103-977B-6CB464D6F106}" srcId="{EC3667EA-9D5F-454A-AE64-3EA11B9DE966}" destId="{F2631FA9-3139-42EB-8E8D-22A4579696F2}" srcOrd="3" destOrd="0" parTransId="{D1B9DB24-0B6F-40EA-B465-A1970319D94B}" sibTransId="{50B1BD86-469F-4780-BD2B-80B2B99679FD}"/>
    <dgm:cxn modelId="{12C34084-7286-4112-8BE7-BB925B9F1170}" srcId="{EC3667EA-9D5F-454A-AE64-3EA11B9DE966}" destId="{5D077470-2132-4967-BD4E-AEDFBA1A2101}" srcOrd="0" destOrd="0" parTransId="{93A1CDF1-4077-4337-B310-8C79FD7771B1}" sibTransId="{365DCB2D-2A8B-45E2-BE9B-BD67C993DEF4}"/>
    <dgm:cxn modelId="{4FA76EC4-068D-4E2E-B25E-1AF1904326D0}" type="presOf" srcId="{B014AACD-F22C-44AE-B550-9F0F9A2777C6}" destId="{3DC0F825-A912-4EA2-8155-35E049528E46}" srcOrd="0" destOrd="0" presId="urn:microsoft.com/office/officeart/2018/5/layout/IconLeafLabelList"/>
    <dgm:cxn modelId="{CD0677DB-3EFD-434B-AEF3-0FCD01E40D47}" type="presOf" srcId="{EC3667EA-9D5F-454A-AE64-3EA11B9DE966}" destId="{87568B04-DBC4-42CC-A5D7-852EB48AC8C9}" srcOrd="0" destOrd="0" presId="urn:microsoft.com/office/officeart/2018/5/layout/IconLeafLabelList"/>
    <dgm:cxn modelId="{F8E5F2E6-F8D6-4668-A55F-23324387AF88}" srcId="{EC3667EA-9D5F-454A-AE64-3EA11B9DE966}" destId="{51E9FB93-D4B7-426A-8377-33B549087150}" srcOrd="2" destOrd="0" parTransId="{01D4631A-6671-4D82-87BA-75F0766AD8C9}" sibTransId="{9991513C-4E26-4209-BCB2-0867B5412848}"/>
    <dgm:cxn modelId="{85090BF2-018E-49D1-99DD-B1AA15F3F57A}" type="presOf" srcId="{5D077470-2132-4967-BD4E-AEDFBA1A2101}" destId="{B089B445-9D20-4482-8FA2-BB28C0C7B2F5}" srcOrd="0" destOrd="0" presId="urn:microsoft.com/office/officeart/2018/5/layout/IconLeafLabelList"/>
    <dgm:cxn modelId="{0B180BF5-0084-4570-8780-0504ABAAEEDE}" srcId="{EC3667EA-9D5F-454A-AE64-3EA11B9DE966}" destId="{B014AACD-F22C-44AE-B550-9F0F9A2777C6}" srcOrd="1" destOrd="0" parTransId="{EAF8A10E-0C3C-4B87-B5B8-BABDE9C49C53}" sibTransId="{CF3B43C6-35C3-41D9-82C7-D7458EA190AF}"/>
    <dgm:cxn modelId="{9416B6F7-2869-4964-B435-CA6686D97EBD}" type="presOf" srcId="{51E9FB93-D4B7-426A-8377-33B549087150}" destId="{8C10AACF-1974-45DC-9B54-0A69028CD83B}" srcOrd="0" destOrd="0" presId="urn:microsoft.com/office/officeart/2018/5/layout/IconLeafLabelList"/>
    <dgm:cxn modelId="{075BC391-D61A-4948-B027-B6B42577B764}" type="presParOf" srcId="{87568B04-DBC4-42CC-A5D7-852EB48AC8C9}" destId="{2280128F-0E47-446C-8546-F4FDD7EDA98B}" srcOrd="0" destOrd="0" presId="urn:microsoft.com/office/officeart/2018/5/layout/IconLeafLabelList"/>
    <dgm:cxn modelId="{90F3A1F4-B7AC-43C2-B570-38220BB42C1F}" type="presParOf" srcId="{2280128F-0E47-446C-8546-F4FDD7EDA98B}" destId="{8D397343-9496-4EA4-A4B4-8C179421A940}" srcOrd="0" destOrd="0" presId="urn:microsoft.com/office/officeart/2018/5/layout/IconLeafLabelList"/>
    <dgm:cxn modelId="{A260FD97-CD8C-4CFE-A154-F70B04DE722D}" type="presParOf" srcId="{2280128F-0E47-446C-8546-F4FDD7EDA98B}" destId="{88E8A7F5-D4CC-4AC4-B288-D0219205185A}" srcOrd="1" destOrd="0" presId="urn:microsoft.com/office/officeart/2018/5/layout/IconLeafLabelList"/>
    <dgm:cxn modelId="{C9B34F18-FD48-40A5-9547-D421933C4C75}" type="presParOf" srcId="{2280128F-0E47-446C-8546-F4FDD7EDA98B}" destId="{49B059AA-0E85-4225-9FC1-6134923F051B}" srcOrd="2" destOrd="0" presId="urn:microsoft.com/office/officeart/2018/5/layout/IconLeafLabelList"/>
    <dgm:cxn modelId="{593A4AA0-68C4-40A4-826A-4156A537B2FD}" type="presParOf" srcId="{2280128F-0E47-446C-8546-F4FDD7EDA98B}" destId="{B089B445-9D20-4482-8FA2-BB28C0C7B2F5}" srcOrd="3" destOrd="0" presId="urn:microsoft.com/office/officeart/2018/5/layout/IconLeafLabelList"/>
    <dgm:cxn modelId="{DF368EB4-165C-4132-960C-1AB77A6BDA69}" type="presParOf" srcId="{87568B04-DBC4-42CC-A5D7-852EB48AC8C9}" destId="{8C44CA5B-D8AD-4DD2-BE30-539FEA438F5B}" srcOrd="1" destOrd="0" presId="urn:microsoft.com/office/officeart/2018/5/layout/IconLeafLabelList"/>
    <dgm:cxn modelId="{E0C96919-4F42-464F-A079-4CC491953F0C}" type="presParOf" srcId="{87568B04-DBC4-42CC-A5D7-852EB48AC8C9}" destId="{4ED878D2-70D4-478D-895E-A83602F66247}" srcOrd="2" destOrd="0" presId="urn:microsoft.com/office/officeart/2018/5/layout/IconLeafLabelList"/>
    <dgm:cxn modelId="{636900CD-9C77-44E0-8F0B-D6365859484E}" type="presParOf" srcId="{4ED878D2-70D4-478D-895E-A83602F66247}" destId="{148A27B2-EB03-46F2-8C39-2D467B407B8D}" srcOrd="0" destOrd="0" presId="urn:microsoft.com/office/officeart/2018/5/layout/IconLeafLabelList"/>
    <dgm:cxn modelId="{C666AEB8-4BF9-4BE8-A65E-2590A6353C00}" type="presParOf" srcId="{4ED878D2-70D4-478D-895E-A83602F66247}" destId="{DFF352CC-98AB-4A98-89B2-356B4811F2AD}" srcOrd="1" destOrd="0" presId="urn:microsoft.com/office/officeart/2018/5/layout/IconLeafLabelList"/>
    <dgm:cxn modelId="{CFF56D90-E97C-4C15-989A-5864EEBF836B}" type="presParOf" srcId="{4ED878D2-70D4-478D-895E-A83602F66247}" destId="{2809E1F2-B898-4F53-81EA-850C7BB556BB}" srcOrd="2" destOrd="0" presId="urn:microsoft.com/office/officeart/2018/5/layout/IconLeafLabelList"/>
    <dgm:cxn modelId="{807E69D9-9533-4D1E-9F80-CC9A93E61EB5}" type="presParOf" srcId="{4ED878D2-70D4-478D-895E-A83602F66247}" destId="{3DC0F825-A912-4EA2-8155-35E049528E46}" srcOrd="3" destOrd="0" presId="urn:microsoft.com/office/officeart/2018/5/layout/IconLeafLabelList"/>
    <dgm:cxn modelId="{C80D8CA9-865B-409F-BD01-97147BADA270}" type="presParOf" srcId="{87568B04-DBC4-42CC-A5D7-852EB48AC8C9}" destId="{F25D70C7-A10D-4972-B511-D2F81E8A6419}" srcOrd="3" destOrd="0" presId="urn:microsoft.com/office/officeart/2018/5/layout/IconLeafLabelList"/>
    <dgm:cxn modelId="{EBFD4788-4F0A-4035-AB80-0F5CC00EF49E}" type="presParOf" srcId="{87568B04-DBC4-42CC-A5D7-852EB48AC8C9}" destId="{1B69CFDE-C696-4E1F-8ED5-BF7728509BD7}" srcOrd="4" destOrd="0" presId="urn:microsoft.com/office/officeart/2018/5/layout/IconLeafLabelList"/>
    <dgm:cxn modelId="{AD38CD0C-0053-4325-A5B1-18C629A1A2D0}" type="presParOf" srcId="{1B69CFDE-C696-4E1F-8ED5-BF7728509BD7}" destId="{8C8F9F11-3061-491F-BD40-402163F0C588}" srcOrd="0" destOrd="0" presId="urn:microsoft.com/office/officeart/2018/5/layout/IconLeafLabelList"/>
    <dgm:cxn modelId="{E351F7AC-FBFF-480C-AE2B-B3F266DF90DB}" type="presParOf" srcId="{1B69CFDE-C696-4E1F-8ED5-BF7728509BD7}" destId="{CA789079-A700-4F1D-8C75-EDA4BA1F94F1}" srcOrd="1" destOrd="0" presId="urn:microsoft.com/office/officeart/2018/5/layout/IconLeafLabelList"/>
    <dgm:cxn modelId="{DF38B96C-B4FB-40BC-A030-D09237DD31BF}" type="presParOf" srcId="{1B69CFDE-C696-4E1F-8ED5-BF7728509BD7}" destId="{822A94C6-1A72-4654-A434-B6C70AD33333}" srcOrd="2" destOrd="0" presId="urn:microsoft.com/office/officeart/2018/5/layout/IconLeafLabelList"/>
    <dgm:cxn modelId="{19C65EA9-3DE7-44C8-8AB9-139D3B7C04B8}" type="presParOf" srcId="{1B69CFDE-C696-4E1F-8ED5-BF7728509BD7}" destId="{8C10AACF-1974-45DC-9B54-0A69028CD83B}" srcOrd="3" destOrd="0" presId="urn:microsoft.com/office/officeart/2018/5/layout/IconLeafLabelList"/>
    <dgm:cxn modelId="{4314A6E7-3058-48BF-95AB-48C9FC52B6F4}" type="presParOf" srcId="{87568B04-DBC4-42CC-A5D7-852EB48AC8C9}" destId="{A7506B5C-1BEA-4FF8-9292-A310AFF9AFEE}" srcOrd="5" destOrd="0" presId="urn:microsoft.com/office/officeart/2018/5/layout/IconLeafLabelList"/>
    <dgm:cxn modelId="{7A32E63A-B149-4C93-83EE-248E8C5F6FB3}" type="presParOf" srcId="{87568B04-DBC4-42CC-A5D7-852EB48AC8C9}" destId="{B0CA69D6-A05C-492C-BA28-2C151CAAF87A}" srcOrd="6" destOrd="0" presId="urn:microsoft.com/office/officeart/2018/5/layout/IconLeafLabelList"/>
    <dgm:cxn modelId="{2F8B6DCE-F404-4643-BFD6-F3D4F012C704}" type="presParOf" srcId="{B0CA69D6-A05C-492C-BA28-2C151CAAF87A}" destId="{EDE2F6D4-F3C6-4DBC-ADF7-F79FDF635D67}" srcOrd="0" destOrd="0" presId="urn:microsoft.com/office/officeart/2018/5/layout/IconLeafLabelList"/>
    <dgm:cxn modelId="{7B640033-E3F3-482D-B0A4-7E4A35525089}" type="presParOf" srcId="{B0CA69D6-A05C-492C-BA28-2C151CAAF87A}" destId="{F0F86F33-4D93-4367-9AFA-BBCEE57296EA}" srcOrd="1" destOrd="0" presId="urn:microsoft.com/office/officeart/2018/5/layout/IconLeafLabelList"/>
    <dgm:cxn modelId="{E975FF76-BA5E-4706-92E8-D2B27C13D7B8}" type="presParOf" srcId="{B0CA69D6-A05C-492C-BA28-2C151CAAF87A}" destId="{C49D61B2-6A36-46CD-9DFC-D01C7E4ABE75}" srcOrd="2" destOrd="0" presId="urn:microsoft.com/office/officeart/2018/5/layout/IconLeafLabelList"/>
    <dgm:cxn modelId="{95256C9F-2B18-48BC-B6D2-8AC138C744A1}" type="presParOf" srcId="{B0CA69D6-A05C-492C-BA28-2C151CAAF87A}" destId="{DC09711A-CA20-4445-B41D-C9299730E224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00A4980A-7AC7-4A46-80A9-DA70CB7F5BC2}" type="doc">
      <dgm:prSet loTypeId="urn:microsoft.com/office/officeart/2005/8/layout/list1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A28E4A9-C355-4831-A814-698A65331506}">
      <dgm:prSet/>
      <dgm:spPr/>
      <dgm:t>
        <a:bodyPr/>
        <a:lstStyle/>
        <a:p>
          <a:r>
            <a:rPr lang="en-US"/>
            <a:t>Energy savings</a:t>
          </a:r>
        </a:p>
      </dgm:t>
    </dgm:pt>
    <dgm:pt modelId="{47AE9749-A6A5-4AB5-8AC4-8BEF39BB80F6}" type="parTrans" cxnId="{DAB74EA2-EDC1-40A5-99CE-9D28982A8C0D}">
      <dgm:prSet/>
      <dgm:spPr/>
      <dgm:t>
        <a:bodyPr/>
        <a:lstStyle/>
        <a:p>
          <a:endParaRPr lang="en-US"/>
        </a:p>
      </dgm:t>
    </dgm:pt>
    <dgm:pt modelId="{29ABBE0E-D062-41BD-850D-2788EE62CC12}" type="sibTrans" cxnId="{DAB74EA2-EDC1-40A5-99CE-9D28982A8C0D}">
      <dgm:prSet/>
      <dgm:spPr/>
      <dgm:t>
        <a:bodyPr/>
        <a:lstStyle/>
        <a:p>
          <a:endParaRPr lang="en-US"/>
        </a:p>
      </dgm:t>
    </dgm:pt>
    <dgm:pt modelId="{1B15F371-8F97-4D29-B15E-222100EFE1D2}">
      <dgm:prSet/>
      <dgm:spPr/>
      <dgm:t>
        <a:bodyPr/>
        <a:lstStyle/>
        <a:p>
          <a:r>
            <a:rPr lang="en-US"/>
            <a:t>Reduced losses</a:t>
          </a:r>
        </a:p>
      </dgm:t>
    </dgm:pt>
    <dgm:pt modelId="{45C2E97E-8223-44EE-8CB0-FF45AC09F794}" type="parTrans" cxnId="{959EE499-CE68-4D38-9745-A6C826B52003}">
      <dgm:prSet/>
      <dgm:spPr/>
      <dgm:t>
        <a:bodyPr/>
        <a:lstStyle/>
        <a:p>
          <a:endParaRPr lang="en-US"/>
        </a:p>
      </dgm:t>
    </dgm:pt>
    <dgm:pt modelId="{90E6D8EC-895C-418B-84BA-C6E0A6856C1E}" type="sibTrans" cxnId="{959EE499-CE68-4D38-9745-A6C826B52003}">
      <dgm:prSet/>
      <dgm:spPr/>
      <dgm:t>
        <a:bodyPr/>
        <a:lstStyle/>
        <a:p>
          <a:endParaRPr lang="en-US"/>
        </a:p>
      </dgm:t>
    </dgm:pt>
    <dgm:pt modelId="{CFC80B06-15F5-4504-AA81-8B3A891DC86B}">
      <dgm:prSet/>
      <dgm:spPr/>
      <dgm:t>
        <a:bodyPr/>
        <a:lstStyle/>
        <a:p>
          <a:r>
            <a:rPr lang="en-US"/>
            <a:t>Lower chemical use</a:t>
          </a:r>
        </a:p>
      </dgm:t>
    </dgm:pt>
    <dgm:pt modelId="{5FB4A2F6-BA69-4BED-9E93-881BBF105243}" type="parTrans" cxnId="{ECC9E5A4-F4D7-43A6-9404-2E41B9D6343F}">
      <dgm:prSet/>
      <dgm:spPr/>
      <dgm:t>
        <a:bodyPr/>
        <a:lstStyle/>
        <a:p>
          <a:endParaRPr lang="en-US"/>
        </a:p>
      </dgm:t>
    </dgm:pt>
    <dgm:pt modelId="{12287F86-43A7-482D-94C7-A4E82AE6DE41}" type="sibTrans" cxnId="{ECC9E5A4-F4D7-43A6-9404-2E41B9D6343F}">
      <dgm:prSet/>
      <dgm:spPr/>
      <dgm:t>
        <a:bodyPr/>
        <a:lstStyle/>
        <a:p>
          <a:endParaRPr lang="en-US"/>
        </a:p>
      </dgm:t>
    </dgm:pt>
    <dgm:pt modelId="{4E72F1FF-E8B5-4AC3-AE68-B4016C4630F2}">
      <dgm:prSet/>
      <dgm:spPr/>
      <dgm:t>
        <a:bodyPr/>
        <a:lstStyle/>
        <a:p>
          <a:r>
            <a:rPr lang="en-US"/>
            <a:t>Total reduction 20–40%</a:t>
          </a:r>
        </a:p>
      </dgm:t>
    </dgm:pt>
    <dgm:pt modelId="{18076608-A8DF-4285-9CB2-346F916116A1}" type="parTrans" cxnId="{AD5CD028-2D20-4E5E-90A4-556DDCA8C427}">
      <dgm:prSet/>
      <dgm:spPr/>
      <dgm:t>
        <a:bodyPr/>
        <a:lstStyle/>
        <a:p>
          <a:endParaRPr lang="en-US"/>
        </a:p>
      </dgm:t>
    </dgm:pt>
    <dgm:pt modelId="{942EA08E-ED07-4002-A011-BC762685C776}" type="sibTrans" cxnId="{AD5CD028-2D20-4E5E-90A4-556DDCA8C427}">
      <dgm:prSet/>
      <dgm:spPr/>
      <dgm:t>
        <a:bodyPr/>
        <a:lstStyle/>
        <a:p>
          <a:endParaRPr lang="en-US"/>
        </a:p>
      </dgm:t>
    </dgm:pt>
    <dgm:pt modelId="{320F85E7-057C-43C0-9BF2-9374F80567C7}" type="pres">
      <dgm:prSet presAssocID="{00A4980A-7AC7-4A46-80A9-DA70CB7F5BC2}" presName="linear" presStyleCnt="0">
        <dgm:presLayoutVars>
          <dgm:dir/>
          <dgm:animLvl val="lvl"/>
          <dgm:resizeHandles val="exact"/>
        </dgm:presLayoutVars>
      </dgm:prSet>
      <dgm:spPr/>
    </dgm:pt>
    <dgm:pt modelId="{3ABE5581-71A1-468A-9432-904CB4C9DA96}" type="pres">
      <dgm:prSet presAssocID="{AA28E4A9-C355-4831-A814-698A65331506}" presName="parentLin" presStyleCnt="0"/>
      <dgm:spPr/>
    </dgm:pt>
    <dgm:pt modelId="{405F230F-39FF-4D96-8D5D-72D52FA25DED}" type="pres">
      <dgm:prSet presAssocID="{AA28E4A9-C355-4831-A814-698A65331506}" presName="parentLeftMargin" presStyleLbl="node1" presStyleIdx="0" presStyleCnt="4"/>
      <dgm:spPr/>
    </dgm:pt>
    <dgm:pt modelId="{30ADBFB3-57D8-4886-9FC9-D03F5C1CA41C}" type="pres">
      <dgm:prSet presAssocID="{AA28E4A9-C355-4831-A814-698A6533150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7283BE5-D252-41F2-A801-9392065821C4}" type="pres">
      <dgm:prSet presAssocID="{AA28E4A9-C355-4831-A814-698A65331506}" presName="negativeSpace" presStyleCnt="0"/>
      <dgm:spPr/>
    </dgm:pt>
    <dgm:pt modelId="{3FEDB39B-ED51-48B3-9428-6ED9D2072544}" type="pres">
      <dgm:prSet presAssocID="{AA28E4A9-C355-4831-A814-698A65331506}" presName="childText" presStyleLbl="conFgAcc1" presStyleIdx="0" presStyleCnt="4">
        <dgm:presLayoutVars>
          <dgm:bulletEnabled val="1"/>
        </dgm:presLayoutVars>
      </dgm:prSet>
      <dgm:spPr/>
    </dgm:pt>
    <dgm:pt modelId="{4F6443E8-4242-45CA-B990-263D9A7743F7}" type="pres">
      <dgm:prSet presAssocID="{29ABBE0E-D062-41BD-850D-2788EE62CC12}" presName="spaceBetweenRectangles" presStyleCnt="0"/>
      <dgm:spPr/>
    </dgm:pt>
    <dgm:pt modelId="{B2B78F23-3DF9-4266-BA17-B802CBE3283A}" type="pres">
      <dgm:prSet presAssocID="{1B15F371-8F97-4D29-B15E-222100EFE1D2}" presName="parentLin" presStyleCnt="0"/>
      <dgm:spPr/>
    </dgm:pt>
    <dgm:pt modelId="{5A17B544-9627-4C0B-9406-9C265EE8D8AF}" type="pres">
      <dgm:prSet presAssocID="{1B15F371-8F97-4D29-B15E-222100EFE1D2}" presName="parentLeftMargin" presStyleLbl="node1" presStyleIdx="0" presStyleCnt="4"/>
      <dgm:spPr/>
    </dgm:pt>
    <dgm:pt modelId="{3F4E6087-40BF-437A-985C-D869875DB824}" type="pres">
      <dgm:prSet presAssocID="{1B15F371-8F97-4D29-B15E-222100EFE1D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2FDB74E-8578-4AF1-9DD2-A26CFD63AAF8}" type="pres">
      <dgm:prSet presAssocID="{1B15F371-8F97-4D29-B15E-222100EFE1D2}" presName="negativeSpace" presStyleCnt="0"/>
      <dgm:spPr/>
    </dgm:pt>
    <dgm:pt modelId="{E7759F0E-962F-4FDD-A38E-08109176B455}" type="pres">
      <dgm:prSet presAssocID="{1B15F371-8F97-4D29-B15E-222100EFE1D2}" presName="childText" presStyleLbl="conFgAcc1" presStyleIdx="1" presStyleCnt="4">
        <dgm:presLayoutVars>
          <dgm:bulletEnabled val="1"/>
        </dgm:presLayoutVars>
      </dgm:prSet>
      <dgm:spPr/>
    </dgm:pt>
    <dgm:pt modelId="{8AD6F46D-5A14-4FAA-A13F-5957674075FF}" type="pres">
      <dgm:prSet presAssocID="{90E6D8EC-895C-418B-84BA-C6E0A6856C1E}" presName="spaceBetweenRectangles" presStyleCnt="0"/>
      <dgm:spPr/>
    </dgm:pt>
    <dgm:pt modelId="{8AD5E234-E1C1-48DE-9048-07997941FCBD}" type="pres">
      <dgm:prSet presAssocID="{CFC80B06-15F5-4504-AA81-8B3A891DC86B}" presName="parentLin" presStyleCnt="0"/>
      <dgm:spPr/>
    </dgm:pt>
    <dgm:pt modelId="{1DE75CDC-D826-46BA-B752-3B2B338AF9AE}" type="pres">
      <dgm:prSet presAssocID="{CFC80B06-15F5-4504-AA81-8B3A891DC86B}" presName="parentLeftMargin" presStyleLbl="node1" presStyleIdx="1" presStyleCnt="4"/>
      <dgm:spPr/>
    </dgm:pt>
    <dgm:pt modelId="{8A4075E4-9A1C-429B-8AC4-321A79044F1C}" type="pres">
      <dgm:prSet presAssocID="{CFC80B06-15F5-4504-AA81-8B3A891DC86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AB5C337-ABEA-4AC2-B224-171409375FFD}" type="pres">
      <dgm:prSet presAssocID="{CFC80B06-15F5-4504-AA81-8B3A891DC86B}" presName="negativeSpace" presStyleCnt="0"/>
      <dgm:spPr/>
    </dgm:pt>
    <dgm:pt modelId="{2BF9100E-8294-430C-AF94-18D6EB197DDD}" type="pres">
      <dgm:prSet presAssocID="{CFC80B06-15F5-4504-AA81-8B3A891DC86B}" presName="childText" presStyleLbl="conFgAcc1" presStyleIdx="2" presStyleCnt="4">
        <dgm:presLayoutVars>
          <dgm:bulletEnabled val="1"/>
        </dgm:presLayoutVars>
      </dgm:prSet>
      <dgm:spPr/>
    </dgm:pt>
    <dgm:pt modelId="{EFC8C5F0-3D1F-4F61-B1B9-AFDF2DA9F223}" type="pres">
      <dgm:prSet presAssocID="{12287F86-43A7-482D-94C7-A4E82AE6DE41}" presName="spaceBetweenRectangles" presStyleCnt="0"/>
      <dgm:spPr/>
    </dgm:pt>
    <dgm:pt modelId="{83018888-4870-4331-8014-8FF46405BE08}" type="pres">
      <dgm:prSet presAssocID="{4E72F1FF-E8B5-4AC3-AE68-B4016C4630F2}" presName="parentLin" presStyleCnt="0"/>
      <dgm:spPr/>
    </dgm:pt>
    <dgm:pt modelId="{7670C3FF-E707-47FE-8910-CCF664606CB3}" type="pres">
      <dgm:prSet presAssocID="{4E72F1FF-E8B5-4AC3-AE68-B4016C4630F2}" presName="parentLeftMargin" presStyleLbl="node1" presStyleIdx="2" presStyleCnt="4"/>
      <dgm:spPr/>
    </dgm:pt>
    <dgm:pt modelId="{A2D47B6C-C11B-4D7B-89F2-D7609DAA8FB3}" type="pres">
      <dgm:prSet presAssocID="{4E72F1FF-E8B5-4AC3-AE68-B4016C4630F2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F4404E2F-69CB-40A2-9FAD-8EE04EAF3F05}" type="pres">
      <dgm:prSet presAssocID="{4E72F1FF-E8B5-4AC3-AE68-B4016C4630F2}" presName="negativeSpace" presStyleCnt="0"/>
      <dgm:spPr/>
    </dgm:pt>
    <dgm:pt modelId="{70538E9C-95DE-45AC-8999-6B671798B58C}" type="pres">
      <dgm:prSet presAssocID="{4E72F1FF-E8B5-4AC3-AE68-B4016C4630F2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AD5CD028-2D20-4E5E-90A4-556DDCA8C427}" srcId="{00A4980A-7AC7-4A46-80A9-DA70CB7F5BC2}" destId="{4E72F1FF-E8B5-4AC3-AE68-B4016C4630F2}" srcOrd="3" destOrd="0" parTransId="{18076608-A8DF-4285-9CB2-346F916116A1}" sibTransId="{942EA08E-ED07-4002-A011-BC762685C776}"/>
    <dgm:cxn modelId="{2E0E922D-529D-4DED-926F-0791933050EC}" type="presOf" srcId="{4E72F1FF-E8B5-4AC3-AE68-B4016C4630F2}" destId="{A2D47B6C-C11B-4D7B-89F2-D7609DAA8FB3}" srcOrd="1" destOrd="0" presId="urn:microsoft.com/office/officeart/2005/8/layout/list1"/>
    <dgm:cxn modelId="{2C692540-A66E-4D8F-9EF7-C98306C0D3C7}" type="presOf" srcId="{CFC80B06-15F5-4504-AA81-8B3A891DC86B}" destId="{1DE75CDC-D826-46BA-B752-3B2B338AF9AE}" srcOrd="0" destOrd="0" presId="urn:microsoft.com/office/officeart/2005/8/layout/list1"/>
    <dgm:cxn modelId="{7887F74E-91B6-4C26-A252-726B4811A601}" type="presOf" srcId="{CFC80B06-15F5-4504-AA81-8B3A891DC86B}" destId="{8A4075E4-9A1C-429B-8AC4-321A79044F1C}" srcOrd="1" destOrd="0" presId="urn:microsoft.com/office/officeart/2005/8/layout/list1"/>
    <dgm:cxn modelId="{022A287C-FFE7-4C89-A668-FE098FA29368}" type="presOf" srcId="{AA28E4A9-C355-4831-A814-698A65331506}" destId="{30ADBFB3-57D8-4886-9FC9-D03F5C1CA41C}" srcOrd="1" destOrd="0" presId="urn:microsoft.com/office/officeart/2005/8/layout/list1"/>
    <dgm:cxn modelId="{959EE499-CE68-4D38-9745-A6C826B52003}" srcId="{00A4980A-7AC7-4A46-80A9-DA70CB7F5BC2}" destId="{1B15F371-8F97-4D29-B15E-222100EFE1D2}" srcOrd="1" destOrd="0" parTransId="{45C2E97E-8223-44EE-8CB0-FF45AC09F794}" sibTransId="{90E6D8EC-895C-418B-84BA-C6E0A6856C1E}"/>
    <dgm:cxn modelId="{DAB74EA2-EDC1-40A5-99CE-9D28982A8C0D}" srcId="{00A4980A-7AC7-4A46-80A9-DA70CB7F5BC2}" destId="{AA28E4A9-C355-4831-A814-698A65331506}" srcOrd="0" destOrd="0" parTransId="{47AE9749-A6A5-4AB5-8AC4-8BEF39BB80F6}" sibTransId="{29ABBE0E-D062-41BD-850D-2788EE62CC12}"/>
    <dgm:cxn modelId="{ECC9E5A4-F4D7-43A6-9404-2E41B9D6343F}" srcId="{00A4980A-7AC7-4A46-80A9-DA70CB7F5BC2}" destId="{CFC80B06-15F5-4504-AA81-8B3A891DC86B}" srcOrd="2" destOrd="0" parTransId="{5FB4A2F6-BA69-4BED-9E93-881BBF105243}" sibTransId="{12287F86-43A7-482D-94C7-A4E82AE6DE41}"/>
    <dgm:cxn modelId="{0ACDA7AC-664E-4F81-9935-307B8F42BEE0}" type="presOf" srcId="{4E72F1FF-E8B5-4AC3-AE68-B4016C4630F2}" destId="{7670C3FF-E707-47FE-8910-CCF664606CB3}" srcOrd="0" destOrd="0" presId="urn:microsoft.com/office/officeart/2005/8/layout/list1"/>
    <dgm:cxn modelId="{20DF85B3-6954-450A-9D5D-F904772F1491}" type="presOf" srcId="{1B15F371-8F97-4D29-B15E-222100EFE1D2}" destId="{3F4E6087-40BF-437A-985C-D869875DB824}" srcOrd="1" destOrd="0" presId="urn:microsoft.com/office/officeart/2005/8/layout/list1"/>
    <dgm:cxn modelId="{BF1BC0C0-91E7-4384-BD8E-1FD9D8BD5936}" type="presOf" srcId="{00A4980A-7AC7-4A46-80A9-DA70CB7F5BC2}" destId="{320F85E7-057C-43C0-9BF2-9374F80567C7}" srcOrd="0" destOrd="0" presId="urn:microsoft.com/office/officeart/2005/8/layout/list1"/>
    <dgm:cxn modelId="{8D16F8E8-DED7-4BF2-A256-50C3EF08A5D5}" type="presOf" srcId="{1B15F371-8F97-4D29-B15E-222100EFE1D2}" destId="{5A17B544-9627-4C0B-9406-9C265EE8D8AF}" srcOrd="0" destOrd="0" presId="urn:microsoft.com/office/officeart/2005/8/layout/list1"/>
    <dgm:cxn modelId="{5B3C61FF-BB5F-4D1F-8451-9B09D55FAAC5}" type="presOf" srcId="{AA28E4A9-C355-4831-A814-698A65331506}" destId="{405F230F-39FF-4D96-8D5D-72D52FA25DED}" srcOrd="0" destOrd="0" presId="urn:microsoft.com/office/officeart/2005/8/layout/list1"/>
    <dgm:cxn modelId="{BDDC5943-DB66-4125-802D-F3C1781CD9E8}" type="presParOf" srcId="{320F85E7-057C-43C0-9BF2-9374F80567C7}" destId="{3ABE5581-71A1-468A-9432-904CB4C9DA96}" srcOrd="0" destOrd="0" presId="urn:microsoft.com/office/officeart/2005/8/layout/list1"/>
    <dgm:cxn modelId="{F8825C32-5E81-489D-BF5F-F5CFCE1748EE}" type="presParOf" srcId="{3ABE5581-71A1-468A-9432-904CB4C9DA96}" destId="{405F230F-39FF-4D96-8D5D-72D52FA25DED}" srcOrd="0" destOrd="0" presId="urn:microsoft.com/office/officeart/2005/8/layout/list1"/>
    <dgm:cxn modelId="{7AFFFB0B-E9AB-407C-8D7B-177AD022DD9E}" type="presParOf" srcId="{3ABE5581-71A1-468A-9432-904CB4C9DA96}" destId="{30ADBFB3-57D8-4886-9FC9-D03F5C1CA41C}" srcOrd="1" destOrd="0" presId="urn:microsoft.com/office/officeart/2005/8/layout/list1"/>
    <dgm:cxn modelId="{746FD9FD-B7F9-4C0C-BB69-FD7DF983473A}" type="presParOf" srcId="{320F85E7-057C-43C0-9BF2-9374F80567C7}" destId="{17283BE5-D252-41F2-A801-9392065821C4}" srcOrd="1" destOrd="0" presId="urn:microsoft.com/office/officeart/2005/8/layout/list1"/>
    <dgm:cxn modelId="{C207F4F6-E647-46EB-831D-0044BFE395D2}" type="presParOf" srcId="{320F85E7-057C-43C0-9BF2-9374F80567C7}" destId="{3FEDB39B-ED51-48B3-9428-6ED9D2072544}" srcOrd="2" destOrd="0" presId="urn:microsoft.com/office/officeart/2005/8/layout/list1"/>
    <dgm:cxn modelId="{E946ED5B-3F46-4FEA-8017-F793C9E9904C}" type="presParOf" srcId="{320F85E7-057C-43C0-9BF2-9374F80567C7}" destId="{4F6443E8-4242-45CA-B990-263D9A7743F7}" srcOrd="3" destOrd="0" presId="urn:microsoft.com/office/officeart/2005/8/layout/list1"/>
    <dgm:cxn modelId="{B66A6325-BE92-4A64-9736-FA45E4673C4D}" type="presParOf" srcId="{320F85E7-057C-43C0-9BF2-9374F80567C7}" destId="{B2B78F23-3DF9-4266-BA17-B802CBE3283A}" srcOrd="4" destOrd="0" presId="urn:microsoft.com/office/officeart/2005/8/layout/list1"/>
    <dgm:cxn modelId="{DC7BB40E-A075-4990-B4A7-41888642F747}" type="presParOf" srcId="{B2B78F23-3DF9-4266-BA17-B802CBE3283A}" destId="{5A17B544-9627-4C0B-9406-9C265EE8D8AF}" srcOrd="0" destOrd="0" presId="urn:microsoft.com/office/officeart/2005/8/layout/list1"/>
    <dgm:cxn modelId="{52096221-1AB3-4174-8966-F67D191D9CF0}" type="presParOf" srcId="{B2B78F23-3DF9-4266-BA17-B802CBE3283A}" destId="{3F4E6087-40BF-437A-985C-D869875DB824}" srcOrd="1" destOrd="0" presId="urn:microsoft.com/office/officeart/2005/8/layout/list1"/>
    <dgm:cxn modelId="{AB406542-BF17-453A-A7C8-57AEB278DBCF}" type="presParOf" srcId="{320F85E7-057C-43C0-9BF2-9374F80567C7}" destId="{A2FDB74E-8578-4AF1-9DD2-A26CFD63AAF8}" srcOrd="5" destOrd="0" presId="urn:microsoft.com/office/officeart/2005/8/layout/list1"/>
    <dgm:cxn modelId="{4C3D166B-3A00-43FF-B0D3-86BF49EC15F2}" type="presParOf" srcId="{320F85E7-057C-43C0-9BF2-9374F80567C7}" destId="{E7759F0E-962F-4FDD-A38E-08109176B455}" srcOrd="6" destOrd="0" presId="urn:microsoft.com/office/officeart/2005/8/layout/list1"/>
    <dgm:cxn modelId="{5920546A-4173-4D92-885A-E68C1074343B}" type="presParOf" srcId="{320F85E7-057C-43C0-9BF2-9374F80567C7}" destId="{8AD6F46D-5A14-4FAA-A13F-5957674075FF}" srcOrd="7" destOrd="0" presId="urn:microsoft.com/office/officeart/2005/8/layout/list1"/>
    <dgm:cxn modelId="{DCCB6B83-DD90-455C-A91F-9C049D7CAE2E}" type="presParOf" srcId="{320F85E7-057C-43C0-9BF2-9374F80567C7}" destId="{8AD5E234-E1C1-48DE-9048-07997941FCBD}" srcOrd="8" destOrd="0" presId="urn:microsoft.com/office/officeart/2005/8/layout/list1"/>
    <dgm:cxn modelId="{D0886E3D-23FD-40B8-81DE-312640134FE5}" type="presParOf" srcId="{8AD5E234-E1C1-48DE-9048-07997941FCBD}" destId="{1DE75CDC-D826-46BA-B752-3B2B338AF9AE}" srcOrd="0" destOrd="0" presId="urn:microsoft.com/office/officeart/2005/8/layout/list1"/>
    <dgm:cxn modelId="{F80E7820-F6AC-4956-8C9F-AFDA2919FFFE}" type="presParOf" srcId="{8AD5E234-E1C1-48DE-9048-07997941FCBD}" destId="{8A4075E4-9A1C-429B-8AC4-321A79044F1C}" srcOrd="1" destOrd="0" presId="urn:microsoft.com/office/officeart/2005/8/layout/list1"/>
    <dgm:cxn modelId="{E44BE8DF-4D51-491C-B11B-5DB347CBFF26}" type="presParOf" srcId="{320F85E7-057C-43C0-9BF2-9374F80567C7}" destId="{AAB5C337-ABEA-4AC2-B224-171409375FFD}" srcOrd="9" destOrd="0" presId="urn:microsoft.com/office/officeart/2005/8/layout/list1"/>
    <dgm:cxn modelId="{CB884B9C-BEBE-40F3-94AF-F508D4E3240F}" type="presParOf" srcId="{320F85E7-057C-43C0-9BF2-9374F80567C7}" destId="{2BF9100E-8294-430C-AF94-18D6EB197DDD}" srcOrd="10" destOrd="0" presId="urn:microsoft.com/office/officeart/2005/8/layout/list1"/>
    <dgm:cxn modelId="{4D5C52F6-27B4-444D-944E-40C020F3CE4D}" type="presParOf" srcId="{320F85E7-057C-43C0-9BF2-9374F80567C7}" destId="{EFC8C5F0-3D1F-4F61-B1B9-AFDF2DA9F223}" srcOrd="11" destOrd="0" presId="urn:microsoft.com/office/officeart/2005/8/layout/list1"/>
    <dgm:cxn modelId="{42F498B5-2617-4E92-8F29-78B455336D08}" type="presParOf" srcId="{320F85E7-057C-43C0-9BF2-9374F80567C7}" destId="{83018888-4870-4331-8014-8FF46405BE08}" srcOrd="12" destOrd="0" presId="urn:microsoft.com/office/officeart/2005/8/layout/list1"/>
    <dgm:cxn modelId="{260F7E0F-ED24-4AA9-A03C-90BD7F54E91C}" type="presParOf" srcId="{83018888-4870-4331-8014-8FF46405BE08}" destId="{7670C3FF-E707-47FE-8910-CCF664606CB3}" srcOrd="0" destOrd="0" presId="urn:microsoft.com/office/officeart/2005/8/layout/list1"/>
    <dgm:cxn modelId="{22878E0B-F6D7-4B3B-A026-89B5855CFC46}" type="presParOf" srcId="{83018888-4870-4331-8014-8FF46405BE08}" destId="{A2D47B6C-C11B-4D7B-89F2-D7609DAA8FB3}" srcOrd="1" destOrd="0" presId="urn:microsoft.com/office/officeart/2005/8/layout/list1"/>
    <dgm:cxn modelId="{A57821AA-F916-4AB3-B629-0727630FADD1}" type="presParOf" srcId="{320F85E7-057C-43C0-9BF2-9374F80567C7}" destId="{F4404E2F-69CB-40A2-9FAD-8EE04EAF3F05}" srcOrd="13" destOrd="0" presId="urn:microsoft.com/office/officeart/2005/8/layout/list1"/>
    <dgm:cxn modelId="{6324ED75-9584-4884-B0C4-741C4FF22B51}" type="presParOf" srcId="{320F85E7-057C-43C0-9BF2-9374F80567C7}" destId="{70538E9C-95DE-45AC-8999-6B671798B58C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CBC47AA2-DE2A-4437-BF13-24837C75CEE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02F7A3D-C6C1-4942-9793-17F690F9358A}">
      <dgm:prSet/>
      <dgm:spPr/>
      <dgm:t>
        <a:bodyPr/>
        <a:lstStyle/>
        <a:p>
          <a:r>
            <a:rPr lang="en-US"/>
            <a:t>Water productivity increase</a:t>
          </a:r>
        </a:p>
      </dgm:t>
    </dgm:pt>
    <dgm:pt modelId="{28420F65-78E8-417B-9655-2B348AA00847}" type="parTrans" cxnId="{0306602F-00DE-4FD7-90EA-EC0F7FDEA83E}">
      <dgm:prSet/>
      <dgm:spPr/>
      <dgm:t>
        <a:bodyPr/>
        <a:lstStyle/>
        <a:p>
          <a:endParaRPr lang="en-US"/>
        </a:p>
      </dgm:t>
    </dgm:pt>
    <dgm:pt modelId="{D22A673D-5162-45EB-9AF0-EBE04997C657}" type="sibTrans" cxnId="{0306602F-00DE-4FD7-90EA-EC0F7FDEA83E}">
      <dgm:prSet/>
      <dgm:spPr/>
      <dgm:t>
        <a:bodyPr/>
        <a:lstStyle/>
        <a:p>
          <a:endParaRPr lang="en-US"/>
        </a:p>
      </dgm:t>
    </dgm:pt>
    <dgm:pt modelId="{E93B239B-31DA-4AAD-9238-91D71BE925E5}">
      <dgm:prSet/>
      <dgm:spPr/>
      <dgm:t>
        <a:bodyPr/>
        <a:lstStyle/>
        <a:p>
          <a:r>
            <a:rPr lang="en-US"/>
            <a:t>Energy intensity decrease</a:t>
          </a:r>
        </a:p>
      </dgm:t>
    </dgm:pt>
    <dgm:pt modelId="{A9264DEA-5E69-4096-911C-5B6C9C738C2D}" type="parTrans" cxnId="{12BFFFB5-441D-4A06-94EE-6D55A0A332C2}">
      <dgm:prSet/>
      <dgm:spPr/>
      <dgm:t>
        <a:bodyPr/>
        <a:lstStyle/>
        <a:p>
          <a:endParaRPr lang="en-US"/>
        </a:p>
      </dgm:t>
    </dgm:pt>
    <dgm:pt modelId="{F3EC63CC-C647-473F-87EE-A90EA2F69182}" type="sibTrans" cxnId="{12BFFFB5-441D-4A06-94EE-6D55A0A332C2}">
      <dgm:prSet/>
      <dgm:spPr/>
      <dgm:t>
        <a:bodyPr/>
        <a:lstStyle/>
        <a:p>
          <a:endParaRPr lang="en-US"/>
        </a:p>
      </dgm:t>
    </dgm:pt>
    <dgm:pt modelId="{C1F8B26A-3A94-47C6-8745-11F89E451048}">
      <dgm:prSet/>
      <dgm:spPr/>
      <dgm:t>
        <a:bodyPr/>
        <a:lstStyle/>
        <a:p>
          <a:r>
            <a:rPr lang="en-US"/>
            <a:t>Land productivity improvement</a:t>
          </a:r>
        </a:p>
      </dgm:t>
    </dgm:pt>
    <dgm:pt modelId="{5349040D-FFA6-403A-9FDB-AE48BDD7EAF5}" type="parTrans" cxnId="{EA62443F-C521-4D14-BE0F-51A2876DDCEB}">
      <dgm:prSet/>
      <dgm:spPr/>
      <dgm:t>
        <a:bodyPr/>
        <a:lstStyle/>
        <a:p>
          <a:endParaRPr lang="en-US"/>
        </a:p>
      </dgm:t>
    </dgm:pt>
    <dgm:pt modelId="{79E8B743-1373-40DC-9E47-6AE82FCAD84D}" type="sibTrans" cxnId="{EA62443F-C521-4D14-BE0F-51A2876DDCEB}">
      <dgm:prSet/>
      <dgm:spPr/>
      <dgm:t>
        <a:bodyPr/>
        <a:lstStyle/>
        <a:p>
          <a:endParaRPr lang="en-US"/>
        </a:p>
      </dgm:t>
    </dgm:pt>
    <dgm:pt modelId="{5C79AD5F-8BC4-4C5C-9ED1-FEC8A58CDF1B}">
      <dgm:prSet/>
      <dgm:spPr/>
      <dgm:t>
        <a:bodyPr/>
        <a:lstStyle/>
        <a:p>
          <a:r>
            <a:rPr lang="en-US"/>
            <a:t>Higher economic output</a:t>
          </a:r>
        </a:p>
      </dgm:t>
    </dgm:pt>
    <dgm:pt modelId="{2C71A166-E601-4911-AAAE-2BB57247BDEA}" type="parTrans" cxnId="{DC8C7F70-CBA9-46D4-9536-381EE336C325}">
      <dgm:prSet/>
      <dgm:spPr/>
      <dgm:t>
        <a:bodyPr/>
        <a:lstStyle/>
        <a:p>
          <a:endParaRPr lang="en-US"/>
        </a:p>
      </dgm:t>
    </dgm:pt>
    <dgm:pt modelId="{18B740E1-351E-4F20-9660-2C6FAFC4A7B8}" type="sibTrans" cxnId="{DC8C7F70-CBA9-46D4-9536-381EE336C325}">
      <dgm:prSet/>
      <dgm:spPr/>
      <dgm:t>
        <a:bodyPr/>
        <a:lstStyle/>
        <a:p>
          <a:endParaRPr lang="en-US"/>
        </a:p>
      </dgm:t>
    </dgm:pt>
    <dgm:pt modelId="{4DC495E5-E8EB-4D9E-A79C-2587B7388061}" type="pres">
      <dgm:prSet presAssocID="{CBC47AA2-DE2A-4437-BF13-24837C75CEE0}" presName="root" presStyleCnt="0">
        <dgm:presLayoutVars>
          <dgm:dir/>
          <dgm:resizeHandles val="exact"/>
        </dgm:presLayoutVars>
      </dgm:prSet>
      <dgm:spPr/>
    </dgm:pt>
    <dgm:pt modelId="{CD4DB2AD-4940-45EF-89BC-5C12C3DF0827}" type="pres">
      <dgm:prSet presAssocID="{002F7A3D-C6C1-4942-9793-17F690F9358A}" presName="compNode" presStyleCnt="0"/>
      <dgm:spPr/>
    </dgm:pt>
    <dgm:pt modelId="{896AA383-4323-4D6C-AC39-83E20A8D656D}" type="pres">
      <dgm:prSet presAssocID="{002F7A3D-C6C1-4942-9793-17F690F9358A}" presName="bgRect" presStyleLbl="bgShp" presStyleIdx="0" presStyleCnt="4"/>
      <dgm:spPr/>
    </dgm:pt>
    <dgm:pt modelId="{141D124D-976F-4AA7-8B03-D3B3E41222C7}" type="pres">
      <dgm:prSet presAssocID="{002F7A3D-C6C1-4942-9793-17F690F9358A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ter"/>
        </a:ext>
      </dgm:extLst>
    </dgm:pt>
    <dgm:pt modelId="{962D0B69-7A05-41B0-9690-DE71327268AD}" type="pres">
      <dgm:prSet presAssocID="{002F7A3D-C6C1-4942-9793-17F690F9358A}" presName="spaceRect" presStyleCnt="0"/>
      <dgm:spPr/>
    </dgm:pt>
    <dgm:pt modelId="{F5E63BB1-F4AD-462D-97DD-EA666C70F517}" type="pres">
      <dgm:prSet presAssocID="{002F7A3D-C6C1-4942-9793-17F690F9358A}" presName="parTx" presStyleLbl="revTx" presStyleIdx="0" presStyleCnt="4">
        <dgm:presLayoutVars>
          <dgm:chMax val="0"/>
          <dgm:chPref val="0"/>
        </dgm:presLayoutVars>
      </dgm:prSet>
      <dgm:spPr/>
    </dgm:pt>
    <dgm:pt modelId="{2E8AAFEC-9ED8-4B09-A002-48F5E865F554}" type="pres">
      <dgm:prSet presAssocID="{D22A673D-5162-45EB-9AF0-EBE04997C657}" presName="sibTrans" presStyleCnt="0"/>
      <dgm:spPr/>
    </dgm:pt>
    <dgm:pt modelId="{EFC11DC3-F044-4302-95BC-2EB3BD8A95ED}" type="pres">
      <dgm:prSet presAssocID="{E93B239B-31DA-4AAD-9238-91D71BE925E5}" presName="compNode" presStyleCnt="0"/>
      <dgm:spPr/>
    </dgm:pt>
    <dgm:pt modelId="{7A52026A-6CA8-4573-AC0B-25FA9D8D6971}" type="pres">
      <dgm:prSet presAssocID="{E93B239B-31DA-4AAD-9238-91D71BE925E5}" presName="bgRect" presStyleLbl="bgShp" presStyleIdx="1" presStyleCnt="4"/>
      <dgm:spPr/>
    </dgm:pt>
    <dgm:pt modelId="{5E230B97-1D9B-445D-B778-79B9B98421B7}" type="pres">
      <dgm:prSet presAssocID="{E93B239B-31DA-4AAD-9238-91D71BE925E5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gh Voltage"/>
        </a:ext>
      </dgm:extLst>
    </dgm:pt>
    <dgm:pt modelId="{B867AE03-B6D0-4EAB-A117-1D7ADC5BA32B}" type="pres">
      <dgm:prSet presAssocID="{E93B239B-31DA-4AAD-9238-91D71BE925E5}" presName="spaceRect" presStyleCnt="0"/>
      <dgm:spPr/>
    </dgm:pt>
    <dgm:pt modelId="{00BADFDF-07EB-4F02-A04F-D066673CFAA6}" type="pres">
      <dgm:prSet presAssocID="{E93B239B-31DA-4AAD-9238-91D71BE925E5}" presName="parTx" presStyleLbl="revTx" presStyleIdx="1" presStyleCnt="4">
        <dgm:presLayoutVars>
          <dgm:chMax val="0"/>
          <dgm:chPref val="0"/>
        </dgm:presLayoutVars>
      </dgm:prSet>
      <dgm:spPr/>
    </dgm:pt>
    <dgm:pt modelId="{644C4A63-2035-474E-86AA-85A4A8C3822F}" type="pres">
      <dgm:prSet presAssocID="{F3EC63CC-C647-473F-87EE-A90EA2F69182}" presName="sibTrans" presStyleCnt="0"/>
      <dgm:spPr/>
    </dgm:pt>
    <dgm:pt modelId="{20A87CB8-591E-4502-9E93-2AF436F18A77}" type="pres">
      <dgm:prSet presAssocID="{C1F8B26A-3A94-47C6-8745-11F89E451048}" presName="compNode" presStyleCnt="0"/>
      <dgm:spPr/>
    </dgm:pt>
    <dgm:pt modelId="{F9748BB4-CEA5-46C0-876A-B52068A5ED4F}" type="pres">
      <dgm:prSet presAssocID="{C1F8B26A-3A94-47C6-8745-11F89E451048}" presName="bgRect" presStyleLbl="bgShp" presStyleIdx="2" presStyleCnt="4"/>
      <dgm:spPr/>
    </dgm:pt>
    <dgm:pt modelId="{4413B5FB-5BFE-4056-AD79-AE48DD7788B6}" type="pres">
      <dgm:prSet presAssocID="{C1F8B26A-3A94-47C6-8745-11F89E451048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5BC9E049-67EF-4BEE-91C7-2C80640BE0E5}" type="pres">
      <dgm:prSet presAssocID="{C1F8B26A-3A94-47C6-8745-11F89E451048}" presName="spaceRect" presStyleCnt="0"/>
      <dgm:spPr/>
    </dgm:pt>
    <dgm:pt modelId="{1F713A61-EA8C-49A7-BD5A-AF38EC0D44C1}" type="pres">
      <dgm:prSet presAssocID="{C1F8B26A-3A94-47C6-8745-11F89E451048}" presName="parTx" presStyleLbl="revTx" presStyleIdx="2" presStyleCnt="4">
        <dgm:presLayoutVars>
          <dgm:chMax val="0"/>
          <dgm:chPref val="0"/>
        </dgm:presLayoutVars>
      </dgm:prSet>
      <dgm:spPr/>
    </dgm:pt>
    <dgm:pt modelId="{2C66C801-EBE9-4B80-A5D1-45B61FA619B3}" type="pres">
      <dgm:prSet presAssocID="{79E8B743-1373-40DC-9E47-6AE82FCAD84D}" presName="sibTrans" presStyleCnt="0"/>
      <dgm:spPr/>
    </dgm:pt>
    <dgm:pt modelId="{A9081700-48F8-4045-8646-29A29A027EB6}" type="pres">
      <dgm:prSet presAssocID="{5C79AD5F-8BC4-4C5C-9ED1-FEC8A58CDF1B}" presName="compNode" presStyleCnt="0"/>
      <dgm:spPr/>
    </dgm:pt>
    <dgm:pt modelId="{D3EAB8A6-CCEB-4AE1-9877-5188830DA015}" type="pres">
      <dgm:prSet presAssocID="{5C79AD5F-8BC4-4C5C-9ED1-FEC8A58CDF1B}" presName="bgRect" presStyleLbl="bgShp" presStyleIdx="3" presStyleCnt="4"/>
      <dgm:spPr/>
    </dgm:pt>
    <dgm:pt modelId="{5A689952-CA95-4D08-AE98-33A0AD687584}" type="pres">
      <dgm:prSet presAssocID="{5C79AD5F-8BC4-4C5C-9ED1-FEC8A58CDF1B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F35C6FB9-7228-4940-B421-DF82A7CA823C}" type="pres">
      <dgm:prSet presAssocID="{5C79AD5F-8BC4-4C5C-9ED1-FEC8A58CDF1B}" presName="spaceRect" presStyleCnt="0"/>
      <dgm:spPr/>
    </dgm:pt>
    <dgm:pt modelId="{9E561C1E-EBCB-44D8-AE02-B1490F4A0638}" type="pres">
      <dgm:prSet presAssocID="{5C79AD5F-8BC4-4C5C-9ED1-FEC8A58CDF1B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0306602F-00DE-4FD7-90EA-EC0F7FDEA83E}" srcId="{CBC47AA2-DE2A-4437-BF13-24837C75CEE0}" destId="{002F7A3D-C6C1-4942-9793-17F690F9358A}" srcOrd="0" destOrd="0" parTransId="{28420F65-78E8-417B-9655-2B348AA00847}" sibTransId="{D22A673D-5162-45EB-9AF0-EBE04997C657}"/>
    <dgm:cxn modelId="{204E643D-6BA0-43B1-8338-2F518D72E639}" type="presOf" srcId="{E93B239B-31DA-4AAD-9238-91D71BE925E5}" destId="{00BADFDF-07EB-4F02-A04F-D066673CFAA6}" srcOrd="0" destOrd="0" presId="urn:microsoft.com/office/officeart/2018/2/layout/IconVerticalSolidList"/>
    <dgm:cxn modelId="{EA62443F-C521-4D14-BE0F-51A2876DDCEB}" srcId="{CBC47AA2-DE2A-4437-BF13-24837C75CEE0}" destId="{C1F8B26A-3A94-47C6-8745-11F89E451048}" srcOrd="2" destOrd="0" parTransId="{5349040D-FFA6-403A-9FDB-AE48BDD7EAF5}" sibTransId="{79E8B743-1373-40DC-9E47-6AE82FCAD84D}"/>
    <dgm:cxn modelId="{4678BE42-039C-424D-A30D-648D49578274}" type="presOf" srcId="{CBC47AA2-DE2A-4437-BF13-24837C75CEE0}" destId="{4DC495E5-E8EB-4D9E-A79C-2587B7388061}" srcOrd="0" destOrd="0" presId="urn:microsoft.com/office/officeart/2018/2/layout/IconVerticalSolidList"/>
    <dgm:cxn modelId="{DC8C7F70-CBA9-46D4-9536-381EE336C325}" srcId="{CBC47AA2-DE2A-4437-BF13-24837C75CEE0}" destId="{5C79AD5F-8BC4-4C5C-9ED1-FEC8A58CDF1B}" srcOrd="3" destOrd="0" parTransId="{2C71A166-E601-4911-AAAE-2BB57247BDEA}" sibTransId="{18B740E1-351E-4F20-9660-2C6FAFC4A7B8}"/>
    <dgm:cxn modelId="{930B2F57-B7DC-449A-A595-E618090DD84B}" type="presOf" srcId="{5C79AD5F-8BC4-4C5C-9ED1-FEC8A58CDF1B}" destId="{9E561C1E-EBCB-44D8-AE02-B1490F4A0638}" srcOrd="0" destOrd="0" presId="urn:microsoft.com/office/officeart/2018/2/layout/IconVerticalSolidList"/>
    <dgm:cxn modelId="{A56846A5-D8A1-42F7-BADB-60860523050F}" type="presOf" srcId="{002F7A3D-C6C1-4942-9793-17F690F9358A}" destId="{F5E63BB1-F4AD-462D-97DD-EA666C70F517}" srcOrd="0" destOrd="0" presId="urn:microsoft.com/office/officeart/2018/2/layout/IconVerticalSolidList"/>
    <dgm:cxn modelId="{12BFFFB5-441D-4A06-94EE-6D55A0A332C2}" srcId="{CBC47AA2-DE2A-4437-BF13-24837C75CEE0}" destId="{E93B239B-31DA-4AAD-9238-91D71BE925E5}" srcOrd="1" destOrd="0" parTransId="{A9264DEA-5E69-4096-911C-5B6C9C738C2D}" sibTransId="{F3EC63CC-C647-473F-87EE-A90EA2F69182}"/>
    <dgm:cxn modelId="{6CD928FE-0892-4B96-833B-96667FDDF886}" type="presOf" srcId="{C1F8B26A-3A94-47C6-8745-11F89E451048}" destId="{1F713A61-EA8C-49A7-BD5A-AF38EC0D44C1}" srcOrd="0" destOrd="0" presId="urn:microsoft.com/office/officeart/2018/2/layout/IconVerticalSolidList"/>
    <dgm:cxn modelId="{CA6B30B3-BB65-4EDE-901B-485F356CE7CE}" type="presParOf" srcId="{4DC495E5-E8EB-4D9E-A79C-2587B7388061}" destId="{CD4DB2AD-4940-45EF-89BC-5C12C3DF0827}" srcOrd="0" destOrd="0" presId="urn:microsoft.com/office/officeart/2018/2/layout/IconVerticalSolidList"/>
    <dgm:cxn modelId="{018AC215-18D8-4952-A9BB-2D39AAC5E2E1}" type="presParOf" srcId="{CD4DB2AD-4940-45EF-89BC-5C12C3DF0827}" destId="{896AA383-4323-4D6C-AC39-83E20A8D656D}" srcOrd="0" destOrd="0" presId="urn:microsoft.com/office/officeart/2018/2/layout/IconVerticalSolidList"/>
    <dgm:cxn modelId="{3C804111-D065-453C-B861-4D9219FBAA62}" type="presParOf" srcId="{CD4DB2AD-4940-45EF-89BC-5C12C3DF0827}" destId="{141D124D-976F-4AA7-8B03-D3B3E41222C7}" srcOrd="1" destOrd="0" presId="urn:microsoft.com/office/officeart/2018/2/layout/IconVerticalSolidList"/>
    <dgm:cxn modelId="{E5469974-A161-498F-AB68-6082A0FBBDC6}" type="presParOf" srcId="{CD4DB2AD-4940-45EF-89BC-5C12C3DF0827}" destId="{962D0B69-7A05-41B0-9690-DE71327268AD}" srcOrd="2" destOrd="0" presId="urn:microsoft.com/office/officeart/2018/2/layout/IconVerticalSolidList"/>
    <dgm:cxn modelId="{1752D4DE-8CA6-4E0E-A7C9-CB98AC747CC1}" type="presParOf" srcId="{CD4DB2AD-4940-45EF-89BC-5C12C3DF0827}" destId="{F5E63BB1-F4AD-462D-97DD-EA666C70F517}" srcOrd="3" destOrd="0" presId="urn:microsoft.com/office/officeart/2018/2/layout/IconVerticalSolidList"/>
    <dgm:cxn modelId="{D4D751B1-98FB-45F5-8BE7-83D9449ABDD7}" type="presParOf" srcId="{4DC495E5-E8EB-4D9E-A79C-2587B7388061}" destId="{2E8AAFEC-9ED8-4B09-A002-48F5E865F554}" srcOrd="1" destOrd="0" presId="urn:microsoft.com/office/officeart/2018/2/layout/IconVerticalSolidList"/>
    <dgm:cxn modelId="{3745F35C-F8A7-46C8-9BB5-C6A7EBFEF020}" type="presParOf" srcId="{4DC495E5-E8EB-4D9E-A79C-2587B7388061}" destId="{EFC11DC3-F044-4302-95BC-2EB3BD8A95ED}" srcOrd="2" destOrd="0" presId="urn:microsoft.com/office/officeart/2018/2/layout/IconVerticalSolidList"/>
    <dgm:cxn modelId="{124BB9AF-74C5-4EC8-A4C9-A239A2098B23}" type="presParOf" srcId="{EFC11DC3-F044-4302-95BC-2EB3BD8A95ED}" destId="{7A52026A-6CA8-4573-AC0B-25FA9D8D6971}" srcOrd="0" destOrd="0" presId="urn:microsoft.com/office/officeart/2018/2/layout/IconVerticalSolidList"/>
    <dgm:cxn modelId="{0B16A025-E593-4396-B0E7-EE720DE8F29F}" type="presParOf" srcId="{EFC11DC3-F044-4302-95BC-2EB3BD8A95ED}" destId="{5E230B97-1D9B-445D-B778-79B9B98421B7}" srcOrd="1" destOrd="0" presId="urn:microsoft.com/office/officeart/2018/2/layout/IconVerticalSolidList"/>
    <dgm:cxn modelId="{6142A9F0-F2B7-4A72-8A1D-0B59268A1E59}" type="presParOf" srcId="{EFC11DC3-F044-4302-95BC-2EB3BD8A95ED}" destId="{B867AE03-B6D0-4EAB-A117-1D7ADC5BA32B}" srcOrd="2" destOrd="0" presId="urn:microsoft.com/office/officeart/2018/2/layout/IconVerticalSolidList"/>
    <dgm:cxn modelId="{9D6BE9C1-0F98-4FDC-A126-71CF5E66CA1D}" type="presParOf" srcId="{EFC11DC3-F044-4302-95BC-2EB3BD8A95ED}" destId="{00BADFDF-07EB-4F02-A04F-D066673CFAA6}" srcOrd="3" destOrd="0" presId="urn:microsoft.com/office/officeart/2018/2/layout/IconVerticalSolidList"/>
    <dgm:cxn modelId="{0D26F7AD-4D30-44B6-9C49-8A539670F20F}" type="presParOf" srcId="{4DC495E5-E8EB-4D9E-A79C-2587B7388061}" destId="{644C4A63-2035-474E-86AA-85A4A8C3822F}" srcOrd="3" destOrd="0" presId="urn:microsoft.com/office/officeart/2018/2/layout/IconVerticalSolidList"/>
    <dgm:cxn modelId="{C1013577-A07E-4F60-811D-7A816D959163}" type="presParOf" srcId="{4DC495E5-E8EB-4D9E-A79C-2587B7388061}" destId="{20A87CB8-591E-4502-9E93-2AF436F18A77}" srcOrd="4" destOrd="0" presId="urn:microsoft.com/office/officeart/2018/2/layout/IconVerticalSolidList"/>
    <dgm:cxn modelId="{2EBAC5E4-3111-49DD-ABC1-959F14C04FA6}" type="presParOf" srcId="{20A87CB8-591E-4502-9E93-2AF436F18A77}" destId="{F9748BB4-CEA5-46C0-876A-B52068A5ED4F}" srcOrd="0" destOrd="0" presId="urn:microsoft.com/office/officeart/2018/2/layout/IconVerticalSolidList"/>
    <dgm:cxn modelId="{BD7A66B9-6053-48E8-A3DC-D385E5C42A07}" type="presParOf" srcId="{20A87CB8-591E-4502-9E93-2AF436F18A77}" destId="{4413B5FB-5BFE-4056-AD79-AE48DD7788B6}" srcOrd="1" destOrd="0" presId="urn:microsoft.com/office/officeart/2018/2/layout/IconVerticalSolidList"/>
    <dgm:cxn modelId="{3BD61C38-3B1D-427D-8F4B-D76345102293}" type="presParOf" srcId="{20A87CB8-591E-4502-9E93-2AF436F18A77}" destId="{5BC9E049-67EF-4BEE-91C7-2C80640BE0E5}" srcOrd="2" destOrd="0" presId="urn:microsoft.com/office/officeart/2018/2/layout/IconVerticalSolidList"/>
    <dgm:cxn modelId="{CA47FFAE-BCBF-4E89-A2E3-28A60687749E}" type="presParOf" srcId="{20A87CB8-591E-4502-9E93-2AF436F18A77}" destId="{1F713A61-EA8C-49A7-BD5A-AF38EC0D44C1}" srcOrd="3" destOrd="0" presId="urn:microsoft.com/office/officeart/2018/2/layout/IconVerticalSolidList"/>
    <dgm:cxn modelId="{2A124F5F-6CCD-4444-BAE7-A165A58B7B96}" type="presParOf" srcId="{4DC495E5-E8EB-4D9E-A79C-2587B7388061}" destId="{2C66C801-EBE9-4B80-A5D1-45B61FA619B3}" srcOrd="5" destOrd="0" presId="urn:microsoft.com/office/officeart/2018/2/layout/IconVerticalSolidList"/>
    <dgm:cxn modelId="{ED127FA0-AAA0-408E-9B54-9E0FBB299EB1}" type="presParOf" srcId="{4DC495E5-E8EB-4D9E-A79C-2587B7388061}" destId="{A9081700-48F8-4045-8646-29A29A027EB6}" srcOrd="6" destOrd="0" presId="urn:microsoft.com/office/officeart/2018/2/layout/IconVerticalSolidList"/>
    <dgm:cxn modelId="{3F536173-A00E-498A-A2BC-A27902FED1E1}" type="presParOf" srcId="{A9081700-48F8-4045-8646-29A29A027EB6}" destId="{D3EAB8A6-CCEB-4AE1-9877-5188830DA015}" srcOrd="0" destOrd="0" presId="urn:microsoft.com/office/officeart/2018/2/layout/IconVerticalSolidList"/>
    <dgm:cxn modelId="{07F0A104-4196-4E91-B8F1-3F4B13D42D88}" type="presParOf" srcId="{A9081700-48F8-4045-8646-29A29A027EB6}" destId="{5A689952-CA95-4D08-AE98-33A0AD687584}" srcOrd="1" destOrd="0" presId="urn:microsoft.com/office/officeart/2018/2/layout/IconVerticalSolidList"/>
    <dgm:cxn modelId="{E8F144BC-2382-49D1-8736-805EBE7F6085}" type="presParOf" srcId="{A9081700-48F8-4045-8646-29A29A027EB6}" destId="{F35C6FB9-7228-4940-B421-DF82A7CA823C}" srcOrd="2" destOrd="0" presId="urn:microsoft.com/office/officeart/2018/2/layout/IconVerticalSolidList"/>
    <dgm:cxn modelId="{78B609E2-E8FC-4341-84ED-7EC20A912848}" type="presParOf" srcId="{A9081700-48F8-4045-8646-29A29A027EB6}" destId="{9E561C1E-EBCB-44D8-AE02-B1490F4A063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558DCAC0-5345-464D-BEAF-1FC88D8FE235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A544256-3405-4076-BB3D-1770EA482698}">
      <dgm:prSet/>
      <dgm:spPr/>
      <dgm:t>
        <a:bodyPr/>
        <a:lstStyle/>
        <a:p>
          <a:r>
            <a:rPr lang="en-US"/>
            <a:t>Water tariffs</a:t>
          </a:r>
        </a:p>
      </dgm:t>
    </dgm:pt>
    <dgm:pt modelId="{07310251-73CD-47A0-B14A-A5C5BF78265A}" type="parTrans" cxnId="{0F755B4F-E3A9-410A-90C0-CC1562FD547E}">
      <dgm:prSet/>
      <dgm:spPr/>
      <dgm:t>
        <a:bodyPr/>
        <a:lstStyle/>
        <a:p>
          <a:endParaRPr lang="en-US"/>
        </a:p>
      </dgm:t>
    </dgm:pt>
    <dgm:pt modelId="{9BCBCFB7-4BB2-4828-A982-DC398F81CF90}" type="sibTrans" cxnId="{0F755B4F-E3A9-410A-90C0-CC1562FD547E}">
      <dgm:prSet/>
      <dgm:spPr/>
      <dgm:t>
        <a:bodyPr/>
        <a:lstStyle/>
        <a:p>
          <a:endParaRPr lang="en-US"/>
        </a:p>
      </dgm:t>
    </dgm:pt>
    <dgm:pt modelId="{CD4A50B0-DFC1-46AE-B0A4-04A9EA876B2A}">
      <dgm:prSet/>
      <dgm:spPr/>
      <dgm:t>
        <a:bodyPr/>
        <a:lstStyle/>
        <a:p>
          <a:r>
            <a:rPr lang="en-US"/>
            <a:t>Agricultural output</a:t>
          </a:r>
        </a:p>
      </dgm:t>
    </dgm:pt>
    <dgm:pt modelId="{D212F822-622C-4358-B05E-D85FABD7347A}" type="parTrans" cxnId="{588C342B-34D5-4FD6-A85F-125F6EF3526D}">
      <dgm:prSet/>
      <dgm:spPr/>
      <dgm:t>
        <a:bodyPr/>
        <a:lstStyle/>
        <a:p>
          <a:endParaRPr lang="en-US"/>
        </a:p>
      </dgm:t>
    </dgm:pt>
    <dgm:pt modelId="{4AA89BFA-5B97-4513-B467-C11DE8CD6A71}" type="sibTrans" cxnId="{588C342B-34D5-4FD6-A85F-125F6EF3526D}">
      <dgm:prSet/>
      <dgm:spPr/>
      <dgm:t>
        <a:bodyPr/>
        <a:lstStyle/>
        <a:p>
          <a:endParaRPr lang="en-US"/>
        </a:p>
      </dgm:t>
    </dgm:pt>
    <dgm:pt modelId="{ED5F7D0E-4A2E-4413-B61E-878EB9B27DDE}">
      <dgm:prSet/>
      <dgm:spPr/>
      <dgm:t>
        <a:bodyPr/>
        <a:lstStyle/>
        <a:p>
          <a:r>
            <a:rPr lang="en-US"/>
            <a:t>Carbon credits</a:t>
          </a:r>
        </a:p>
      </dgm:t>
    </dgm:pt>
    <dgm:pt modelId="{7456D35D-39C1-4445-ABA8-F6078E430E54}" type="parTrans" cxnId="{3277DFB6-BC5D-4C78-AD40-A7D12E22C72D}">
      <dgm:prSet/>
      <dgm:spPr/>
      <dgm:t>
        <a:bodyPr/>
        <a:lstStyle/>
        <a:p>
          <a:endParaRPr lang="en-US"/>
        </a:p>
      </dgm:t>
    </dgm:pt>
    <dgm:pt modelId="{EF4B45B9-4594-48A8-8CC2-85E513DEDA33}" type="sibTrans" cxnId="{3277DFB6-BC5D-4C78-AD40-A7D12E22C72D}">
      <dgm:prSet/>
      <dgm:spPr/>
      <dgm:t>
        <a:bodyPr/>
        <a:lstStyle/>
        <a:p>
          <a:endParaRPr lang="en-US"/>
        </a:p>
      </dgm:t>
    </dgm:pt>
    <dgm:pt modelId="{B4D7C65E-CAEB-4141-8C4A-CA257C0779CD}">
      <dgm:prSet/>
      <dgm:spPr/>
      <dgm:t>
        <a:bodyPr/>
        <a:lstStyle/>
        <a:p>
          <a:r>
            <a:rPr lang="en-US"/>
            <a:t>Resource recovery</a:t>
          </a:r>
        </a:p>
      </dgm:t>
    </dgm:pt>
    <dgm:pt modelId="{B12FB356-7526-4E9E-B400-DFF5290C4B4C}" type="parTrans" cxnId="{C08D21F6-5894-4BD8-A99F-C21D9700C88F}">
      <dgm:prSet/>
      <dgm:spPr/>
      <dgm:t>
        <a:bodyPr/>
        <a:lstStyle/>
        <a:p>
          <a:endParaRPr lang="en-US"/>
        </a:p>
      </dgm:t>
    </dgm:pt>
    <dgm:pt modelId="{36544148-CF88-4548-BF13-F709E3637BD2}" type="sibTrans" cxnId="{C08D21F6-5894-4BD8-A99F-C21D9700C88F}">
      <dgm:prSet/>
      <dgm:spPr/>
      <dgm:t>
        <a:bodyPr/>
        <a:lstStyle/>
        <a:p>
          <a:endParaRPr lang="en-US"/>
        </a:p>
      </dgm:t>
    </dgm:pt>
    <dgm:pt modelId="{FD5C4C86-4069-493D-B09F-DC8DD0AD470E}" type="pres">
      <dgm:prSet presAssocID="{558DCAC0-5345-464D-BEAF-1FC88D8FE235}" presName="root" presStyleCnt="0">
        <dgm:presLayoutVars>
          <dgm:dir/>
          <dgm:resizeHandles val="exact"/>
        </dgm:presLayoutVars>
      </dgm:prSet>
      <dgm:spPr/>
    </dgm:pt>
    <dgm:pt modelId="{5C70B00F-1B65-41D7-B968-BF26D48A338E}" type="pres">
      <dgm:prSet presAssocID="{BA544256-3405-4076-BB3D-1770EA482698}" presName="compNode" presStyleCnt="0"/>
      <dgm:spPr/>
    </dgm:pt>
    <dgm:pt modelId="{19E3D65C-43B5-4B7A-B7B4-2459A4BDE42A}" type="pres">
      <dgm:prSet presAssocID="{BA544256-3405-4076-BB3D-1770EA482698}" presName="bgRect" presStyleLbl="bgShp" presStyleIdx="0" presStyleCnt="4"/>
      <dgm:spPr/>
    </dgm:pt>
    <dgm:pt modelId="{1E13A77D-D192-4640-A0BE-E686CB0333A2}" type="pres">
      <dgm:prSet presAssocID="{BA544256-3405-4076-BB3D-1770EA482698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ter"/>
        </a:ext>
      </dgm:extLst>
    </dgm:pt>
    <dgm:pt modelId="{137594FC-D00D-413A-942D-F9C418CAC892}" type="pres">
      <dgm:prSet presAssocID="{BA544256-3405-4076-BB3D-1770EA482698}" presName="spaceRect" presStyleCnt="0"/>
      <dgm:spPr/>
    </dgm:pt>
    <dgm:pt modelId="{AFD6CA71-ED49-4772-AEC1-37E5CA8F06D5}" type="pres">
      <dgm:prSet presAssocID="{BA544256-3405-4076-BB3D-1770EA482698}" presName="parTx" presStyleLbl="revTx" presStyleIdx="0" presStyleCnt="4">
        <dgm:presLayoutVars>
          <dgm:chMax val="0"/>
          <dgm:chPref val="0"/>
        </dgm:presLayoutVars>
      </dgm:prSet>
      <dgm:spPr/>
    </dgm:pt>
    <dgm:pt modelId="{3A220C78-EA1C-4F3E-9751-93A576EA7557}" type="pres">
      <dgm:prSet presAssocID="{9BCBCFB7-4BB2-4828-A982-DC398F81CF90}" presName="sibTrans" presStyleCnt="0"/>
      <dgm:spPr/>
    </dgm:pt>
    <dgm:pt modelId="{C515DE47-16B6-46C7-B167-C7EC4D8890D5}" type="pres">
      <dgm:prSet presAssocID="{CD4A50B0-DFC1-46AE-B0A4-04A9EA876B2A}" presName="compNode" presStyleCnt="0"/>
      <dgm:spPr/>
    </dgm:pt>
    <dgm:pt modelId="{152D36EF-8CBE-4FD2-BAB3-554D58EF4AF6}" type="pres">
      <dgm:prSet presAssocID="{CD4A50B0-DFC1-46AE-B0A4-04A9EA876B2A}" presName="bgRect" presStyleLbl="bgShp" presStyleIdx="1" presStyleCnt="4"/>
      <dgm:spPr/>
    </dgm:pt>
    <dgm:pt modelId="{D96E3455-50B3-4D1D-A636-D7D78218C754}" type="pres">
      <dgm:prSet presAssocID="{CD4A50B0-DFC1-46AE-B0A4-04A9EA876B2A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nt"/>
        </a:ext>
      </dgm:extLst>
    </dgm:pt>
    <dgm:pt modelId="{F52CADEA-4A1A-4936-9C62-5386B4BCD52F}" type="pres">
      <dgm:prSet presAssocID="{CD4A50B0-DFC1-46AE-B0A4-04A9EA876B2A}" presName="spaceRect" presStyleCnt="0"/>
      <dgm:spPr/>
    </dgm:pt>
    <dgm:pt modelId="{7AEA9584-D592-40F9-AD4E-8335BD9CEE05}" type="pres">
      <dgm:prSet presAssocID="{CD4A50B0-DFC1-46AE-B0A4-04A9EA876B2A}" presName="parTx" presStyleLbl="revTx" presStyleIdx="1" presStyleCnt="4">
        <dgm:presLayoutVars>
          <dgm:chMax val="0"/>
          <dgm:chPref val="0"/>
        </dgm:presLayoutVars>
      </dgm:prSet>
      <dgm:spPr/>
    </dgm:pt>
    <dgm:pt modelId="{99312CE5-08F0-4AB0-9422-38E625606C12}" type="pres">
      <dgm:prSet presAssocID="{4AA89BFA-5B97-4513-B467-C11DE8CD6A71}" presName="sibTrans" presStyleCnt="0"/>
      <dgm:spPr/>
    </dgm:pt>
    <dgm:pt modelId="{9AB1D39F-5EBD-4228-AAFF-4C2626213AFE}" type="pres">
      <dgm:prSet presAssocID="{ED5F7D0E-4A2E-4413-B61E-878EB9B27DDE}" presName="compNode" presStyleCnt="0"/>
      <dgm:spPr/>
    </dgm:pt>
    <dgm:pt modelId="{0A96FA2A-7CE4-4568-9BE8-0C71E03638D3}" type="pres">
      <dgm:prSet presAssocID="{ED5F7D0E-4A2E-4413-B61E-878EB9B27DDE}" presName="bgRect" presStyleLbl="bgShp" presStyleIdx="2" presStyleCnt="4"/>
      <dgm:spPr/>
    </dgm:pt>
    <dgm:pt modelId="{8F4153CE-12E6-4A01-8CF0-1AA4A0C92D6F}" type="pres">
      <dgm:prSet presAssocID="{ED5F7D0E-4A2E-4413-B61E-878EB9B27DDE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eaf"/>
        </a:ext>
      </dgm:extLst>
    </dgm:pt>
    <dgm:pt modelId="{7DAA57C6-64C5-482B-8388-72E20E8D6A01}" type="pres">
      <dgm:prSet presAssocID="{ED5F7D0E-4A2E-4413-B61E-878EB9B27DDE}" presName="spaceRect" presStyleCnt="0"/>
      <dgm:spPr/>
    </dgm:pt>
    <dgm:pt modelId="{EA65AF62-F2B0-4F63-8E4B-DD3AE2DAD38F}" type="pres">
      <dgm:prSet presAssocID="{ED5F7D0E-4A2E-4413-B61E-878EB9B27DDE}" presName="parTx" presStyleLbl="revTx" presStyleIdx="2" presStyleCnt="4">
        <dgm:presLayoutVars>
          <dgm:chMax val="0"/>
          <dgm:chPref val="0"/>
        </dgm:presLayoutVars>
      </dgm:prSet>
      <dgm:spPr/>
    </dgm:pt>
    <dgm:pt modelId="{23657C1D-5C37-41AA-A1F4-CB00FFD05FCB}" type="pres">
      <dgm:prSet presAssocID="{EF4B45B9-4594-48A8-8CC2-85E513DEDA33}" presName="sibTrans" presStyleCnt="0"/>
      <dgm:spPr/>
    </dgm:pt>
    <dgm:pt modelId="{CB91D9F8-E0BB-459B-9A52-0F692F463498}" type="pres">
      <dgm:prSet presAssocID="{B4D7C65E-CAEB-4141-8C4A-CA257C0779CD}" presName="compNode" presStyleCnt="0"/>
      <dgm:spPr/>
    </dgm:pt>
    <dgm:pt modelId="{C65CEB68-6C53-477C-BB82-1559CEE7069E}" type="pres">
      <dgm:prSet presAssocID="{B4D7C65E-CAEB-4141-8C4A-CA257C0779CD}" presName="bgRect" presStyleLbl="bgShp" presStyleIdx="3" presStyleCnt="4"/>
      <dgm:spPr/>
    </dgm:pt>
    <dgm:pt modelId="{E2BAA5F9-FCEE-436A-B0A0-EA8B9BD6B5C4}" type="pres">
      <dgm:prSet presAssocID="{B4D7C65E-CAEB-4141-8C4A-CA257C0779CD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E85916D8-12A5-4544-990A-A4EE585F9A61}" type="pres">
      <dgm:prSet presAssocID="{B4D7C65E-CAEB-4141-8C4A-CA257C0779CD}" presName="spaceRect" presStyleCnt="0"/>
      <dgm:spPr/>
    </dgm:pt>
    <dgm:pt modelId="{C5A098C7-F953-4CB8-A99D-1E28E04158DE}" type="pres">
      <dgm:prSet presAssocID="{B4D7C65E-CAEB-4141-8C4A-CA257C0779CD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588C342B-34D5-4FD6-A85F-125F6EF3526D}" srcId="{558DCAC0-5345-464D-BEAF-1FC88D8FE235}" destId="{CD4A50B0-DFC1-46AE-B0A4-04A9EA876B2A}" srcOrd="1" destOrd="0" parTransId="{D212F822-622C-4358-B05E-D85FABD7347A}" sibTransId="{4AA89BFA-5B97-4513-B467-C11DE8CD6A71}"/>
    <dgm:cxn modelId="{0F755B4F-E3A9-410A-90C0-CC1562FD547E}" srcId="{558DCAC0-5345-464D-BEAF-1FC88D8FE235}" destId="{BA544256-3405-4076-BB3D-1770EA482698}" srcOrd="0" destOrd="0" parTransId="{07310251-73CD-47A0-B14A-A5C5BF78265A}" sibTransId="{9BCBCFB7-4BB2-4828-A982-DC398F81CF90}"/>
    <dgm:cxn modelId="{7E429F91-EF17-4186-8E97-104442DF2A3B}" type="presOf" srcId="{558DCAC0-5345-464D-BEAF-1FC88D8FE235}" destId="{FD5C4C86-4069-493D-B09F-DC8DD0AD470E}" srcOrd="0" destOrd="0" presId="urn:microsoft.com/office/officeart/2018/2/layout/IconVerticalSolidList"/>
    <dgm:cxn modelId="{77B133A4-4574-4E19-A0BF-D816B0659853}" type="presOf" srcId="{ED5F7D0E-4A2E-4413-B61E-878EB9B27DDE}" destId="{EA65AF62-F2B0-4F63-8E4B-DD3AE2DAD38F}" srcOrd="0" destOrd="0" presId="urn:microsoft.com/office/officeart/2018/2/layout/IconVerticalSolidList"/>
    <dgm:cxn modelId="{1D3ADFA9-08B3-4554-A1D9-D6CE02BBA620}" type="presOf" srcId="{BA544256-3405-4076-BB3D-1770EA482698}" destId="{AFD6CA71-ED49-4772-AEC1-37E5CA8F06D5}" srcOrd="0" destOrd="0" presId="urn:microsoft.com/office/officeart/2018/2/layout/IconVerticalSolidList"/>
    <dgm:cxn modelId="{3277DFB6-BC5D-4C78-AD40-A7D12E22C72D}" srcId="{558DCAC0-5345-464D-BEAF-1FC88D8FE235}" destId="{ED5F7D0E-4A2E-4413-B61E-878EB9B27DDE}" srcOrd="2" destOrd="0" parTransId="{7456D35D-39C1-4445-ABA8-F6078E430E54}" sibTransId="{EF4B45B9-4594-48A8-8CC2-85E513DEDA33}"/>
    <dgm:cxn modelId="{499F0CC8-04E6-46BB-BF91-88005882E2D0}" type="presOf" srcId="{CD4A50B0-DFC1-46AE-B0A4-04A9EA876B2A}" destId="{7AEA9584-D592-40F9-AD4E-8335BD9CEE05}" srcOrd="0" destOrd="0" presId="urn:microsoft.com/office/officeart/2018/2/layout/IconVerticalSolidList"/>
    <dgm:cxn modelId="{FCF07FEB-4E66-4219-A6B0-EDFC32700B6C}" type="presOf" srcId="{B4D7C65E-CAEB-4141-8C4A-CA257C0779CD}" destId="{C5A098C7-F953-4CB8-A99D-1E28E04158DE}" srcOrd="0" destOrd="0" presId="urn:microsoft.com/office/officeart/2018/2/layout/IconVerticalSolidList"/>
    <dgm:cxn modelId="{C08D21F6-5894-4BD8-A99F-C21D9700C88F}" srcId="{558DCAC0-5345-464D-BEAF-1FC88D8FE235}" destId="{B4D7C65E-CAEB-4141-8C4A-CA257C0779CD}" srcOrd="3" destOrd="0" parTransId="{B12FB356-7526-4E9E-B400-DFF5290C4B4C}" sibTransId="{36544148-CF88-4548-BF13-F709E3637BD2}"/>
    <dgm:cxn modelId="{F034A2A9-A5B5-4BEC-BF95-E31BE68F761E}" type="presParOf" srcId="{FD5C4C86-4069-493D-B09F-DC8DD0AD470E}" destId="{5C70B00F-1B65-41D7-B968-BF26D48A338E}" srcOrd="0" destOrd="0" presId="urn:microsoft.com/office/officeart/2018/2/layout/IconVerticalSolidList"/>
    <dgm:cxn modelId="{CAA0B919-92D3-4B9C-8F5F-CB3E54A90975}" type="presParOf" srcId="{5C70B00F-1B65-41D7-B968-BF26D48A338E}" destId="{19E3D65C-43B5-4B7A-B7B4-2459A4BDE42A}" srcOrd="0" destOrd="0" presId="urn:microsoft.com/office/officeart/2018/2/layout/IconVerticalSolidList"/>
    <dgm:cxn modelId="{82245848-81E4-4AFF-9C22-C72912B103C3}" type="presParOf" srcId="{5C70B00F-1B65-41D7-B968-BF26D48A338E}" destId="{1E13A77D-D192-4640-A0BE-E686CB0333A2}" srcOrd="1" destOrd="0" presId="urn:microsoft.com/office/officeart/2018/2/layout/IconVerticalSolidList"/>
    <dgm:cxn modelId="{F875C553-7B36-4CE9-8CD8-3B226AB50ADC}" type="presParOf" srcId="{5C70B00F-1B65-41D7-B968-BF26D48A338E}" destId="{137594FC-D00D-413A-942D-F9C418CAC892}" srcOrd="2" destOrd="0" presId="urn:microsoft.com/office/officeart/2018/2/layout/IconVerticalSolidList"/>
    <dgm:cxn modelId="{8EB9C4B0-67EF-45EA-8667-23221508D672}" type="presParOf" srcId="{5C70B00F-1B65-41D7-B968-BF26D48A338E}" destId="{AFD6CA71-ED49-4772-AEC1-37E5CA8F06D5}" srcOrd="3" destOrd="0" presId="urn:microsoft.com/office/officeart/2018/2/layout/IconVerticalSolidList"/>
    <dgm:cxn modelId="{F1C8E38D-E144-4908-A69D-26DAB9656DCA}" type="presParOf" srcId="{FD5C4C86-4069-493D-B09F-DC8DD0AD470E}" destId="{3A220C78-EA1C-4F3E-9751-93A576EA7557}" srcOrd="1" destOrd="0" presId="urn:microsoft.com/office/officeart/2018/2/layout/IconVerticalSolidList"/>
    <dgm:cxn modelId="{48733BCB-477B-494D-AA69-5D5FB41E8FBD}" type="presParOf" srcId="{FD5C4C86-4069-493D-B09F-DC8DD0AD470E}" destId="{C515DE47-16B6-46C7-B167-C7EC4D8890D5}" srcOrd="2" destOrd="0" presId="urn:microsoft.com/office/officeart/2018/2/layout/IconVerticalSolidList"/>
    <dgm:cxn modelId="{8E1734B8-3D62-4643-95A8-5186C1ACF99A}" type="presParOf" srcId="{C515DE47-16B6-46C7-B167-C7EC4D8890D5}" destId="{152D36EF-8CBE-4FD2-BAB3-554D58EF4AF6}" srcOrd="0" destOrd="0" presId="urn:microsoft.com/office/officeart/2018/2/layout/IconVerticalSolidList"/>
    <dgm:cxn modelId="{5E41ACC6-B61E-4553-BA70-AD88B850D3F6}" type="presParOf" srcId="{C515DE47-16B6-46C7-B167-C7EC4D8890D5}" destId="{D96E3455-50B3-4D1D-A636-D7D78218C754}" srcOrd="1" destOrd="0" presId="urn:microsoft.com/office/officeart/2018/2/layout/IconVerticalSolidList"/>
    <dgm:cxn modelId="{262EDA64-9AB3-4CBA-BB0A-4089981CB32B}" type="presParOf" srcId="{C515DE47-16B6-46C7-B167-C7EC4D8890D5}" destId="{F52CADEA-4A1A-4936-9C62-5386B4BCD52F}" srcOrd="2" destOrd="0" presId="urn:microsoft.com/office/officeart/2018/2/layout/IconVerticalSolidList"/>
    <dgm:cxn modelId="{DD6CA94E-3B0C-4E10-87AD-4C61884B4E64}" type="presParOf" srcId="{C515DE47-16B6-46C7-B167-C7EC4D8890D5}" destId="{7AEA9584-D592-40F9-AD4E-8335BD9CEE05}" srcOrd="3" destOrd="0" presId="urn:microsoft.com/office/officeart/2018/2/layout/IconVerticalSolidList"/>
    <dgm:cxn modelId="{C00BF5DD-7BD2-4CF9-A250-F5BF6338EBA2}" type="presParOf" srcId="{FD5C4C86-4069-493D-B09F-DC8DD0AD470E}" destId="{99312CE5-08F0-4AB0-9422-38E625606C12}" srcOrd="3" destOrd="0" presId="urn:microsoft.com/office/officeart/2018/2/layout/IconVerticalSolidList"/>
    <dgm:cxn modelId="{A3BE12EC-A0E1-4E67-BBAD-EA396F55FC76}" type="presParOf" srcId="{FD5C4C86-4069-493D-B09F-DC8DD0AD470E}" destId="{9AB1D39F-5EBD-4228-AAFF-4C2626213AFE}" srcOrd="4" destOrd="0" presId="urn:microsoft.com/office/officeart/2018/2/layout/IconVerticalSolidList"/>
    <dgm:cxn modelId="{25B6B460-2CC0-4625-981F-09A658E5ABBC}" type="presParOf" srcId="{9AB1D39F-5EBD-4228-AAFF-4C2626213AFE}" destId="{0A96FA2A-7CE4-4568-9BE8-0C71E03638D3}" srcOrd="0" destOrd="0" presId="urn:microsoft.com/office/officeart/2018/2/layout/IconVerticalSolidList"/>
    <dgm:cxn modelId="{CE61D1CE-31C6-4DA3-A04C-ED21C42C1DCF}" type="presParOf" srcId="{9AB1D39F-5EBD-4228-AAFF-4C2626213AFE}" destId="{8F4153CE-12E6-4A01-8CF0-1AA4A0C92D6F}" srcOrd="1" destOrd="0" presId="urn:microsoft.com/office/officeart/2018/2/layout/IconVerticalSolidList"/>
    <dgm:cxn modelId="{19755EAB-2B34-4697-80B3-9CA4B9CE74FF}" type="presParOf" srcId="{9AB1D39F-5EBD-4228-AAFF-4C2626213AFE}" destId="{7DAA57C6-64C5-482B-8388-72E20E8D6A01}" srcOrd="2" destOrd="0" presId="urn:microsoft.com/office/officeart/2018/2/layout/IconVerticalSolidList"/>
    <dgm:cxn modelId="{35A834A1-B022-4F46-9638-C9B437690A5F}" type="presParOf" srcId="{9AB1D39F-5EBD-4228-AAFF-4C2626213AFE}" destId="{EA65AF62-F2B0-4F63-8E4B-DD3AE2DAD38F}" srcOrd="3" destOrd="0" presId="urn:microsoft.com/office/officeart/2018/2/layout/IconVerticalSolidList"/>
    <dgm:cxn modelId="{D4A5F055-F778-4886-A85E-4A8939EDA5BE}" type="presParOf" srcId="{FD5C4C86-4069-493D-B09F-DC8DD0AD470E}" destId="{23657C1D-5C37-41AA-A1F4-CB00FFD05FCB}" srcOrd="5" destOrd="0" presId="urn:microsoft.com/office/officeart/2018/2/layout/IconVerticalSolidList"/>
    <dgm:cxn modelId="{9E4586D5-DB6F-498C-B4D7-6C8024784D7B}" type="presParOf" srcId="{FD5C4C86-4069-493D-B09F-DC8DD0AD470E}" destId="{CB91D9F8-E0BB-459B-9A52-0F692F463498}" srcOrd="6" destOrd="0" presId="urn:microsoft.com/office/officeart/2018/2/layout/IconVerticalSolidList"/>
    <dgm:cxn modelId="{4342B877-4EDB-4A46-B287-41E00B390743}" type="presParOf" srcId="{CB91D9F8-E0BB-459B-9A52-0F692F463498}" destId="{C65CEB68-6C53-477C-BB82-1559CEE7069E}" srcOrd="0" destOrd="0" presId="urn:microsoft.com/office/officeart/2018/2/layout/IconVerticalSolidList"/>
    <dgm:cxn modelId="{86402CDB-C3CF-424A-AB9D-F8C3DB4F253F}" type="presParOf" srcId="{CB91D9F8-E0BB-459B-9A52-0F692F463498}" destId="{E2BAA5F9-FCEE-436A-B0A0-EA8B9BD6B5C4}" srcOrd="1" destOrd="0" presId="urn:microsoft.com/office/officeart/2018/2/layout/IconVerticalSolidList"/>
    <dgm:cxn modelId="{0B32F000-F696-49F9-8D1E-C489CCDE0BFA}" type="presParOf" srcId="{CB91D9F8-E0BB-459B-9A52-0F692F463498}" destId="{E85916D8-12A5-4544-990A-A4EE585F9A61}" srcOrd="2" destOrd="0" presId="urn:microsoft.com/office/officeart/2018/2/layout/IconVerticalSolidList"/>
    <dgm:cxn modelId="{11FF6162-FA6C-4A88-B761-3F6520FB8705}" type="presParOf" srcId="{CB91D9F8-E0BB-459B-9A52-0F692F463498}" destId="{C5A098C7-F953-4CB8-A99D-1E28E04158D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958B4817-1653-4310-BADB-5303780F5BE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2C9D873-E639-480A-9AA9-4D30D1FDFF9D}">
      <dgm:prSet/>
      <dgm:spPr/>
      <dgm:t>
        <a:bodyPr/>
        <a:lstStyle/>
        <a:p>
          <a:r>
            <a:rPr lang="en-US"/>
            <a:t>Reduced climate risks</a:t>
          </a:r>
        </a:p>
      </dgm:t>
    </dgm:pt>
    <dgm:pt modelId="{F8E0FCAA-CC01-4FED-898A-E56FEF61C2D5}" type="parTrans" cxnId="{6227D8A1-980B-4AE6-87AD-EB8A3437E3E0}">
      <dgm:prSet/>
      <dgm:spPr/>
      <dgm:t>
        <a:bodyPr/>
        <a:lstStyle/>
        <a:p>
          <a:endParaRPr lang="en-US"/>
        </a:p>
      </dgm:t>
    </dgm:pt>
    <dgm:pt modelId="{A33351A6-B1F3-4755-BC52-C0D86656EA5A}" type="sibTrans" cxnId="{6227D8A1-980B-4AE6-87AD-EB8A3437E3E0}">
      <dgm:prSet/>
      <dgm:spPr/>
      <dgm:t>
        <a:bodyPr/>
        <a:lstStyle/>
        <a:p>
          <a:endParaRPr lang="en-US"/>
        </a:p>
      </dgm:t>
    </dgm:pt>
    <dgm:pt modelId="{ED2E98D3-1B42-4A0C-A74D-79326804533B}">
      <dgm:prSet/>
      <dgm:spPr/>
      <dgm:t>
        <a:bodyPr/>
        <a:lstStyle/>
        <a:p>
          <a:r>
            <a:rPr lang="en-US"/>
            <a:t>Lower energy price exposure</a:t>
          </a:r>
        </a:p>
      </dgm:t>
    </dgm:pt>
    <dgm:pt modelId="{14382658-97E8-4003-9D1F-B0E55E332465}" type="parTrans" cxnId="{2C3549CD-9D5C-49BB-A575-22A71C40BC3E}">
      <dgm:prSet/>
      <dgm:spPr/>
      <dgm:t>
        <a:bodyPr/>
        <a:lstStyle/>
        <a:p>
          <a:endParaRPr lang="en-US"/>
        </a:p>
      </dgm:t>
    </dgm:pt>
    <dgm:pt modelId="{A5D8A99A-B7D6-4C9B-825A-B858EEB97CB8}" type="sibTrans" cxnId="{2C3549CD-9D5C-49BB-A575-22A71C40BC3E}">
      <dgm:prSet/>
      <dgm:spPr/>
      <dgm:t>
        <a:bodyPr/>
        <a:lstStyle/>
        <a:p>
          <a:endParaRPr lang="en-US"/>
        </a:p>
      </dgm:t>
    </dgm:pt>
    <dgm:pt modelId="{20B0203A-5C6E-48CA-BDF4-FA09043588E9}">
      <dgm:prSet/>
      <dgm:spPr/>
      <dgm:t>
        <a:bodyPr/>
        <a:lstStyle/>
        <a:p>
          <a:r>
            <a:rPr lang="en-US"/>
            <a:t>Improved resilience</a:t>
          </a:r>
        </a:p>
      </dgm:t>
    </dgm:pt>
    <dgm:pt modelId="{F83608A3-4566-4DBC-84A4-D7FBA9EE7A08}" type="parTrans" cxnId="{166748C9-C427-42EF-8465-1609E63FBAF2}">
      <dgm:prSet/>
      <dgm:spPr/>
      <dgm:t>
        <a:bodyPr/>
        <a:lstStyle/>
        <a:p>
          <a:endParaRPr lang="en-US"/>
        </a:p>
      </dgm:t>
    </dgm:pt>
    <dgm:pt modelId="{8C3097F3-BF01-48DC-941F-F61565A78605}" type="sibTrans" cxnId="{166748C9-C427-42EF-8465-1609E63FBAF2}">
      <dgm:prSet/>
      <dgm:spPr/>
      <dgm:t>
        <a:bodyPr/>
        <a:lstStyle/>
        <a:p>
          <a:endParaRPr lang="en-US"/>
        </a:p>
      </dgm:t>
    </dgm:pt>
    <dgm:pt modelId="{806464CA-03EA-4905-AFE4-A683BD98A0BC}">
      <dgm:prSet/>
      <dgm:spPr/>
      <dgm:t>
        <a:bodyPr/>
        <a:lstStyle/>
        <a:p>
          <a:r>
            <a:rPr lang="en-US"/>
            <a:t>Lower cost of capital</a:t>
          </a:r>
        </a:p>
      </dgm:t>
    </dgm:pt>
    <dgm:pt modelId="{BD129CA8-376E-4D30-8138-9391F15E63AC}" type="parTrans" cxnId="{01E9CB69-0694-4C81-8AA0-D15FFA802109}">
      <dgm:prSet/>
      <dgm:spPr/>
      <dgm:t>
        <a:bodyPr/>
        <a:lstStyle/>
        <a:p>
          <a:endParaRPr lang="en-US"/>
        </a:p>
      </dgm:t>
    </dgm:pt>
    <dgm:pt modelId="{DFE7B0E0-9EF5-4AE4-AA77-2332443974C6}" type="sibTrans" cxnId="{01E9CB69-0694-4C81-8AA0-D15FFA802109}">
      <dgm:prSet/>
      <dgm:spPr/>
      <dgm:t>
        <a:bodyPr/>
        <a:lstStyle/>
        <a:p>
          <a:endParaRPr lang="en-US"/>
        </a:p>
      </dgm:t>
    </dgm:pt>
    <dgm:pt modelId="{0C55C701-86C8-4AAD-8EDB-45E9C9C515DB}" type="pres">
      <dgm:prSet presAssocID="{958B4817-1653-4310-BADB-5303780F5BEA}" presName="root" presStyleCnt="0">
        <dgm:presLayoutVars>
          <dgm:dir/>
          <dgm:resizeHandles val="exact"/>
        </dgm:presLayoutVars>
      </dgm:prSet>
      <dgm:spPr/>
    </dgm:pt>
    <dgm:pt modelId="{A70466F1-3C58-46B3-B3EE-D6EC4B717EC3}" type="pres">
      <dgm:prSet presAssocID="{D2C9D873-E639-480A-9AA9-4D30D1FDFF9D}" presName="compNode" presStyleCnt="0"/>
      <dgm:spPr/>
    </dgm:pt>
    <dgm:pt modelId="{A0AC0357-45E2-4D21-BD36-97F0B6FE3A12}" type="pres">
      <dgm:prSet presAssocID="{D2C9D873-E639-480A-9AA9-4D30D1FDFF9D}" presName="bgRect" presStyleLbl="bgShp" presStyleIdx="0" presStyleCnt="4"/>
      <dgm:spPr/>
    </dgm:pt>
    <dgm:pt modelId="{A44FD556-0E2B-4FE3-8C95-4868BBB93BA6}" type="pres">
      <dgm:prSet presAssocID="{D2C9D873-E639-480A-9AA9-4D30D1FDFF9D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ermometer"/>
        </a:ext>
      </dgm:extLst>
    </dgm:pt>
    <dgm:pt modelId="{87F1C0B8-2E6A-4183-A228-C9A38C2EE4E8}" type="pres">
      <dgm:prSet presAssocID="{D2C9D873-E639-480A-9AA9-4D30D1FDFF9D}" presName="spaceRect" presStyleCnt="0"/>
      <dgm:spPr/>
    </dgm:pt>
    <dgm:pt modelId="{F1E994EF-824A-4B2F-BE56-4E88D545593C}" type="pres">
      <dgm:prSet presAssocID="{D2C9D873-E639-480A-9AA9-4D30D1FDFF9D}" presName="parTx" presStyleLbl="revTx" presStyleIdx="0" presStyleCnt="4">
        <dgm:presLayoutVars>
          <dgm:chMax val="0"/>
          <dgm:chPref val="0"/>
        </dgm:presLayoutVars>
      </dgm:prSet>
      <dgm:spPr/>
    </dgm:pt>
    <dgm:pt modelId="{288B7C4E-F992-4C27-8B2C-D638DC3E2A52}" type="pres">
      <dgm:prSet presAssocID="{A33351A6-B1F3-4755-BC52-C0D86656EA5A}" presName="sibTrans" presStyleCnt="0"/>
      <dgm:spPr/>
    </dgm:pt>
    <dgm:pt modelId="{EC5509F9-658A-4B8C-8415-D6A0AD90313C}" type="pres">
      <dgm:prSet presAssocID="{ED2E98D3-1B42-4A0C-A74D-79326804533B}" presName="compNode" presStyleCnt="0"/>
      <dgm:spPr/>
    </dgm:pt>
    <dgm:pt modelId="{BB066F66-9957-4934-BC28-7D292548C6F4}" type="pres">
      <dgm:prSet presAssocID="{ED2E98D3-1B42-4A0C-A74D-79326804533B}" presName="bgRect" presStyleLbl="bgShp" presStyleIdx="1" presStyleCnt="4"/>
      <dgm:spPr/>
    </dgm:pt>
    <dgm:pt modelId="{E8BB9D21-400D-4566-99E4-6428DA5AD9DB}" type="pres">
      <dgm:prSet presAssocID="{ED2E98D3-1B42-4A0C-A74D-79326804533B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235DBA5B-545E-4CDF-9B42-36987C77B48C}" type="pres">
      <dgm:prSet presAssocID="{ED2E98D3-1B42-4A0C-A74D-79326804533B}" presName="spaceRect" presStyleCnt="0"/>
      <dgm:spPr/>
    </dgm:pt>
    <dgm:pt modelId="{E267474D-9B91-4D13-83B2-FC40D0DFE0C2}" type="pres">
      <dgm:prSet presAssocID="{ED2E98D3-1B42-4A0C-A74D-79326804533B}" presName="parTx" presStyleLbl="revTx" presStyleIdx="1" presStyleCnt="4">
        <dgm:presLayoutVars>
          <dgm:chMax val="0"/>
          <dgm:chPref val="0"/>
        </dgm:presLayoutVars>
      </dgm:prSet>
      <dgm:spPr/>
    </dgm:pt>
    <dgm:pt modelId="{3623DED3-37E6-447A-8645-E9EB5382ABA9}" type="pres">
      <dgm:prSet presAssocID="{A5D8A99A-B7D6-4C9B-825A-B858EEB97CB8}" presName="sibTrans" presStyleCnt="0"/>
      <dgm:spPr/>
    </dgm:pt>
    <dgm:pt modelId="{05022630-1A39-45F8-A328-C882C9374AE0}" type="pres">
      <dgm:prSet presAssocID="{20B0203A-5C6E-48CA-BDF4-FA09043588E9}" presName="compNode" presStyleCnt="0"/>
      <dgm:spPr/>
    </dgm:pt>
    <dgm:pt modelId="{6B95D291-D0BD-42AD-912B-8603891C23C9}" type="pres">
      <dgm:prSet presAssocID="{20B0203A-5C6E-48CA-BDF4-FA09043588E9}" presName="bgRect" presStyleLbl="bgShp" presStyleIdx="2" presStyleCnt="4"/>
      <dgm:spPr/>
    </dgm:pt>
    <dgm:pt modelId="{B5FB84F1-EC66-4919-AFDE-0078468842D1}" type="pres">
      <dgm:prSet presAssocID="{20B0203A-5C6E-48CA-BDF4-FA09043588E9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B1BA7902-EFA7-4C5D-A9BF-CA5D2A217DDE}" type="pres">
      <dgm:prSet presAssocID="{20B0203A-5C6E-48CA-BDF4-FA09043588E9}" presName="spaceRect" presStyleCnt="0"/>
      <dgm:spPr/>
    </dgm:pt>
    <dgm:pt modelId="{6D2C8DDE-1E14-4F10-BD74-2CC6058C8BC0}" type="pres">
      <dgm:prSet presAssocID="{20B0203A-5C6E-48CA-BDF4-FA09043588E9}" presName="parTx" presStyleLbl="revTx" presStyleIdx="2" presStyleCnt="4">
        <dgm:presLayoutVars>
          <dgm:chMax val="0"/>
          <dgm:chPref val="0"/>
        </dgm:presLayoutVars>
      </dgm:prSet>
      <dgm:spPr/>
    </dgm:pt>
    <dgm:pt modelId="{F8F6D7E7-861B-451B-9014-73CFCDF2E7EF}" type="pres">
      <dgm:prSet presAssocID="{8C3097F3-BF01-48DC-941F-F61565A78605}" presName="sibTrans" presStyleCnt="0"/>
      <dgm:spPr/>
    </dgm:pt>
    <dgm:pt modelId="{A8A1884E-6958-4502-A378-BAAB00CAF5DA}" type="pres">
      <dgm:prSet presAssocID="{806464CA-03EA-4905-AFE4-A683BD98A0BC}" presName="compNode" presStyleCnt="0"/>
      <dgm:spPr/>
    </dgm:pt>
    <dgm:pt modelId="{E2E8DACC-8BFB-4313-B3FE-7662AAF972B3}" type="pres">
      <dgm:prSet presAssocID="{806464CA-03EA-4905-AFE4-A683BD98A0BC}" presName="bgRect" presStyleLbl="bgShp" presStyleIdx="3" presStyleCnt="4"/>
      <dgm:spPr/>
    </dgm:pt>
    <dgm:pt modelId="{C694C21D-770C-4B0D-ADB5-A490B54E25DE}" type="pres">
      <dgm:prSet presAssocID="{806464CA-03EA-4905-AFE4-A683BD98A0BC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ins"/>
        </a:ext>
      </dgm:extLst>
    </dgm:pt>
    <dgm:pt modelId="{C1AD6669-4FDF-4E32-BB3B-6EAFB71F17F5}" type="pres">
      <dgm:prSet presAssocID="{806464CA-03EA-4905-AFE4-A683BD98A0BC}" presName="spaceRect" presStyleCnt="0"/>
      <dgm:spPr/>
    </dgm:pt>
    <dgm:pt modelId="{09329842-8291-4662-B074-69FF2FA319FB}" type="pres">
      <dgm:prSet presAssocID="{806464CA-03EA-4905-AFE4-A683BD98A0BC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8EC07714-119E-43D8-BE35-2BEA03BFFE76}" type="presOf" srcId="{958B4817-1653-4310-BADB-5303780F5BEA}" destId="{0C55C701-86C8-4AAD-8EDB-45E9C9C515DB}" srcOrd="0" destOrd="0" presId="urn:microsoft.com/office/officeart/2018/2/layout/IconVerticalSolidList"/>
    <dgm:cxn modelId="{60AAEB1E-AFE7-4CA8-A343-5E254512310E}" type="presOf" srcId="{ED2E98D3-1B42-4A0C-A74D-79326804533B}" destId="{E267474D-9B91-4D13-83B2-FC40D0DFE0C2}" srcOrd="0" destOrd="0" presId="urn:microsoft.com/office/officeart/2018/2/layout/IconVerticalSolidList"/>
    <dgm:cxn modelId="{7D0FD75C-2FC7-43BA-B5DA-4EB2B861E457}" type="presOf" srcId="{806464CA-03EA-4905-AFE4-A683BD98A0BC}" destId="{09329842-8291-4662-B074-69FF2FA319FB}" srcOrd="0" destOrd="0" presId="urn:microsoft.com/office/officeart/2018/2/layout/IconVerticalSolidList"/>
    <dgm:cxn modelId="{01E9CB69-0694-4C81-8AA0-D15FFA802109}" srcId="{958B4817-1653-4310-BADB-5303780F5BEA}" destId="{806464CA-03EA-4905-AFE4-A683BD98A0BC}" srcOrd="3" destOrd="0" parTransId="{BD129CA8-376E-4D30-8138-9391F15E63AC}" sibTransId="{DFE7B0E0-9EF5-4AE4-AA77-2332443974C6}"/>
    <dgm:cxn modelId="{CBF4F39D-DB6E-4B64-A550-23D6D2D6331B}" type="presOf" srcId="{D2C9D873-E639-480A-9AA9-4D30D1FDFF9D}" destId="{F1E994EF-824A-4B2F-BE56-4E88D545593C}" srcOrd="0" destOrd="0" presId="urn:microsoft.com/office/officeart/2018/2/layout/IconVerticalSolidList"/>
    <dgm:cxn modelId="{6227D8A1-980B-4AE6-87AD-EB8A3437E3E0}" srcId="{958B4817-1653-4310-BADB-5303780F5BEA}" destId="{D2C9D873-E639-480A-9AA9-4D30D1FDFF9D}" srcOrd="0" destOrd="0" parTransId="{F8E0FCAA-CC01-4FED-898A-E56FEF61C2D5}" sibTransId="{A33351A6-B1F3-4755-BC52-C0D86656EA5A}"/>
    <dgm:cxn modelId="{166748C9-C427-42EF-8465-1609E63FBAF2}" srcId="{958B4817-1653-4310-BADB-5303780F5BEA}" destId="{20B0203A-5C6E-48CA-BDF4-FA09043588E9}" srcOrd="2" destOrd="0" parTransId="{F83608A3-4566-4DBC-84A4-D7FBA9EE7A08}" sibTransId="{8C3097F3-BF01-48DC-941F-F61565A78605}"/>
    <dgm:cxn modelId="{2C3549CD-9D5C-49BB-A575-22A71C40BC3E}" srcId="{958B4817-1653-4310-BADB-5303780F5BEA}" destId="{ED2E98D3-1B42-4A0C-A74D-79326804533B}" srcOrd="1" destOrd="0" parTransId="{14382658-97E8-4003-9D1F-B0E55E332465}" sibTransId="{A5D8A99A-B7D6-4C9B-825A-B858EEB97CB8}"/>
    <dgm:cxn modelId="{1C4168ED-89C7-47C9-A754-AFB80EEA0F56}" type="presOf" srcId="{20B0203A-5C6E-48CA-BDF4-FA09043588E9}" destId="{6D2C8DDE-1E14-4F10-BD74-2CC6058C8BC0}" srcOrd="0" destOrd="0" presId="urn:microsoft.com/office/officeart/2018/2/layout/IconVerticalSolidList"/>
    <dgm:cxn modelId="{403AAA4B-E7DD-4F26-AF7F-AC6183FE9E62}" type="presParOf" srcId="{0C55C701-86C8-4AAD-8EDB-45E9C9C515DB}" destId="{A70466F1-3C58-46B3-B3EE-D6EC4B717EC3}" srcOrd="0" destOrd="0" presId="urn:microsoft.com/office/officeart/2018/2/layout/IconVerticalSolidList"/>
    <dgm:cxn modelId="{E4DC966D-F270-4865-B153-2A7C03324874}" type="presParOf" srcId="{A70466F1-3C58-46B3-B3EE-D6EC4B717EC3}" destId="{A0AC0357-45E2-4D21-BD36-97F0B6FE3A12}" srcOrd="0" destOrd="0" presId="urn:microsoft.com/office/officeart/2018/2/layout/IconVerticalSolidList"/>
    <dgm:cxn modelId="{2FEFB0E7-3F95-4E1F-AE3F-4A9F34322772}" type="presParOf" srcId="{A70466F1-3C58-46B3-B3EE-D6EC4B717EC3}" destId="{A44FD556-0E2B-4FE3-8C95-4868BBB93BA6}" srcOrd="1" destOrd="0" presId="urn:microsoft.com/office/officeart/2018/2/layout/IconVerticalSolidList"/>
    <dgm:cxn modelId="{4C81C173-FAB3-402D-A8D2-93BA22D85AFC}" type="presParOf" srcId="{A70466F1-3C58-46B3-B3EE-D6EC4B717EC3}" destId="{87F1C0B8-2E6A-4183-A228-C9A38C2EE4E8}" srcOrd="2" destOrd="0" presId="urn:microsoft.com/office/officeart/2018/2/layout/IconVerticalSolidList"/>
    <dgm:cxn modelId="{3951BDB7-C09F-4B9C-9044-3DAFFB49D1CA}" type="presParOf" srcId="{A70466F1-3C58-46B3-B3EE-D6EC4B717EC3}" destId="{F1E994EF-824A-4B2F-BE56-4E88D545593C}" srcOrd="3" destOrd="0" presId="urn:microsoft.com/office/officeart/2018/2/layout/IconVerticalSolidList"/>
    <dgm:cxn modelId="{AA48BA56-C2A9-4D7C-BBA2-3A9A006D0D84}" type="presParOf" srcId="{0C55C701-86C8-4AAD-8EDB-45E9C9C515DB}" destId="{288B7C4E-F992-4C27-8B2C-D638DC3E2A52}" srcOrd="1" destOrd="0" presId="urn:microsoft.com/office/officeart/2018/2/layout/IconVerticalSolidList"/>
    <dgm:cxn modelId="{CE0E7298-58F8-47C7-9644-056997233278}" type="presParOf" srcId="{0C55C701-86C8-4AAD-8EDB-45E9C9C515DB}" destId="{EC5509F9-658A-4B8C-8415-D6A0AD90313C}" srcOrd="2" destOrd="0" presId="urn:microsoft.com/office/officeart/2018/2/layout/IconVerticalSolidList"/>
    <dgm:cxn modelId="{F8A1750D-D855-48C4-B5ED-FC1287782E1C}" type="presParOf" srcId="{EC5509F9-658A-4B8C-8415-D6A0AD90313C}" destId="{BB066F66-9957-4934-BC28-7D292548C6F4}" srcOrd="0" destOrd="0" presId="urn:microsoft.com/office/officeart/2018/2/layout/IconVerticalSolidList"/>
    <dgm:cxn modelId="{0FF88BF2-6F1C-439C-AEFB-CC87DE0B7EFA}" type="presParOf" srcId="{EC5509F9-658A-4B8C-8415-D6A0AD90313C}" destId="{E8BB9D21-400D-4566-99E4-6428DA5AD9DB}" srcOrd="1" destOrd="0" presId="urn:microsoft.com/office/officeart/2018/2/layout/IconVerticalSolidList"/>
    <dgm:cxn modelId="{C52F2D63-E8C9-4622-AF36-58ED11C4D584}" type="presParOf" srcId="{EC5509F9-658A-4B8C-8415-D6A0AD90313C}" destId="{235DBA5B-545E-4CDF-9B42-36987C77B48C}" srcOrd="2" destOrd="0" presId="urn:microsoft.com/office/officeart/2018/2/layout/IconVerticalSolidList"/>
    <dgm:cxn modelId="{AA561A4C-F08E-4A90-8F93-20F50FB4568A}" type="presParOf" srcId="{EC5509F9-658A-4B8C-8415-D6A0AD90313C}" destId="{E267474D-9B91-4D13-83B2-FC40D0DFE0C2}" srcOrd="3" destOrd="0" presId="urn:microsoft.com/office/officeart/2018/2/layout/IconVerticalSolidList"/>
    <dgm:cxn modelId="{84D17B8B-548F-4328-B04C-93816DC16108}" type="presParOf" srcId="{0C55C701-86C8-4AAD-8EDB-45E9C9C515DB}" destId="{3623DED3-37E6-447A-8645-E9EB5382ABA9}" srcOrd="3" destOrd="0" presId="urn:microsoft.com/office/officeart/2018/2/layout/IconVerticalSolidList"/>
    <dgm:cxn modelId="{7B0DCD85-5A77-4D5C-B56C-F726C9383523}" type="presParOf" srcId="{0C55C701-86C8-4AAD-8EDB-45E9C9C515DB}" destId="{05022630-1A39-45F8-A328-C882C9374AE0}" srcOrd="4" destOrd="0" presId="urn:microsoft.com/office/officeart/2018/2/layout/IconVerticalSolidList"/>
    <dgm:cxn modelId="{0646E535-E1E6-47F2-9593-2072FA37B9F6}" type="presParOf" srcId="{05022630-1A39-45F8-A328-C882C9374AE0}" destId="{6B95D291-D0BD-42AD-912B-8603891C23C9}" srcOrd="0" destOrd="0" presId="urn:microsoft.com/office/officeart/2018/2/layout/IconVerticalSolidList"/>
    <dgm:cxn modelId="{B46F1E51-1D5E-4C06-9D9F-F91D1C28866A}" type="presParOf" srcId="{05022630-1A39-45F8-A328-C882C9374AE0}" destId="{B5FB84F1-EC66-4919-AFDE-0078468842D1}" srcOrd="1" destOrd="0" presId="urn:microsoft.com/office/officeart/2018/2/layout/IconVerticalSolidList"/>
    <dgm:cxn modelId="{4A093F0A-5419-4BDC-A392-C65C8C8C3BCB}" type="presParOf" srcId="{05022630-1A39-45F8-A328-C882C9374AE0}" destId="{B1BA7902-EFA7-4C5D-A9BF-CA5D2A217DDE}" srcOrd="2" destOrd="0" presId="urn:microsoft.com/office/officeart/2018/2/layout/IconVerticalSolidList"/>
    <dgm:cxn modelId="{467B1597-7DB5-4F19-B694-92BE88FE4441}" type="presParOf" srcId="{05022630-1A39-45F8-A328-C882C9374AE0}" destId="{6D2C8DDE-1E14-4F10-BD74-2CC6058C8BC0}" srcOrd="3" destOrd="0" presId="urn:microsoft.com/office/officeart/2018/2/layout/IconVerticalSolidList"/>
    <dgm:cxn modelId="{5D1AC7BD-1D00-4234-BDA0-572E6F7331C1}" type="presParOf" srcId="{0C55C701-86C8-4AAD-8EDB-45E9C9C515DB}" destId="{F8F6D7E7-861B-451B-9014-73CFCDF2E7EF}" srcOrd="5" destOrd="0" presId="urn:microsoft.com/office/officeart/2018/2/layout/IconVerticalSolidList"/>
    <dgm:cxn modelId="{E1865179-DE80-4B1B-B9EC-077B223CB110}" type="presParOf" srcId="{0C55C701-86C8-4AAD-8EDB-45E9C9C515DB}" destId="{A8A1884E-6958-4502-A378-BAAB00CAF5DA}" srcOrd="6" destOrd="0" presId="urn:microsoft.com/office/officeart/2018/2/layout/IconVerticalSolidList"/>
    <dgm:cxn modelId="{9ED7846E-6549-4B61-9D04-9952522CE1EB}" type="presParOf" srcId="{A8A1884E-6958-4502-A378-BAAB00CAF5DA}" destId="{E2E8DACC-8BFB-4313-B3FE-7662AAF972B3}" srcOrd="0" destOrd="0" presId="urn:microsoft.com/office/officeart/2018/2/layout/IconVerticalSolidList"/>
    <dgm:cxn modelId="{09CF9039-468C-48EE-A586-8951AA7DB8EB}" type="presParOf" srcId="{A8A1884E-6958-4502-A378-BAAB00CAF5DA}" destId="{C694C21D-770C-4B0D-ADB5-A490B54E25DE}" srcOrd="1" destOrd="0" presId="urn:microsoft.com/office/officeart/2018/2/layout/IconVerticalSolidList"/>
    <dgm:cxn modelId="{4EBC1C9B-9495-4766-BFF0-E3C33D0E11EB}" type="presParOf" srcId="{A8A1884E-6958-4502-A378-BAAB00CAF5DA}" destId="{C1AD6669-4FDF-4E32-BB3B-6EAFB71F17F5}" srcOrd="2" destOrd="0" presId="urn:microsoft.com/office/officeart/2018/2/layout/IconVerticalSolidList"/>
    <dgm:cxn modelId="{B9554966-E348-436C-A571-88467C88BAC9}" type="presParOf" srcId="{A8A1884E-6958-4502-A378-BAAB00CAF5DA}" destId="{09329842-8291-4662-B074-69FF2FA319F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E248755E-E113-477A-A9F9-BFFEC73B2C9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5DE48A2-719B-4993-878A-F99A63AE3556}">
      <dgm:prSet/>
      <dgm:spPr/>
      <dgm:t>
        <a:bodyPr/>
        <a:lstStyle/>
        <a:p>
          <a:r>
            <a:rPr lang="en-US"/>
            <a:t>From cost-heavy infrastructure</a:t>
          </a:r>
        </a:p>
      </dgm:t>
    </dgm:pt>
    <dgm:pt modelId="{1A5E020F-957D-41CC-9FF4-9F708E506609}" type="parTrans" cxnId="{28D0B62F-4134-403B-AD09-EF15FDFB33F7}">
      <dgm:prSet/>
      <dgm:spPr/>
      <dgm:t>
        <a:bodyPr/>
        <a:lstStyle/>
        <a:p>
          <a:endParaRPr lang="en-US"/>
        </a:p>
      </dgm:t>
    </dgm:pt>
    <dgm:pt modelId="{90714835-3CE0-4A55-86E8-09C952194BDA}" type="sibTrans" cxnId="{28D0B62F-4134-403B-AD09-EF15FDFB33F7}">
      <dgm:prSet/>
      <dgm:spPr/>
      <dgm:t>
        <a:bodyPr/>
        <a:lstStyle/>
        <a:p>
          <a:endParaRPr lang="en-US"/>
        </a:p>
      </dgm:t>
    </dgm:pt>
    <dgm:pt modelId="{DFB74985-53A7-499D-9C38-A63BFB1FDCB8}">
      <dgm:prSet/>
      <dgm:spPr/>
      <dgm:t>
        <a:bodyPr/>
        <a:lstStyle/>
        <a:p>
          <a:r>
            <a:rPr lang="en-US"/>
            <a:t>To revenue-generating asset</a:t>
          </a:r>
        </a:p>
      </dgm:t>
    </dgm:pt>
    <dgm:pt modelId="{D099245A-4C6D-490F-827C-B514603CB7BF}" type="parTrans" cxnId="{0C311F24-40FB-41B5-8334-40BFD4430878}">
      <dgm:prSet/>
      <dgm:spPr/>
      <dgm:t>
        <a:bodyPr/>
        <a:lstStyle/>
        <a:p>
          <a:endParaRPr lang="en-US"/>
        </a:p>
      </dgm:t>
    </dgm:pt>
    <dgm:pt modelId="{9FF77187-6652-43B6-A32C-D7C754FD2C59}" type="sibTrans" cxnId="{0C311F24-40FB-41B5-8334-40BFD4430878}">
      <dgm:prSet/>
      <dgm:spPr/>
      <dgm:t>
        <a:bodyPr/>
        <a:lstStyle/>
        <a:p>
          <a:endParaRPr lang="en-US"/>
        </a:p>
      </dgm:t>
    </dgm:pt>
    <dgm:pt modelId="{00275E16-A571-47B2-8EA2-1034F00E4E3B}">
      <dgm:prSet/>
      <dgm:spPr/>
      <dgm:t>
        <a:bodyPr/>
        <a:lstStyle/>
        <a:p>
          <a:r>
            <a:rPr lang="en-US"/>
            <a:t>Improved investment profile</a:t>
          </a:r>
        </a:p>
      </dgm:t>
    </dgm:pt>
    <dgm:pt modelId="{D07137A8-4317-43B2-9531-97654354E680}" type="parTrans" cxnId="{C9626BCB-F094-48FC-876D-A0121D5209E8}">
      <dgm:prSet/>
      <dgm:spPr/>
      <dgm:t>
        <a:bodyPr/>
        <a:lstStyle/>
        <a:p>
          <a:endParaRPr lang="en-US"/>
        </a:p>
      </dgm:t>
    </dgm:pt>
    <dgm:pt modelId="{F14EEC39-7DEA-4893-AD55-5335BF2247E1}" type="sibTrans" cxnId="{C9626BCB-F094-48FC-876D-A0121D5209E8}">
      <dgm:prSet/>
      <dgm:spPr/>
      <dgm:t>
        <a:bodyPr/>
        <a:lstStyle/>
        <a:p>
          <a:endParaRPr lang="en-US"/>
        </a:p>
      </dgm:t>
    </dgm:pt>
    <dgm:pt modelId="{86313EFE-FCD6-45F2-BE04-1B7A71AADA77}">
      <dgm:prSet/>
      <dgm:spPr/>
      <dgm:t>
        <a:bodyPr/>
        <a:lstStyle/>
        <a:p>
          <a:r>
            <a:rPr lang="en-US"/>
            <a:t>Enhanced sustainability</a:t>
          </a:r>
        </a:p>
      </dgm:t>
    </dgm:pt>
    <dgm:pt modelId="{C7414E18-B81C-463A-B3FB-76F61756BB9B}" type="parTrans" cxnId="{ABA04551-4B91-4A98-94F5-5A4277236C01}">
      <dgm:prSet/>
      <dgm:spPr/>
      <dgm:t>
        <a:bodyPr/>
        <a:lstStyle/>
        <a:p>
          <a:endParaRPr lang="en-US"/>
        </a:p>
      </dgm:t>
    </dgm:pt>
    <dgm:pt modelId="{6D37D0C6-F9D8-468B-BFE6-2DA6C23F68A6}" type="sibTrans" cxnId="{ABA04551-4B91-4A98-94F5-5A4277236C01}">
      <dgm:prSet/>
      <dgm:spPr/>
      <dgm:t>
        <a:bodyPr/>
        <a:lstStyle/>
        <a:p>
          <a:endParaRPr lang="en-US"/>
        </a:p>
      </dgm:t>
    </dgm:pt>
    <dgm:pt modelId="{0117A4AD-2554-40FF-BFA3-4AC9A10E3192}" type="pres">
      <dgm:prSet presAssocID="{E248755E-E113-477A-A9F9-BFFEC73B2C92}" presName="root" presStyleCnt="0">
        <dgm:presLayoutVars>
          <dgm:dir/>
          <dgm:resizeHandles val="exact"/>
        </dgm:presLayoutVars>
      </dgm:prSet>
      <dgm:spPr/>
    </dgm:pt>
    <dgm:pt modelId="{5C6C4FCC-6D6D-44FA-87DC-5AD789C6F19D}" type="pres">
      <dgm:prSet presAssocID="{55DE48A2-719B-4993-878A-F99A63AE3556}" presName="compNode" presStyleCnt="0"/>
      <dgm:spPr/>
    </dgm:pt>
    <dgm:pt modelId="{99C55F15-737F-4778-A6A3-447C588FBFD1}" type="pres">
      <dgm:prSet presAssocID="{55DE48A2-719B-4993-878A-F99A63AE3556}" presName="bgRect" presStyleLbl="bgShp" presStyleIdx="0" presStyleCnt="4"/>
      <dgm:spPr/>
    </dgm:pt>
    <dgm:pt modelId="{C1593CC4-5855-47E4-9AD6-82C75FB6C74D}" type="pres">
      <dgm:prSet presAssocID="{55DE48A2-719B-4993-878A-F99A63AE3556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xcavator"/>
        </a:ext>
      </dgm:extLst>
    </dgm:pt>
    <dgm:pt modelId="{1C75D1C8-02E4-462B-898B-375EE427DFC2}" type="pres">
      <dgm:prSet presAssocID="{55DE48A2-719B-4993-878A-F99A63AE3556}" presName="spaceRect" presStyleCnt="0"/>
      <dgm:spPr/>
    </dgm:pt>
    <dgm:pt modelId="{8BB23871-4517-45C7-858D-DACD0B57AD63}" type="pres">
      <dgm:prSet presAssocID="{55DE48A2-719B-4993-878A-F99A63AE3556}" presName="parTx" presStyleLbl="revTx" presStyleIdx="0" presStyleCnt="4">
        <dgm:presLayoutVars>
          <dgm:chMax val="0"/>
          <dgm:chPref val="0"/>
        </dgm:presLayoutVars>
      </dgm:prSet>
      <dgm:spPr/>
    </dgm:pt>
    <dgm:pt modelId="{447C9F30-7D9F-4267-99E8-68BAD292D7BF}" type="pres">
      <dgm:prSet presAssocID="{90714835-3CE0-4A55-86E8-09C952194BDA}" presName="sibTrans" presStyleCnt="0"/>
      <dgm:spPr/>
    </dgm:pt>
    <dgm:pt modelId="{61AEB60F-0AF0-452F-B10B-5D1033071C6F}" type="pres">
      <dgm:prSet presAssocID="{DFB74985-53A7-499D-9C38-A63BFB1FDCB8}" presName="compNode" presStyleCnt="0"/>
      <dgm:spPr/>
    </dgm:pt>
    <dgm:pt modelId="{3CD4D99D-8795-42F8-A70F-4B9E3B707420}" type="pres">
      <dgm:prSet presAssocID="{DFB74985-53A7-499D-9C38-A63BFB1FDCB8}" presName="bgRect" presStyleLbl="bgShp" presStyleIdx="1" presStyleCnt="4"/>
      <dgm:spPr/>
    </dgm:pt>
    <dgm:pt modelId="{3996D2D1-45E5-4898-82E9-AE3E4973C752}" type="pres">
      <dgm:prSet presAssocID="{DFB74985-53A7-499D-9C38-A63BFB1FDCB8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A27664C0-D303-4257-8003-57DB493E5B53}" type="pres">
      <dgm:prSet presAssocID="{DFB74985-53A7-499D-9C38-A63BFB1FDCB8}" presName="spaceRect" presStyleCnt="0"/>
      <dgm:spPr/>
    </dgm:pt>
    <dgm:pt modelId="{A789E692-E8CD-403B-82C6-E22DF85EEB6B}" type="pres">
      <dgm:prSet presAssocID="{DFB74985-53A7-499D-9C38-A63BFB1FDCB8}" presName="parTx" presStyleLbl="revTx" presStyleIdx="1" presStyleCnt="4">
        <dgm:presLayoutVars>
          <dgm:chMax val="0"/>
          <dgm:chPref val="0"/>
        </dgm:presLayoutVars>
      </dgm:prSet>
      <dgm:spPr/>
    </dgm:pt>
    <dgm:pt modelId="{49B77B3A-8BA1-46BB-89F3-A356A7DCF4D8}" type="pres">
      <dgm:prSet presAssocID="{9FF77187-6652-43B6-A32C-D7C754FD2C59}" presName="sibTrans" presStyleCnt="0"/>
      <dgm:spPr/>
    </dgm:pt>
    <dgm:pt modelId="{BB5770B6-61AD-489F-8BBB-8FB3068C2C25}" type="pres">
      <dgm:prSet presAssocID="{00275E16-A571-47B2-8EA2-1034F00E4E3B}" presName="compNode" presStyleCnt="0"/>
      <dgm:spPr/>
    </dgm:pt>
    <dgm:pt modelId="{52511EF4-D109-479C-B35B-439906164E26}" type="pres">
      <dgm:prSet presAssocID="{00275E16-A571-47B2-8EA2-1034F00E4E3B}" presName="bgRect" presStyleLbl="bgShp" presStyleIdx="2" presStyleCnt="4"/>
      <dgm:spPr/>
    </dgm:pt>
    <dgm:pt modelId="{82CDBE72-E4B3-4069-9F4D-457F4AD37C1A}" type="pres">
      <dgm:prSet presAssocID="{00275E16-A571-47B2-8EA2-1034F00E4E3B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BBBD09B2-8A05-4B25-9956-67BCE6DA386F}" type="pres">
      <dgm:prSet presAssocID="{00275E16-A571-47B2-8EA2-1034F00E4E3B}" presName="spaceRect" presStyleCnt="0"/>
      <dgm:spPr/>
    </dgm:pt>
    <dgm:pt modelId="{AFED4817-8E1C-4135-B044-033CD9959A34}" type="pres">
      <dgm:prSet presAssocID="{00275E16-A571-47B2-8EA2-1034F00E4E3B}" presName="parTx" presStyleLbl="revTx" presStyleIdx="2" presStyleCnt="4">
        <dgm:presLayoutVars>
          <dgm:chMax val="0"/>
          <dgm:chPref val="0"/>
        </dgm:presLayoutVars>
      </dgm:prSet>
      <dgm:spPr/>
    </dgm:pt>
    <dgm:pt modelId="{1ED5C7DD-1E3B-4508-A075-220BA62CE479}" type="pres">
      <dgm:prSet presAssocID="{F14EEC39-7DEA-4893-AD55-5335BF2247E1}" presName="sibTrans" presStyleCnt="0"/>
      <dgm:spPr/>
    </dgm:pt>
    <dgm:pt modelId="{B0E48E9C-3E98-4752-B074-A2297EB16F0D}" type="pres">
      <dgm:prSet presAssocID="{86313EFE-FCD6-45F2-BE04-1B7A71AADA77}" presName="compNode" presStyleCnt="0"/>
      <dgm:spPr/>
    </dgm:pt>
    <dgm:pt modelId="{BF1E0B31-28CA-43DB-8047-59F6E12C08AA}" type="pres">
      <dgm:prSet presAssocID="{86313EFE-FCD6-45F2-BE04-1B7A71AADA77}" presName="bgRect" presStyleLbl="bgShp" presStyleIdx="3" presStyleCnt="4"/>
      <dgm:spPr/>
    </dgm:pt>
    <dgm:pt modelId="{E70E3482-A386-4700-819A-89565AFD336E}" type="pres">
      <dgm:prSet presAssocID="{86313EFE-FCD6-45F2-BE04-1B7A71AADA77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duous tree"/>
        </a:ext>
      </dgm:extLst>
    </dgm:pt>
    <dgm:pt modelId="{4CEB851A-B1C1-40F9-B88F-01D98ABB73C5}" type="pres">
      <dgm:prSet presAssocID="{86313EFE-FCD6-45F2-BE04-1B7A71AADA77}" presName="spaceRect" presStyleCnt="0"/>
      <dgm:spPr/>
    </dgm:pt>
    <dgm:pt modelId="{23F8F7D5-9D9A-407D-9823-06DAAAC8568D}" type="pres">
      <dgm:prSet presAssocID="{86313EFE-FCD6-45F2-BE04-1B7A71AADA77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12398609-56A7-45DA-B7E4-BE01E47F5464}" type="presOf" srcId="{55DE48A2-719B-4993-878A-F99A63AE3556}" destId="{8BB23871-4517-45C7-858D-DACD0B57AD63}" srcOrd="0" destOrd="0" presId="urn:microsoft.com/office/officeart/2018/2/layout/IconVerticalSolidList"/>
    <dgm:cxn modelId="{0C311F24-40FB-41B5-8334-40BFD4430878}" srcId="{E248755E-E113-477A-A9F9-BFFEC73B2C92}" destId="{DFB74985-53A7-499D-9C38-A63BFB1FDCB8}" srcOrd="1" destOrd="0" parTransId="{D099245A-4C6D-490F-827C-B514603CB7BF}" sibTransId="{9FF77187-6652-43B6-A32C-D7C754FD2C59}"/>
    <dgm:cxn modelId="{28D0B62F-4134-403B-AD09-EF15FDFB33F7}" srcId="{E248755E-E113-477A-A9F9-BFFEC73B2C92}" destId="{55DE48A2-719B-4993-878A-F99A63AE3556}" srcOrd="0" destOrd="0" parTransId="{1A5E020F-957D-41CC-9FF4-9F708E506609}" sibTransId="{90714835-3CE0-4A55-86E8-09C952194BDA}"/>
    <dgm:cxn modelId="{ABA04551-4B91-4A98-94F5-5A4277236C01}" srcId="{E248755E-E113-477A-A9F9-BFFEC73B2C92}" destId="{86313EFE-FCD6-45F2-BE04-1B7A71AADA77}" srcOrd="3" destOrd="0" parTransId="{C7414E18-B81C-463A-B3FB-76F61756BB9B}" sibTransId="{6D37D0C6-F9D8-468B-BFE6-2DA6C23F68A6}"/>
    <dgm:cxn modelId="{C0FBC856-A9D7-47FC-B146-3D2F48B430A4}" type="presOf" srcId="{DFB74985-53A7-499D-9C38-A63BFB1FDCB8}" destId="{A789E692-E8CD-403B-82C6-E22DF85EEB6B}" srcOrd="0" destOrd="0" presId="urn:microsoft.com/office/officeart/2018/2/layout/IconVerticalSolidList"/>
    <dgm:cxn modelId="{C5DE339D-21D2-4C7B-B301-9304E5219326}" type="presOf" srcId="{86313EFE-FCD6-45F2-BE04-1B7A71AADA77}" destId="{23F8F7D5-9D9A-407D-9823-06DAAAC8568D}" srcOrd="0" destOrd="0" presId="urn:microsoft.com/office/officeart/2018/2/layout/IconVerticalSolidList"/>
    <dgm:cxn modelId="{C9626BCB-F094-48FC-876D-A0121D5209E8}" srcId="{E248755E-E113-477A-A9F9-BFFEC73B2C92}" destId="{00275E16-A571-47B2-8EA2-1034F00E4E3B}" srcOrd="2" destOrd="0" parTransId="{D07137A8-4317-43B2-9531-97654354E680}" sibTransId="{F14EEC39-7DEA-4893-AD55-5335BF2247E1}"/>
    <dgm:cxn modelId="{1EC79ED8-D7BD-4F8B-8309-0AD9BE2912F5}" type="presOf" srcId="{00275E16-A571-47B2-8EA2-1034F00E4E3B}" destId="{AFED4817-8E1C-4135-B044-033CD9959A34}" srcOrd="0" destOrd="0" presId="urn:microsoft.com/office/officeart/2018/2/layout/IconVerticalSolidList"/>
    <dgm:cxn modelId="{08ADF8FA-18AD-4DF3-B7A6-561C593A8DC1}" type="presOf" srcId="{E248755E-E113-477A-A9F9-BFFEC73B2C92}" destId="{0117A4AD-2554-40FF-BFA3-4AC9A10E3192}" srcOrd="0" destOrd="0" presId="urn:microsoft.com/office/officeart/2018/2/layout/IconVerticalSolidList"/>
    <dgm:cxn modelId="{17C5194E-676E-4111-9225-F6A3E1F3289B}" type="presParOf" srcId="{0117A4AD-2554-40FF-BFA3-4AC9A10E3192}" destId="{5C6C4FCC-6D6D-44FA-87DC-5AD789C6F19D}" srcOrd="0" destOrd="0" presId="urn:microsoft.com/office/officeart/2018/2/layout/IconVerticalSolidList"/>
    <dgm:cxn modelId="{CC88E3F3-6E21-4801-9F1D-042F048BF3AB}" type="presParOf" srcId="{5C6C4FCC-6D6D-44FA-87DC-5AD789C6F19D}" destId="{99C55F15-737F-4778-A6A3-447C588FBFD1}" srcOrd="0" destOrd="0" presId="urn:microsoft.com/office/officeart/2018/2/layout/IconVerticalSolidList"/>
    <dgm:cxn modelId="{80893632-A03E-492B-9578-8651CE3E0E57}" type="presParOf" srcId="{5C6C4FCC-6D6D-44FA-87DC-5AD789C6F19D}" destId="{C1593CC4-5855-47E4-9AD6-82C75FB6C74D}" srcOrd="1" destOrd="0" presId="urn:microsoft.com/office/officeart/2018/2/layout/IconVerticalSolidList"/>
    <dgm:cxn modelId="{AB5A14F3-67EE-4D8B-B1A6-51306CF6D1B8}" type="presParOf" srcId="{5C6C4FCC-6D6D-44FA-87DC-5AD789C6F19D}" destId="{1C75D1C8-02E4-462B-898B-375EE427DFC2}" srcOrd="2" destOrd="0" presId="urn:microsoft.com/office/officeart/2018/2/layout/IconVerticalSolidList"/>
    <dgm:cxn modelId="{B46B0A50-3EFC-455D-AE28-AEE8EC7FFCA3}" type="presParOf" srcId="{5C6C4FCC-6D6D-44FA-87DC-5AD789C6F19D}" destId="{8BB23871-4517-45C7-858D-DACD0B57AD63}" srcOrd="3" destOrd="0" presId="urn:microsoft.com/office/officeart/2018/2/layout/IconVerticalSolidList"/>
    <dgm:cxn modelId="{601681BE-494E-4A6E-A0B6-7FC9E82F46EE}" type="presParOf" srcId="{0117A4AD-2554-40FF-BFA3-4AC9A10E3192}" destId="{447C9F30-7D9F-4267-99E8-68BAD292D7BF}" srcOrd="1" destOrd="0" presId="urn:microsoft.com/office/officeart/2018/2/layout/IconVerticalSolidList"/>
    <dgm:cxn modelId="{CA86685B-C099-4716-B85E-543430CE9B3B}" type="presParOf" srcId="{0117A4AD-2554-40FF-BFA3-4AC9A10E3192}" destId="{61AEB60F-0AF0-452F-B10B-5D1033071C6F}" srcOrd="2" destOrd="0" presId="urn:microsoft.com/office/officeart/2018/2/layout/IconVerticalSolidList"/>
    <dgm:cxn modelId="{FDCC2891-DBFC-4822-9F5E-A3D063EC0F21}" type="presParOf" srcId="{61AEB60F-0AF0-452F-B10B-5D1033071C6F}" destId="{3CD4D99D-8795-42F8-A70F-4B9E3B707420}" srcOrd="0" destOrd="0" presId="urn:microsoft.com/office/officeart/2018/2/layout/IconVerticalSolidList"/>
    <dgm:cxn modelId="{D70D924E-8DFF-48A1-88E3-1FE4BE9B70E6}" type="presParOf" srcId="{61AEB60F-0AF0-452F-B10B-5D1033071C6F}" destId="{3996D2D1-45E5-4898-82E9-AE3E4973C752}" srcOrd="1" destOrd="0" presId="urn:microsoft.com/office/officeart/2018/2/layout/IconVerticalSolidList"/>
    <dgm:cxn modelId="{F69E34F0-0960-49DD-8645-0B3749345252}" type="presParOf" srcId="{61AEB60F-0AF0-452F-B10B-5D1033071C6F}" destId="{A27664C0-D303-4257-8003-57DB493E5B53}" srcOrd="2" destOrd="0" presId="urn:microsoft.com/office/officeart/2018/2/layout/IconVerticalSolidList"/>
    <dgm:cxn modelId="{792AD24A-17C9-45C8-BDE2-F8B7162BD48B}" type="presParOf" srcId="{61AEB60F-0AF0-452F-B10B-5D1033071C6F}" destId="{A789E692-E8CD-403B-82C6-E22DF85EEB6B}" srcOrd="3" destOrd="0" presId="urn:microsoft.com/office/officeart/2018/2/layout/IconVerticalSolidList"/>
    <dgm:cxn modelId="{463A36FC-ADAE-4B3C-83D0-D82E9059227C}" type="presParOf" srcId="{0117A4AD-2554-40FF-BFA3-4AC9A10E3192}" destId="{49B77B3A-8BA1-46BB-89F3-A356A7DCF4D8}" srcOrd="3" destOrd="0" presId="urn:microsoft.com/office/officeart/2018/2/layout/IconVerticalSolidList"/>
    <dgm:cxn modelId="{FB38F88D-047A-419B-9A16-D33F0DDF228D}" type="presParOf" srcId="{0117A4AD-2554-40FF-BFA3-4AC9A10E3192}" destId="{BB5770B6-61AD-489F-8BBB-8FB3068C2C25}" srcOrd="4" destOrd="0" presId="urn:microsoft.com/office/officeart/2018/2/layout/IconVerticalSolidList"/>
    <dgm:cxn modelId="{57220929-87DF-4967-8396-8F5FA9F44629}" type="presParOf" srcId="{BB5770B6-61AD-489F-8BBB-8FB3068C2C25}" destId="{52511EF4-D109-479C-B35B-439906164E26}" srcOrd="0" destOrd="0" presId="urn:microsoft.com/office/officeart/2018/2/layout/IconVerticalSolidList"/>
    <dgm:cxn modelId="{D8997756-3261-4A55-92A1-7F4D0FB10D32}" type="presParOf" srcId="{BB5770B6-61AD-489F-8BBB-8FB3068C2C25}" destId="{82CDBE72-E4B3-4069-9F4D-457F4AD37C1A}" srcOrd="1" destOrd="0" presId="urn:microsoft.com/office/officeart/2018/2/layout/IconVerticalSolidList"/>
    <dgm:cxn modelId="{91E810DC-CE0C-4C95-A606-5A58E91AB511}" type="presParOf" srcId="{BB5770B6-61AD-489F-8BBB-8FB3068C2C25}" destId="{BBBD09B2-8A05-4B25-9956-67BCE6DA386F}" srcOrd="2" destOrd="0" presId="urn:microsoft.com/office/officeart/2018/2/layout/IconVerticalSolidList"/>
    <dgm:cxn modelId="{98F33AF9-6EBF-4509-8732-B78E2150C343}" type="presParOf" srcId="{BB5770B6-61AD-489F-8BBB-8FB3068C2C25}" destId="{AFED4817-8E1C-4135-B044-033CD9959A34}" srcOrd="3" destOrd="0" presId="urn:microsoft.com/office/officeart/2018/2/layout/IconVerticalSolidList"/>
    <dgm:cxn modelId="{39E74412-6A28-428D-9CFB-4EB36EDD1FF9}" type="presParOf" srcId="{0117A4AD-2554-40FF-BFA3-4AC9A10E3192}" destId="{1ED5C7DD-1E3B-4508-A075-220BA62CE479}" srcOrd="5" destOrd="0" presId="urn:microsoft.com/office/officeart/2018/2/layout/IconVerticalSolidList"/>
    <dgm:cxn modelId="{DC365185-BC40-4D66-AEA5-776F9C1286FD}" type="presParOf" srcId="{0117A4AD-2554-40FF-BFA3-4AC9A10E3192}" destId="{B0E48E9C-3E98-4752-B074-A2297EB16F0D}" srcOrd="6" destOrd="0" presId="urn:microsoft.com/office/officeart/2018/2/layout/IconVerticalSolidList"/>
    <dgm:cxn modelId="{14AD5C04-7289-4E97-BB1B-CB7E70007AF6}" type="presParOf" srcId="{B0E48E9C-3E98-4752-B074-A2297EB16F0D}" destId="{BF1E0B31-28CA-43DB-8047-59F6E12C08AA}" srcOrd="0" destOrd="0" presId="urn:microsoft.com/office/officeart/2018/2/layout/IconVerticalSolidList"/>
    <dgm:cxn modelId="{4B850954-970C-45E6-8F1A-B440E4B16A4E}" type="presParOf" srcId="{B0E48E9C-3E98-4752-B074-A2297EB16F0D}" destId="{E70E3482-A386-4700-819A-89565AFD336E}" srcOrd="1" destOrd="0" presId="urn:microsoft.com/office/officeart/2018/2/layout/IconVerticalSolidList"/>
    <dgm:cxn modelId="{AFCEBB14-D93C-4624-8D7C-FC8812BB1B16}" type="presParOf" srcId="{B0E48E9C-3E98-4752-B074-A2297EB16F0D}" destId="{4CEB851A-B1C1-40F9-B88F-01D98ABB73C5}" srcOrd="2" destOrd="0" presId="urn:microsoft.com/office/officeart/2018/2/layout/IconVerticalSolidList"/>
    <dgm:cxn modelId="{0C7945FB-08D5-486E-9A50-93E5B3723F05}" type="presParOf" srcId="{B0E48E9C-3E98-4752-B074-A2297EB16F0D}" destId="{23F8F7D5-9D9A-407D-9823-06DAAAC8568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CB0BA2B2-58D0-4076-B260-2D8554B020B8}" type="doc">
      <dgm:prSet loTypeId="urn:microsoft.com/office/officeart/2005/8/layout/hierarchy1" loCatId="hierarchy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9F90698-16CA-4A51-9C4D-4A002C3361F5}">
      <dgm:prSet/>
      <dgm:spPr/>
      <dgm:t>
        <a:bodyPr/>
        <a:lstStyle/>
        <a:p>
          <a:r>
            <a:rPr lang="en-US"/>
            <a:t>Guarantees</a:t>
          </a:r>
        </a:p>
      </dgm:t>
    </dgm:pt>
    <dgm:pt modelId="{68728117-0398-46EC-9BEA-D2B8B8D2EF6F}" type="parTrans" cxnId="{73498CA8-2159-4A4E-AEAE-3E42A8E5721F}">
      <dgm:prSet/>
      <dgm:spPr/>
      <dgm:t>
        <a:bodyPr/>
        <a:lstStyle/>
        <a:p>
          <a:endParaRPr lang="en-US"/>
        </a:p>
      </dgm:t>
    </dgm:pt>
    <dgm:pt modelId="{79DF80AF-6C17-40DC-9575-02AA65112375}" type="sibTrans" cxnId="{73498CA8-2159-4A4E-AEAE-3E42A8E5721F}">
      <dgm:prSet/>
      <dgm:spPr/>
      <dgm:t>
        <a:bodyPr/>
        <a:lstStyle/>
        <a:p>
          <a:endParaRPr lang="en-US"/>
        </a:p>
      </dgm:t>
    </dgm:pt>
    <dgm:pt modelId="{CCFE9CE1-0553-43BF-BD91-6F65390EA1D7}">
      <dgm:prSet/>
      <dgm:spPr/>
      <dgm:t>
        <a:bodyPr/>
        <a:lstStyle/>
        <a:p>
          <a:r>
            <a:rPr lang="en-US"/>
            <a:t>Insurance mechanisms</a:t>
          </a:r>
        </a:p>
      </dgm:t>
    </dgm:pt>
    <dgm:pt modelId="{92BA3CC2-A72C-48BA-ACEC-45690F7995D3}" type="parTrans" cxnId="{3CB3FC5C-1378-46B9-B930-E6497025BCF0}">
      <dgm:prSet/>
      <dgm:spPr/>
      <dgm:t>
        <a:bodyPr/>
        <a:lstStyle/>
        <a:p>
          <a:endParaRPr lang="en-US"/>
        </a:p>
      </dgm:t>
    </dgm:pt>
    <dgm:pt modelId="{A6BF2FF0-84CC-406B-B685-13E10A6AA703}" type="sibTrans" cxnId="{3CB3FC5C-1378-46B9-B930-E6497025BCF0}">
      <dgm:prSet/>
      <dgm:spPr/>
      <dgm:t>
        <a:bodyPr/>
        <a:lstStyle/>
        <a:p>
          <a:endParaRPr lang="en-US"/>
        </a:p>
      </dgm:t>
    </dgm:pt>
    <dgm:pt modelId="{BF6F19D1-0D48-4B40-A7A2-633647DEB668}">
      <dgm:prSet/>
      <dgm:spPr/>
      <dgm:t>
        <a:bodyPr/>
        <a:lstStyle/>
        <a:p>
          <a:r>
            <a:rPr lang="en-US"/>
            <a:t>Catastrophe bonds</a:t>
          </a:r>
        </a:p>
      </dgm:t>
    </dgm:pt>
    <dgm:pt modelId="{59B3C411-3497-429F-BF94-C8C08488490E}" type="parTrans" cxnId="{2F6FA6B9-D625-443A-A056-4F1D422E0D94}">
      <dgm:prSet/>
      <dgm:spPr/>
      <dgm:t>
        <a:bodyPr/>
        <a:lstStyle/>
        <a:p>
          <a:endParaRPr lang="en-US"/>
        </a:p>
      </dgm:t>
    </dgm:pt>
    <dgm:pt modelId="{53287C68-612A-43EB-82B8-E92894D3FEE8}" type="sibTrans" cxnId="{2F6FA6B9-D625-443A-A056-4F1D422E0D94}">
      <dgm:prSet/>
      <dgm:spPr/>
      <dgm:t>
        <a:bodyPr/>
        <a:lstStyle/>
        <a:p>
          <a:endParaRPr lang="en-US"/>
        </a:p>
      </dgm:t>
    </dgm:pt>
    <dgm:pt modelId="{117D529C-5CB5-42F3-B72C-6D5F6A1480E6}">
      <dgm:prSet/>
      <dgm:spPr/>
      <dgm:t>
        <a:bodyPr/>
        <a:lstStyle/>
        <a:p>
          <a:r>
            <a:rPr lang="en-US"/>
            <a:t>Improved investor confidence</a:t>
          </a:r>
        </a:p>
      </dgm:t>
    </dgm:pt>
    <dgm:pt modelId="{855D9D16-7BA1-4D58-B3F9-561BCCD13471}" type="parTrans" cxnId="{BC8E8940-7C7E-40FE-8CD1-459E6FD57748}">
      <dgm:prSet/>
      <dgm:spPr/>
      <dgm:t>
        <a:bodyPr/>
        <a:lstStyle/>
        <a:p>
          <a:endParaRPr lang="en-US"/>
        </a:p>
      </dgm:t>
    </dgm:pt>
    <dgm:pt modelId="{ED4B35DD-CC5C-4F70-88DC-E3203FFE5E0F}" type="sibTrans" cxnId="{BC8E8940-7C7E-40FE-8CD1-459E6FD57748}">
      <dgm:prSet/>
      <dgm:spPr/>
      <dgm:t>
        <a:bodyPr/>
        <a:lstStyle/>
        <a:p>
          <a:endParaRPr lang="en-US"/>
        </a:p>
      </dgm:t>
    </dgm:pt>
    <dgm:pt modelId="{95E05A5C-57F5-4425-8058-646CCE543EA0}" type="pres">
      <dgm:prSet presAssocID="{CB0BA2B2-58D0-4076-B260-2D8554B020B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96E295C-D4A4-4832-9250-F9AD3823673A}" type="pres">
      <dgm:prSet presAssocID="{39F90698-16CA-4A51-9C4D-4A002C3361F5}" presName="hierRoot1" presStyleCnt="0"/>
      <dgm:spPr/>
    </dgm:pt>
    <dgm:pt modelId="{58A010BB-D0DF-456F-BB7D-D4F403C60C1B}" type="pres">
      <dgm:prSet presAssocID="{39F90698-16CA-4A51-9C4D-4A002C3361F5}" presName="composite" presStyleCnt="0"/>
      <dgm:spPr/>
    </dgm:pt>
    <dgm:pt modelId="{88F38B49-A2FC-4061-A8F0-BC8155565ABD}" type="pres">
      <dgm:prSet presAssocID="{39F90698-16CA-4A51-9C4D-4A002C3361F5}" presName="background" presStyleLbl="node0" presStyleIdx="0" presStyleCnt="4"/>
      <dgm:spPr/>
    </dgm:pt>
    <dgm:pt modelId="{38E3DD2E-B8D2-4C4D-A8C0-CDF375DCFF75}" type="pres">
      <dgm:prSet presAssocID="{39F90698-16CA-4A51-9C4D-4A002C3361F5}" presName="text" presStyleLbl="fgAcc0" presStyleIdx="0" presStyleCnt="4">
        <dgm:presLayoutVars>
          <dgm:chPref val="3"/>
        </dgm:presLayoutVars>
      </dgm:prSet>
      <dgm:spPr/>
    </dgm:pt>
    <dgm:pt modelId="{86D7FE00-AEBD-4604-8404-E485D2281EAD}" type="pres">
      <dgm:prSet presAssocID="{39F90698-16CA-4A51-9C4D-4A002C3361F5}" presName="hierChild2" presStyleCnt="0"/>
      <dgm:spPr/>
    </dgm:pt>
    <dgm:pt modelId="{444CF540-3236-4B6D-98CB-2682F372E284}" type="pres">
      <dgm:prSet presAssocID="{CCFE9CE1-0553-43BF-BD91-6F65390EA1D7}" presName="hierRoot1" presStyleCnt="0"/>
      <dgm:spPr/>
    </dgm:pt>
    <dgm:pt modelId="{D2610B32-309F-4CBF-B18E-70034962032F}" type="pres">
      <dgm:prSet presAssocID="{CCFE9CE1-0553-43BF-BD91-6F65390EA1D7}" presName="composite" presStyleCnt="0"/>
      <dgm:spPr/>
    </dgm:pt>
    <dgm:pt modelId="{70981D14-74B8-4993-A739-6544E60DCB24}" type="pres">
      <dgm:prSet presAssocID="{CCFE9CE1-0553-43BF-BD91-6F65390EA1D7}" presName="background" presStyleLbl="node0" presStyleIdx="1" presStyleCnt="4"/>
      <dgm:spPr/>
    </dgm:pt>
    <dgm:pt modelId="{1CD91CB3-7607-4316-A6B4-EECC1C56D6E2}" type="pres">
      <dgm:prSet presAssocID="{CCFE9CE1-0553-43BF-BD91-6F65390EA1D7}" presName="text" presStyleLbl="fgAcc0" presStyleIdx="1" presStyleCnt="4">
        <dgm:presLayoutVars>
          <dgm:chPref val="3"/>
        </dgm:presLayoutVars>
      </dgm:prSet>
      <dgm:spPr/>
    </dgm:pt>
    <dgm:pt modelId="{D775B9B0-1C25-4CBB-8982-6034EA9A76EE}" type="pres">
      <dgm:prSet presAssocID="{CCFE9CE1-0553-43BF-BD91-6F65390EA1D7}" presName="hierChild2" presStyleCnt="0"/>
      <dgm:spPr/>
    </dgm:pt>
    <dgm:pt modelId="{D112E02B-6122-4AF6-8373-40FBBB82FEAD}" type="pres">
      <dgm:prSet presAssocID="{BF6F19D1-0D48-4B40-A7A2-633647DEB668}" presName="hierRoot1" presStyleCnt="0"/>
      <dgm:spPr/>
    </dgm:pt>
    <dgm:pt modelId="{8EAB93A0-81F6-44D0-B682-ED55C9E4E4BC}" type="pres">
      <dgm:prSet presAssocID="{BF6F19D1-0D48-4B40-A7A2-633647DEB668}" presName="composite" presStyleCnt="0"/>
      <dgm:spPr/>
    </dgm:pt>
    <dgm:pt modelId="{8C02D6F8-4E04-485D-A1B9-767FF6F14EE2}" type="pres">
      <dgm:prSet presAssocID="{BF6F19D1-0D48-4B40-A7A2-633647DEB668}" presName="background" presStyleLbl="node0" presStyleIdx="2" presStyleCnt="4"/>
      <dgm:spPr/>
    </dgm:pt>
    <dgm:pt modelId="{F1861C9A-8D4A-4FE0-8754-25594E1CAD5C}" type="pres">
      <dgm:prSet presAssocID="{BF6F19D1-0D48-4B40-A7A2-633647DEB668}" presName="text" presStyleLbl="fgAcc0" presStyleIdx="2" presStyleCnt="4">
        <dgm:presLayoutVars>
          <dgm:chPref val="3"/>
        </dgm:presLayoutVars>
      </dgm:prSet>
      <dgm:spPr/>
    </dgm:pt>
    <dgm:pt modelId="{68313D47-BFCD-4381-BB94-D4B5AA80D079}" type="pres">
      <dgm:prSet presAssocID="{BF6F19D1-0D48-4B40-A7A2-633647DEB668}" presName="hierChild2" presStyleCnt="0"/>
      <dgm:spPr/>
    </dgm:pt>
    <dgm:pt modelId="{21D2E964-13A9-467A-A093-D55B90908752}" type="pres">
      <dgm:prSet presAssocID="{117D529C-5CB5-42F3-B72C-6D5F6A1480E6}" presName="hierRoot1" presStyleCnt="0"/>
      <dgm:spPr/>
    </dgm:pt>
    <dgm:pt modelId="{9041FBE4-059D-4AA8-97D1-34335EAA6D53}" type="pres">
      <dgm:prSet presAssocID="{117D529C-5CB5-42F3-B72C-6D5F6A1480E6}" presName="composite" presStyleCnt="0"/>
      <dgm:spPr/>
    </dgm:pt>
    <dgm:pt modelId="{7E2879A3-B9A6-48A0-A40B-3A254E999742}" type="pres">
      <dgm:prSet presAssocID="{117D529C-5CB5-42F3-B72C-6D5F6A1480E6}" presName="background" presStyleLbl="node0" presStyleIdx="3" presStyleCnt="4"/>
      <dgm:spPr/>
    </dgm:pt>
    <dgm:pt modelId="{14A30C7D-2FFB-4F58-B75A-152B1DB3136F}" type="pres">
      <dgm:prSet presAssocID="{117D529C-5CB5-42F3-B72C-6D5F6A1480E6}" presName="text" presStyleLbl="fgAcc0" presStyleIdx="3" presStyleCnt="4">
        <dgm:presLayoutVars>
          <dgm:chPref val="3"/>
        </dgm:presLayoutVars>
      </dgm:prSet>
      <dgm:spPr/>
    </dgm:pt>
    <dgm:pt modelId="{5D7B1B30-5E2B-4E52-AB94-094CC263BFFE}" type="pres">
      <dgm:prSet presAssocID="{117D529C-5CB5-42F3-B72C-6D5F6A1480E6}" presName="hierChild2" presStyleCnt="0"/>
      <dgm:spPr/>
    </dgm:pt>
  </dgm:ptLst>
  <dgm:cxnLst>
    <dgm:cxn modelId="{BC8E8940-7C7E-40FE-8CD1-459E6FD57748}" srcId="{CB0BA2B2-58D0-4076-B260-2D8554B020B8}" destId="{117D529C-5CB5-42F3-B72C-6D5F6A1480E6}" srcOrd="3" destOrd="0" parTransId="{855D9D16-7BA1-4D58-B3F9-561BCCD13471}" sibTransId="{ED4B35DD-CC5C-4F70-88DC-E3203FFE5E0F}"/>
    <dgm:cxn modelId="{3CB3FC5C-1378-46B9-B930-E6497025BCF0}" srcId="{CB0BA2B2-58D0-4076-B260-2D8554B020B8}" destId="{CCFE9CE1-0553-43BF-BD91-6F65390EA1D7}" srcOrd="1" destOrd="0" parTransId="{92BA3CC2-A72C-48BA-ACEC-45690F7995D3}" sibTransId="{A6BF2FF0-84CC-406B-B685-13E10A6AA703}"/>
    <dgm:cxn modelId="{966F2645-66B1-4A42-8064-2B713B568B32}" type="presOf" srcId="{BF6F19D1-0D48-4B40-A7A2-633647DEB668}" destId="{F1861C9A-8D4A-4FE0-8754-25594E1CAD5C}" srcOrd="0" destOrd="0" presId="urn:microsoft.com/office/officeart/2005/8/layout/hierarchy1"/>
    <dgm:cxn modelId="{DAD83C94-8D6B-415E-9E5C-D8324AC2A1BC}" type="presOf" srcId="{CB0BA2B2-58D0-4076-B260-2D8554B020B8}" destId="{95E05A5C-57F5-4425-8058-646CCE543EA0}" srcOrd="0" destOrd="0" presId="urn:microsoft.com/office/officeart/2005/8/layout/hierarchy1"/>
    <dgm:cxn modelId="{73498CA8-2159-4A4E-AEAE-3E42A8E5721F}" srcId="{CB0BA2B2-58D0-4076-B260-2D8554B020B8}" destId="{39F90698-16CA-4A51-9C4D-4A002C3361F5}" srcOrd="0" destOrd="0" parTransId="{68728117-0398-46EC-9BEA-D2B8B8D2EF6F}" sibTransId="{79DF80AF-6C17-40DC-9575-02AA65112375}"/>
    <dgm:cxn modelId="{58B6CAB1-3A55-432E-A78B-9F88A783D5FC}" type="presOf" srcId="{CCFE9CE1-0553-43BF-BD91-6F65390EA1D7}" destId="{1CD91CB3-7607-4316-A6B4-EECC1C56D6E2}" srcOrd="0" destOrd="0" presId="urn:microsoft.com/office/officeart/2005/8/layout/hierarchy1"/>
    <dgm:cxn modelId="{2F6FA6B9-D625-443A-A056-4F1D422E0D94}" srcId="{CB0BA2B2-58D0-4076-B260-2D8554B020B8}" destId="{BF6F19D1-0D48-4B40-A7A2-633647DEB668}" srcOrd="2" destOrd="0" parTransId="{59B3C411-3497-429F-BF94-C8C08488490E}" sibTransId="{53287C68-612A-43EB-82B8-E92894D3FEE8}"/>
    <dgm:cxn modelId="{34148BBE-BDD2-4C2C-A071-70EDFFD011C5}" type="presOf" srcId="{117D529C-5CB5-42F3-B72C-6D5F6A1480E6}" destId="{14A30C7D-2FFB-4F58-B75A-152B1DB3136F}" srcOrd="0" destOrd="0" presId="urn:microsoft.com/office/officeart/2005/8/layout/hierarchy1"/>
    <dgm:cxn modelId="{9B9AFDEE-565B-41E5-BED5-14AB5147AF26}" type="presOf" srcId="{39F90698-16CA-4A51-9C4D-4A002C3361F5}" destId="{38E3DD2E-B8D2-4C4D-A8C0-CDF375DCFF75}" srcOrd="0" destOrd="0" presId="urn:microsoft.com/office/officeart/2005/8/layout/hierarchy1"/>
    <dgm:cxn modelId="{4DB4D381-BDD1-4DF8-9935-D46B8DBDB8EF}" type="presParOf" srcId="{95E05A5C-57F5-4425-8058-646CCE543EA0}" destId="{D96E295C-D4A4-4832-9250-F9AD3823673A}" srcOrd="0" destOrd="0" presId="urn:microsoft.com/office/officeart/2005/8/layout/hierarchy1"/>
    <dgm:cxn modelId="{4EC7EAEB-5BB5-4B7D-B2E2-F6F433E778A2}" type="presParOf" srcId="{D96E295C-D4A4-4832-9250-F9AD3823673A}" destId="{58A010BB-D0DF-456F-BB7D-D4F403C60C1B}" srcOrd="0" destOrd="0" presId="urn:microsoft.com/office/officeart/2005/8/layout/hierarchy1"/>
    <dgm:cxn modelId="{0AF061E7-664C-458E-B136-185D5930AE52}" type="presParOf" srcId="{58A010BB-D0DF-456F-BB7D-D4F403C60C1B}" destId="{88F38B49-A2FC-4061-A8F0-BC8155565ABD}" srcOrd="0" destOrd="0" presId="urn:microsoft.com/office/officeart/2005/8/layout/hierarchy1"/>
    <dgm:cxn modelId="{586415E4-5B5F-4F48-97BF-47D6F4DADD95}" type="presParOf" srcId="{58A010BB-D0DF-456F-BB7D-D4F403C60C1B}" destId="{38E3DD2E-B8D2-4C4D-A8C0-CDF375DCFF75}" srcOrd="1" destOrd="0" presId="urn:microsoft.com/office/officeart/2005/8/layout/hierarchy1"/>
    <dgm:cxn modelId="{BE034E43-30B9-48A7-8570-9F24D92E9334}" type="presParOf" srcId="{D96E295C-D4A4-4832-9250-F9AD3823673A}" destId="{86D7FE00-AEBD-4604-8404-E485D2281EAD}" srcOrd="1" destOrd="0" presId="urn:microsoft.com/office/officeart/2005/8/layout/hierarchy1"/>
    <dgm:cxn modelId="{FDA4C657-C5B3-4AF7-AF20-CE8B15614EE6}" type="presParOf" srcId="{95E05A5C-57F5-4425-8058-646CCE543EA0}" destId="{444CF540-3236-4B6D-98CB-2682F372E284}" srcOrd="1" destOrd="0" presId="urn:microsoft.com/office/officeart/2005/8/layout/hierarchy1"/>
    <dgm:cxn modelId="{0AA55763-24B8-41C4-9DFB-2339E7B797E9}" type="presParOf" srcId="{444CF540-3236-4B6D-98CB-2682F372E284}" destId="{D2610B32-309F-4CBF-B18E-70034962032F}" srcOrd="0" destOrd="0" presId="urn:microsoft.com/office/officeart/2005/8/layout/hierarchy1"/>
    <dgm:cxn modelId="{F9F9CB5E-7BB8-44C3-8FC4-E46BE29AF386}" type="presParOf" srcId="{D2610B32-309F-4CBF-B18E-70034962032F}" destId="{70981D14-74B8-4993-A739-6544E60DCB24}" srcOrd="0" destOrd="0" presId="urn:microsoft.com/office/officeart/2005/8/layout/hierarchy1"/>
    <dgm:cxn modelId="{7F181666-5D42-4611-837D-45B842D8D092}" type="presParOf" srcId="{D2610B32-309F-4CBF-B18E-70034962032F}" destId="{1CD91CB3-7607-4316-A6B4-EECC1C56D6E2}" srcOrd="1" destOrd="0" presId="urn:microsoft.com/office/officeart/2005/8/layout/hierarchy1"/>
    <dgm:cxn modelId="{E39BC49E-5FFA-4974-ACDC-52F523996786}" type="presParOf" srcId="{444CF540-3236-4B6D-98CB-2682F372E284}" destId="{D775B9B0-1C25-4CBB-8982-6034EA9A76EE}" srcOrd="1" destOrd="0" presId="urn:microsoft.com/office/officeart/2005/8/layout/hierarchy1"/>
    <dgm:cxn modelId="{B393A956-2C77-4CE1-AC07-8409873C9790}" type="presParOf" srcId="{95E05A5C-57F5-4425-8058-646CCE543EA0}" destId="{D112E02B-6122-4AF6-8373-40FBBB82FEAD}" srcOrd="2" destOrd="0" presId="urn:microsoft.com/office/officeart/2005/8/layout/hierarchy1"/>
    <dgm:cxn modelId="{244C551B-6E02-4BBB-BAC0-651FE842EDCA}" type="presParOf" srcId="{D112E02B-6122-4AF6-8373-40FBBB82FEAD}" destId="{8EAB93A0-81F6-44D0-B682-ED55C9E4E4BC}" srcOrd="0" destOrd="0" presId="urn:microsoft.com/office/officeart/2005/8/layout/hierarchy1"/>
    <dgm:cxn modelId="{A7610A44-38C5-499A-83AF-AD056F1C06C2}" type="presParOf" srcId="{8EAB93A0-81F6-44D0-B682-ED55C9E4E4BC}" destId="{8C02D6F8-4E04-485D-A1B9-767FF6F14EE2}" srcOrd="0" destOrd="0" presId="urn:microsoft.com/office/officeart/2005/8/layout/hierarchy1"/>
    <dgm:cxn modelId="{DBE3ED4C-38B5-40AF-B423-8008F50F847B}" type="presParOf" srcId="{8EAB93A0-81F6-44D0-B682-ED55C9E4E4BC}" destId="{F1861C9A-8D4A-4FE0-8754-25594E1CAD5C}" srcOrd="1" destOrd="0" presId="urn:microsoft.com/office/officeart/2005/8/layout/hierarchy1"/>
    <dgm:cxn modelId="{ABAC684C-0E17-4A72-AE8F-15077A5CCE5F}" type="presParOf" srcId="{D112E02B-6122-4AF6-8373-40FBBB82FEAD}" destId="{68313D47-BFCD-4381-BB94-D4B5AA80D079}" srcOrd="1" destOrd="0" presId="urn:microsoft.com/office/officeart/2005/8/layout/hierarchy1"/>
    <dgm:cxn modelId="{781A432B-D297-46EF-9A33-64FE225D8C76}" type="presParOf" srcId="{95E05A5C-57F5-4425-8058-646CCE543EA0}" destId="{21D2E964-13A9-467A-A093-D55B90908752}" srcOrd="3" destOrd="0" presId="urn:microsoft.com/office/officeart/2005/8/layout/hierarchy1"/>
    <dgm:cxn modelId="{3385D760-E1DE-4A4F-84F2-11FF4797D03C}" type="presParOf" srcId="{21D2E964-13A9-467A-A093-D55B90908752}" destId="{9041FBE4-059D-4AA8-97D1-34335EAA6D53}" srcOrd="0" destOrd="0" presId="urn:microsoft.com/office/officeart/2005/8/layout/hierarchy1"/>
    <dgm:cxn modelId="{3DD029CC-297C-4910-A870-D7EB00674B05}" type="presParOf" srcId="{9041FBE4-059D-4AA8-97D1-34335EAA6D53}" destId="{7E2879A3-B9A6-48A0-A40B-3A254E999742}" srcOrd="0" destOrd="0" presId="urn:microsoft.com/office/officeart/2005/8/layout/hierarchy1"/>
    <dgm:cxn modelId="{42D1CC55-545B-4680-AA0F-788652211666}" type="presParOf" srcId="{9041FBE4-059D-4AA8-97D1-34335EAA6D53}" destId="{14A30C7D-2FFB-4F58-B75A-152B1DB3136F}" srcOrd="1" destOrd="0" presId="urn:microsoft.com/office/officeart/2005/8/layout/hierarchy1"/>
    <dgm:cxn modelId="{1E9E9CCB-EE75-47B2-9B8E-8515A92D9BB0}" type="presParOf" srcId="{21D2E964-13A9-467A-A093-D55B90908752}" destId="{5D7B1B30-5E2B-4E52-AB94-094CC263BFF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5F679D65-6BDA-404C-97F9-C95C97C66998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E10ED9A9-FBE7-4D31-A810-571170E9E128}">
      <dgm:prSet/>
      <dgm:spPr/>
      <dgm:t>
        <a:bodyPr/>
        <a:lstStyle/>
        <a:p>
          <a:r>
            <a:rPr lang="en-US"/>
            <a:t>Higher IRR</a:t>
          </a:r>
        </a:p>
      </dgm:t>
    </dgm:pt>
    <dgm:pt modelId="{E6879788-A4ED-47AD-9EB5-CDB188254BF3}" type="parTrans" cxnId="{9204462B-1852-447C-AECC-3F958EEB9B12}">
      <dgm:prSet/>
      <dgm:spPr/>
      <dgm:t>
        <a:bodyPr/>
        <a:lstStyle/>
        <a:p>
          <a:endParaRPr lang="en-US"/>
        </a:p>
      </dgm:t>
    </dgm:pt>
    <dgm:pt modelId="{0F6EB50D-1083-4F9F-920A-017ECE639C1F}" type="sibTrans" cxnId="{9204462B-1852-447C-AECC-3F958EEB9B12}">
      <dgm:prSet/>
      <dgm:spPr/>
      <dgm:t>
        <a:bodyPr/>
        <a:lstStyle/>
        <a:p>
          <a:endParaRPr lang="en-US"/>
        </a:p>
      </dgm:t>
    </dgm:pt>
    <dgm:pt modelId="{56EFCE6B-9D09-4755-81C6-F03101D2DCBA}">
      <dgm:prSet/>
      <dgm:spPr/>
      <dgm:t>
        <a:bodyPr/>
        <a:lstStyle/>
        <a:p>
          <a:r>
            <a:rPr lang="en-US"/>
            <a:t>Stable cash flows</a:t>
          </a:r>
        </a:p>
      </dgm:t>
    </dgm:pt>
    <dgm:pt modelId="{B96DD201-E6FC-416E-A22C-CB41A67554A0}" type="parTrans" cxnId="{F5F83FFE-0431-4CF2-96AF-F8FA48901EEA}">
      <dgm:prSet/>
      <dgm:spPr/>
      <dgm:t>
        <a:bodyPr/>
        <a:lstStyle/>
        <a:p>
          <a:endParaRPr lang="en-US"/>
        </a:p>
      </dgm:t>
    </dgm:pt>
    <dgm:pt modelId="{C8834761-37C3-4CEC-ACA3-C61C1A5209A3}" type="sibTrans" cxnId="{F5F83FFE-0431-4CF2-96AF-F8FA48901EEA}">
      <dgm:prSet/>
      <dgm:spPr/>
      <dgm:t>
        <a:bodyPr/>
        <a:lstStyle/>
        <a:p>
          <a:endParaRPr lang="en-US"/>
        </a:p>
      </dgm:t>
    </dgm:pt>
    <dgm:pt modelId="{D8D2EE69-37C2-47E2-ADAC-BA5B5D0E2CAC}">
      <dgm:prSet/>
      <dgm:spPr/>
      <dgm:t>
        <a:bodyPr/>
        <a:lstStyle/>
        <a:p>
          <a:r>
            <a:rPr lang="en-US"/>
            <a:t>Improved creditworthiness</a:t>
          </a:r>
        </a:p>
      </dgm:t>
    </dgm:pt>
    <dgm:pt modelId="{DEFD88A2-9715-4C96-8BD7-FF62AF3B3B28}" type="parTrans" cxnId="{F07637AE-376A-42B5-98D5-FC97C93E8E13}">
      <dgm:prSet/>
      <dgm:spPr/>
      <dgm:t>
        <a:bodyPr/>
        <a:lstStyle/>
        <a:p>
          <a:endParaRPr lang="en-US"/>
        </a:p>
      </dgm:t>
    </dgm:pt>
    <dgm:pt modelId="{18212F28-1114-47A2-9FFB-5714BADA7C82}" type="sibTrans" cxnId="{F07637AE-376A-42B5-98D5-FC97C93E8E13}">
      <dgm:prSet/>
      <dgm:spPr/>
      <dgm:t>
        <a:bodyPr/>
        <a:lstStyle/>
        <a:p>
          <a:endParaRPr lang="en-US"/>
        </a:p>
      </dgm:t>
    </dgm:pt>
    <dgm:pt modelId="{B5E86003-58F4-418D-9341-63CDA4D630EE}">
      <dgm:prSet/>
      <dgm:spPr/>
      <dgm:t>
        <a:bodyPr/>
        <a:lstStyle/>
        <a:p>
          <a:r>
            <a:rPr lang="en-US"/>
            <a:t>Attract private investors</a:t>
          </a:r>
        </a:p>
      </dgm:t>
    </dgm:pt>
    <dgm:pt modelId="{3881F645-BF5B-4C4E-B9AA-5F15212FF36C}" type="parTrans" cxnId="{BC06BBC8-2989-4C36-81AF-D8058985F5BE}">
      <dgm:prSet/>
      <dgm:spPr/>
      <dgm:t>
        <a:bodyPr/>
        <a:lstStyle/>
        <a:p>
          <a:endParaRPr lang="en-US"/>
        </a:p>
      </dgm:t>
    </dgm:pt>
    <dgm:pt modelId="{33AC3563-5809-4C51-BD94-317BA3F73ACA}" type="sibTrans" cxnId="{BC06BBC8-2989-4C36-81AF-D8058985F5BE}">
      <dgm:prSet/>
      <dgm:spPr/>
      <dgm:t>
        <a:bodyPr/>
        <a:lstStyle/>
        <a:p>
          <a:endParaRPr lang="en-US"/>
        </a:p>
      </dgm:t>
    </dgm:pt>
    <dgm:pt modelId="{496FA446-408A-4DAB-81B7-BDC4B48DE373}" type="pres">
      <dgm:prSet presAssocID="{5F679D65-6BDA-404C-97F9-C95C97C66998}" presName="root" presStyleCnt="0">
        <dgm:presLayoutVars>
          <dgm:dir/>
          <dgm:resizeHandles val="exact"/>
        </dgm:presLayoutVars>
      </dgm:prSet>
      <dgm:spPr/>
    </dgm:pt>
    <dgm:pt modelId="{D80D14BB-ED6C-474C-AA99-40A4C193233B}" type="pres">
      <dgm:prSet presAssocID="{5F679D65-6BDA-404C-97F9-C95C97C66998}" presName="container" presStyleCnt="0">
        <dgm:presLayoutVars>
          <dgm:dir/>
          <dgm:resizeHandles val="exact"/>
        </dgm:presLayoutVars>
      </dgm:prSet>
      <dgm:spPr/>
    </dgm:pt>
    <dgm:pt modelId="{DB0845D6-61A8-4AA9-9F4E-FD414C4AFADB}" type="pres">
      <dgm:prSet presAssocID="{E10ED9A9-FBE7-4D31-A810-571170E9E128}" presName="compNode" presStyleCnt="0"/>
      <dgm:spPr/>
    </dgm:pt>
    <dgm:pt modelId="{294CD563-71D8-492B-B47A-8907667E3B59}" type="pres">
      <dgm:prSet presAssocID="{E10ED9A9-FBE7-4D31-A810-571170E9E128}" presName="iconBgRect" presStyleLbl="bgShp" presStyleIdx="0" presStyleCnt="4"/>
      <dgm:spPr/>
    </dgm:pt>
    <dgm:pt modelId="{4FD50030-1A5F-4A0F-80C8-6028B7A1B2FF}" type="pres">
      <dgm:prSet presAssocID="{E10ED9A9-FBE7-4D31-A810-571170E9E128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7D78321E-9C0E-4925-96FA-9FA3C5F664BD}" type="pres">
      <dgm:prSet presAssocID="{E10ED9A9-FBE7-4D31-A810-571170E9E128}" presName="spaceRect" presStyleCnt="0"/>
      <dgm:spPr/>
    </dgm:pt>
    <dgm:pt modelId="{30C77099-C9B1-48E6-B16F-2B3B5C921FAC}" type="pres">
      <dgm:prSet presAssocID="{E10ED9A9-FBE7-4D31-A810-571170E9E128}" presName="textRect" presStyleLbl="revTx" presStyleIdx="0" presStyleCnt="4">
        <dgm:presLayoutVars>
          <dgm:chMax val="1"/>
          <dgm:chPref val="1"/>
        </dgm:presLayoutVars>
      </dgm:prSet>
      <dgm:spPr/>
    </dgm:pt>
    <dgm:pt modelId="{1D0F4C2E-4FA8-4E89-98EA-6FED4EC39F2F}" type="pres">
      <dgm:prSet presAssocID="{0F6EB50D-1083-4F9F-920A-017ECE639C1F}" presName="sibTrans" presStyleLbl="sibTrans2D1" presStyleIdx="0" presStyleCnt="0"/>
      <dgm:spPr/>
    </dgm:pt>
    <dgm:pt modelId="{8FD922F3-002C-4599-9BD8-E2EE2615FBCA}" type="pres">
      <dgm:prSet presAssocID="{56EFCE6B-9D09-4755-81C6-F03101D2DCBA}" presName="compNode" presStyleCnt="0"/>
      <dgm:spPr/>
    </dgm:pt>
    <dgm:pt modelId="{D8A8D427-FC11-4F37-BE78-8BDB1C1368AF}" type="pres">
      <dgm:prSet presAssocID="{56EFCE6B-9D09-4755-81C6-F03101D2DCBA}" presName="iconBgRect" presStyleLbl="bgShp" presStyleIdx="1" presStyleCnt="4"/>
      <dgm:spPr/>
    </dgm:pt>
    <dgm:pt modelId="{2F44E50F-81BD-4C40-A9DC-6362F871872D}" type="pres">
      <dgm:prSet presAssocID="{56EFCE6B-9D09-4755-81C6-F03101D2DCBA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E3D150BE-DB85-45D6-B3EA-750C97CE673E}" type="pres">
      <dgm:prSet presAssocID="{56EFCE6B-9D09-4755-81C6-F03101D2DCBA}" presName="spaceRect" presStyleCnt="0"/>
      <dgm:spPr/>
    </dgm:pt>
    <dgm:pt modelId="{DD5C4923-8144-4DB3-83DA-72C47AE702A2}" type="pres">
      <dgm:prSet presAssocID="{56EFCE6B-9D09-4755-81C6-F03101D2DCBA}" presName="textRect" presStyleLbl="revTx" presStyleIdx="1" presStyleCnt="4">
        <dgm:presLayoutVars>
          <dgm:chMax val="1"/>
          <dgm:chPref val="1"/>
        </dgm:presLayoutVars>
      </dgm:prSet>
      <dgm:spPr/>
    </dgm:pt>
    <dgm:pt modelId="{EE497A22-FAD3-4C07-A7EE-1148CE42360A}" type="pres">
      <dgm:prSet presAssocID="{C8834761-37C3-4CEC-ACA3-C61C1A5209A3}" presName="sibTrans" presStyleLbl="sibTrans2D1" presStyleIdx="0" presStyleCnt="0"/>
      <dgm:spPr/>
    </dgm:pt>
    <dgm:pt modelId="{41E3F590-9E4B-43AB-9977-1F9EC4688319}" type="pres">
      <dgm:prSet presAssocID="{D8D2EE69-37C2-47E2-ADAC-BA5B5D0E2CAC}" presName="compNode" presStyleCnt="0"/>
      <dgm:spPr/>
    </dgm:pt>
    <dgm:pt modelId="{24A72FDF-0096-4E44-90C6-A95792D79DE7}" type="pres">
      <dgm:prSet presAssocID="{D8D2EE69-37C2-47E2-ADAC-BA5B5D0E2CAC}" presName="iconBgRect" presStyleLbl="bgShp" presStyleIdx="2" presStyleCnt="4"/>
      <dgm:spPr/>
    </dgm:pt>
    <dgm:pt modelId="{5287B92D-9ED5-41F7-8299-54BC9759DE76}" type="pres">
      <dgm:prSet presAssocID="{D8D2EE69-37C2-47E2-ADAC-BA5B5D0E2CAC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203D312E-D339-410C-85F2-3E8B47858DBF}" type="pres">
      <dgm:prSet presAssocID="{D8D2EE69-37C2-47E2-ADAC-BA5B5D0E2CAC}" presName="spaceRect" presStyleCnt="0"/>
      <dgm:spPr/>
    </dgm:pt>
    <dgm:pt modelId="{05526C80-6DC8-4D3D-A621-DC291A6BFC8C}" type="pres">
      <dgm:prSet presAssocID="{D8D2EE69-37C2-47E2-ADAC-BA5B5D0E2CAC}" presName="textRect" presStyleLbl="revTx" presStyleIdx="2" presStyleCnt="4">
        <dgm:presLayoutVars>
          <dgm:chMax val="1"/>
          <dgm:chPref val="1"/>
        </dgm:presLayoutVars>
      </dgm:prSet>
      <dgm:spPr/>
    </dgm:pt>
    <dgm:pt modelId="{C8A05C6D-B408-4F96-8857-A600A81BAA32}" type="pres">
      <dgm:prSet presAssocID="{18212F28-1114-47A2-9FFB-5714BADA7C82}" presName="sibTrans" presStyleLbl="sibTrans2D1" presStyleIdx="0" presStyleCnt="0"/>
      <dgm:spPr/>
    </dgm:pt>
    <dgm:pt modelId="{555BEAE5-7A85-4CD7-B993-4DE957625144}" type="pres">
      <dgm:prSet presAssocID="{B5E86003-58F4-418D-9341-63CDA4D630EE}" presName="compNode" presStyleCnt="0"/>
      <dgm:spPr/>
    </dgm:pt>
    <dgm:pt modelId="{66B440FF-517D-43B8-B81E-6902B7DAF94B}" type="pres">
      <dgm:prSet presAssocID="{B5E86003-58F4-418D-9341-63CDA4D630EE}" presName="iconBgRect" presStyleLbl="bgShp" presStyleIdx="3" presStyleCnt="4"/>
      <dgm:spPr/>
    </dgm:pt>
    <dgm:pt modelId="{5D7456D3-CF65-4FA5-B50D-B770E9CB5D63}" type="pres">
      <dgm:prSet presAssocID="{B5E86003-58F4-418D-9341-63CDA4D630EE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C05C2E61-F3E7-44A1-B386-20E5DC954769}" type="pres">
      <dgm:prSet presAssocID="{B5E86003-58F4-418D-9341-63CDA4D630EE}" presName="spaceRect" presStyleCnt="0"/>
      <dgm:spPr/>
    </dgm:pt>
    <dgm:pt modelId="{C4E41A24-71A9-4BBA-8F09-490F074603A5}" type="pres">
      <dgm:prSet presAssocID="{B5E86003-58F4-418D-9341-63CDA4D630EE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682B00A-6C17-4093-912C-6BE794A23F50}" type="presOf" srcId="{B5E86003-58F4-418D-9341-63CDA4D630EE}" destId="{C4E41A24-71A9-4BBA-8F09-490F074603A5}" srcOrd="0" destOrd="0" presId="urn:microsoft.com/office/officeart/2018/2/layout/IconCircleList"/>
    <dgm:cxn modelId="{9204462B-1852-447C-AECC-3F958EEB9B12}" srcId="{5F679D65-6BDA-404C-97F9-C95C97C66998}" destId="{E10ED9A9-FBE7-4D31-A810-571170E9E128}" srcOrd="0" destOrd="0" parTransId="{E6879788-A4ED-47AD-9EB5-CDB188254BF3}" sibTransId="{0F6EB50D-1083-4F9F-920A-017ECE639C1F}"/>
    <dgm:cxn modelId="{70FB9970-9F53-47CA-9047-34AADBAE33A7}" type="presOf" srcId="{E10ED9A9-FBE7-4D31-A810-571170E9E128}" destId="{30C77099-C9B1-48E6-B16F-2B3B5C921FAC}" srcOrd="0" destOrd="0" presId="urn:microsoft.com/office/officeart/2018/2/layout/IconCircleList"/>
    <dgm:cxn modelId="{4B36CF53-D532-4053-BB05-FA95C566BB5D}" type="presOf" srcId="{0F6EB50D-1083-4F9F-920A-017ECE639C1F}" destId="{1D0F4C2E-4FA8-4E89-98EA-6FED4EC39F2F}" srcOrd="0" destOrd="0" presId="urn:microsoft.com/office/officeart/2018/2/layout/IconCircleList"/>
    <dgm:cxn modelId="{F07637AE-376A-42B5-98D5-FC97C93E8E13}" srcId="{5F679D65-6BDA-404C-97F9-C95C97C66998}" destId="{D8D2EE69-37C2-47E2-ADAC-BA5B5D0E2CAC}" srcOrd="2" destOrd="0" parTransId="{DEFD88A2-9715-4C96-8BD7-FF62AF3B3B28}" sibTransId="{18212F28-1114-47A2-9FFB-5714BADA7C82}"/>
    <dgm:cxn modelId="{3DDAA2C8-C28F-4C5E-9BF9-AAA1ABBFEDA6}" type="presOf" srcId="{5F679D65-6BDA-404C-97F9-C95C97C66998}" destId="{496FA446-408A-4DAB-81B7-BDC4B48DE373}" srcOrd="0" destOrd="0" presId="urn:microsoft.com/office/officeart/2018/2/layout/IconCircleList"/>
    <dgm:cxn modelId="{BC06BBC8-2989-4C36-81AF-D8058985F5BE}" srcId="{5F679D65-6BDA-404C-97F9-C95C97C66998}" destId="{B5E86003-58F4-418D-9341-63CDA4D630EE}" srcOrd="3" destOrd="0" parTransId="{3881F645-BF5B-4C4E-B9AA-5F15212FF36C}" sibTransId="{33AC3563-5809-4C51-BD94-317BA3F73ACA}"/>
    <dgm:cxn modelId="{A356B6D3-73FA-424F-A25A-88F10D696DD5}" type="presOf" srcId="{18212F28-1114-47A2-9FFB-5714BADA7C82}" destId="{C8A05C6D-B408-4F96-8857-A600A81BAA32}" srcOrd="0" destOrd="0" presId="urn:microsoft.com/office/officeart/2018/2/layout/IconCircleList"/>
    <dgm:cxn modelId="{98B0F2D9-F12C-4973-9518-A8B2DAD34EDD}" type="presOf" srcId="{56EFCE6B-9D09-4755-81C6-F03101D2DCBA}" destId="{DD5C4923-8144-4DB3-83DA-72C47AE702A2}" srcOrd="0" destOrd="0" presId="urn:microsoft.com/office/officeart/2018/2/layout/IconCircleList"/>
    <dgm:cxn modelId="{86F30EEA-4B8C-4E82-8CD9-3F7E03551798}" type="presOf" srcId="{C8834761-37C3-4CEC-ACA3-C61C1A5209A3}" destId="{EE497A22-FAD3-4C07-A7EE-1148CE42360A}" srcOrd="0" destOrd="0" presId="urn:microsoft.com/office/officeart/2018/2/layout/IconCircleList"/>
    <dgm:cxn modelId="{F5F83FFE-0431-4CF2-96AF-F8FA48901EEA}" srcId="{5F679D65-6BDA-404C-97F9-C95C97C66998}" destId="{56EFCE6B-9D09-4755-81C6-F03101D2DCBA}" srcOrd="1" destOrd="0" parTransId="{B96DD201-E6FC-416E-A22C-CB41A67554A0}" sibTransId="{C8834761-37C3-4CEC-ACA3-C61C1A5209A3}"/>
    <dgm:cxn modelId="{79CB36FF-3C04-4DA9-9EA8-FB099599E39F}" type="presOf" srcId="{D8D2EE69-37C2-47E2-ADAC-BA5B5D0E2CAC}" destId="{05526C80-6DC8-4D3D-A621-DC291A6BFC8C}" srcOrd="0" destOrd="0" presId="urn:microsoft.com/office/officeart/2018/2/layout/IconCircleList"/>
    <dgm:cxn modelId="{15AFFDD2-B913-4FDE-A403-F85D6439E73E}" type="presParOf" srcId="{496FA446-408A-4DAB-81B7-BDC4B48DE373}" destId="{D80D14BB-ED6C-474C-AA99-40A4C193233B}" srcOrd="0" destOrd="0" presId="urn:microsoft.com/office/officeart/2018/2/layout/IconCircleList"/>
    <dgm:cxn modelId="{D4A2BBC8-1A0E-456B-9FF1-BBEB756B954B}" type="presParOf" srcId="{D80D14BB-ED6C-474C-AA99-40A4C193233B}" destId="{DB0845D6-61A8-4AA9-9F4E-FD414C4AFADB}" srcOrd="0" destOrd="0" presId="urn:microsoft.com/office/officeart/2018/2/layout/IconCircleList"/>
    <dgm:cxn modelId="{A562DF9B-5BA0-437E-AC0B-87F46E694E7C}" type="presParOf" srcId="{DB0845D6-61A8-4AA9-9F4E-FD414C4AFADB}" destId="{294CD563-71D8-492B-B47A-8907667E3B59}" srcOrd="0" destOrd="0" presId="urn:microsoft.com/office/officeart/2018/2/layout/IconCircleList"/>
    <dgm:cxn modelId="{888AB653-F8E0-4424-8365-6D1EC2BA80B1}" type="presParOf" srcId="{DB0845D6-61A8-4AA9-9F4E-FD414C4AFADB}" destId="{4FD50030-1A5F-4A0F-80C8-6028B7A1B2FF}" srcOrd="1" destOrd="0" presId="urn:microsoft.com/office/officeart/2018/2/layout/IconCircleList"/>
    <dgm:cxn modelId="{FE58DA5A-71BF-40F3-853F-5D6AA03B5DD1}" type="presParOf" srcId="{DB0845D6-61A8-4AA9-9F4E-FD414C4AFADB}" destId="{7D78321E-9C0E-4925-96FA-9FA3C5F664BD}" srcOrd="2" destOrd="0" presId="urn:microsoft.com/office/officeart/2018/2/layout/IconCircleList"/>
    <dgm:cxn modelId="{138D525B-F44C-4373-99B3-4E3AE0D310BD}" type="presParOf" srcId="{DB0845D6-61A8-4AA9-9F4E-FD414C4AFADB}" destId="{30C77099-C9B1-48E6-B16F-2B3B5C921FAC}" srcOrd="3" destOrd="0" presId="urn:microsoft.com/office/officeart/2018/2/layout/IconCircleList"/>
    <dgm:cxn modelId="{0A9ECF24-8C00-4CD5-B2A5-690B3C61298A}" type="presParOf" srcId="{D80D14BB-ED6C-474C-AA99-40A4C193233B}" destId="{1D0F4C2E-4FA8-4E89-98EA-6FED4EC39F2F}" srcOrd="1" destOrd="0" presId="urn:microsoft.com/office/officeart/2018/2/layout/IconCircleList"/>
    <dgm:cxn modelId="{768F1A13-FC30-451B-8B6C-1A273272EEBB}" type="presParOf" srcId="{D80D14BB-ED6C-474C-AA99-40A4C193233B}" destId="{8FD922F3-002C-4599-9BD8-E2EE2615FBCA}" srcOrd="2" destOrd="0" presId="urn:microsoft.com/office/officeart/2018/2/layout/IconCircleList"/>
    <dgm:cxn modelId="{7AFDB68E-B5F1-45B5-B04F-B1078336831B}" type="presParOf" srcId="{8FD922F3-002C-4599-9BD8-E2EE2615FBCA}" destId="{D8A8D427-FC11-4F37-BE78-8BDB1C1368AF}" srcOrd="0" destOrd="0" presId="urn:microsoft.com/office/officeart/2018/2/layout/IconCircleList"/>
    <dgm:cxn modelId="{90D7CF03-82C3-409E-B464-504DED8C692E}" type="presParOf" srcId="{8FD922F3-002C-4599-9BD8-E2EE2615FBCA}" destId="{2F44E50F-81BD-4C40-A9DC-6362F871872D}" srcOrd="1" destOrd="0" presId="urn:microsoft.com/office/officeart/2018/2/layout/IconCircleList"/>
    <dgm:cxn modelId="{22E68324-95E1-437F-BDC8-3A3FC60D391B}" type="presParOf" srcId="{8FD922F3-002C-4599-9BD8-E2EE2615FBCA}" destId="{E3D150BE-DB85-45D6-B3EA-750C97CE673E}" srcOrd="2" destOrd="0" presId="urn:microsoft.com/office/officeart/2018/2/layout/IconCircleList"/>
    <dgm:cxn modelId="{F8506E10-5ABD-4765-B618-2D2A00CC94B7}" type="presParOf" srcId="{8FD922F3-002C-4599-9BD8-E2EE2615FBCA}" destId="{DD5C4923-8144-4DB3-83DA-72C47AE702A2}" srcOrd="3" destOrd="0" presId="urn:microsoft.com/office/officeart/2018/2/layout/IconCircleList"/>
    <dgm:cxn modelId="{1ECF9704-42CC-4B90-9F80-5C5EE483F5FB}" type="presParOf" srcId="{D80D14BB-ED6C-474C-AA99-40A4C193233B}" destId="{EE497A22-FAD3-4C07-A7EE-1148CE42360A}" srcOrd="3" destOrd="0" presId="urn:microsoft.com/office/officeart/2018/2/layout/IconCircleList"/>
    <dgm:cxn modelId="{BD4E18F5-0626-4B66-8AE9-19E4AD69032C}" type="presParOf" srcId="{D80D14BB-ED6C-474C-AA99-40A4C193233B}" destId="{41E3F590-9E4B-43AB-9977-1F9EC4688319}" srcOrd="4" destOrd="0" presId="urn:microsoft.com/office/officeart/2018/2/layout/IconCircleList"/>
    <dgm:cxn modelId="{9B1F8C79-3662-4666-9304-A75A01575235}" type="presParOf" srcId="{41E3F590-9E4B-43AB-9977-1F9EC4688319}" destId="{24A72FDF-0096-4E44-90C6-A95792D79DE7}" srcOrd="0" destOrd="0" presId="urn:microsoft.com/office/officeart/2018/2/layout/IconCircleList"/>
    <dgm:cxn modelId="{5D0BD874-446E-4C89-BB6A-AD030E92DF4C}" type="presParOf" srcId="{41E3F590-9E4B-43AB-9977-1F9EC4688319}" destId="{5287B92D-9ED5-41F7-8299-54BC9759DE76}" srcOrd="1" destOrd="0" presId="urn:microsoft.com/office/officeart/2018/2/layout/IconCircleList"/>
    <dgm:cxn modelId="{94C0BA90-816A-403D-A2D7-829265D255C4}" type="presParOf" srcId="{41E3F590-9E4B-43AB-9977-1F9EC4688319}" destId="{203D312E-D339-410C-85F2-3E8B47858DBF}" srcOrd="2" destOrd="0" presId="urn:microsoft.com/office/officeart/2018/2/layout/IconCircleList"/>
    <dgm:cxn modelId="{A627C5E6-9043-406F-98BE-62EA7DFD8323}" type="presParOf" srcId="{41E3F590-9E4B-43AB-9977-1F9EC4688319}" destId="{05526C80-6DC8-4D3D-A621-DC291A6BFC8C}" srcOrd="3" destOrd="0" presId="urn:microsoft.com/office/officeart/2018/2/layout/IconCircleList"/>
    <dgm:cxn modelId="{2D2E94A6-7AF5-41F2-82A2-93706A431C45}" type="presParOf" srcId="{D80D14BB-ED6C-474C-AA99-40A4C193233B}" destId="{C8A05C6D-B408-4F96-8857-A600A81BAA32}" srcOrd="5" destOrd="0" presId="urn:microsoft.com/office/officeart/2018/2/layout/IconCircleList"/>
    <dgm:cxn modelId="{FB59F62A-CDBC-4A3B-B067-477D5BCAA291}" type="presParOf" srcId="{D80D14BB-ED6C-474C-AA99-40A4C193233B}" destId="{555BEAE5-7A85-4CD7-B993-4DE957625144}" srcOrd="6" destOrd="0" presId="urn:microsoft.com/office/officeart/2018/2/layout/IconCircleList"/>
    <dgm:cxn modelId="{A918BDF2-420E-4903-AB75-B27687C6FB8E}" type="presParOf" srcId="{555BEAE5-7A85-4CD7-B993-4DE957625144}" destId="{66B440FF-517D-43B8-B81E-6902B7DAF94B}" srcOrd="0" destOrd="0" presId="urn:microsoft.com/office/officeart/2018/2/layout/IconCircleList"/>
    <dgm:cxn modelId="{3B6EB190-9B69-492F-827B-DD9C630929CD}" type="presParOf" srcId="{555BEAE5-7A85-4CD7-B993-4DE957625144}" destId="{5D7456D3-CF65-4FA5-B50D-B770E9CB5D63}" srcOrd="1" destOrd="0" presId="urn:microsoft.com/office/officeart/2018/2/layout/IconCircleList"/>
    <dgm:cxn modelId="{02592B5F-8CD0-419A-AA31-60181A33A024}" type="presParOf" srcId="{555BEAE5-7A85-4CD7-B993-4DE957625144}" destId="{C05C2E61-F3E7-44A1-B386-20E5DC954769}" srcOrd="2" destOrd="0" presId="urn:microsoft.com/office/officeart/2018/2/layout/IconCircleList"/>
    <dgm:cxn modelId="{236EAC1D-BF99-463A-95BE-DC294ACB6705}" type="presParOf" srcId="{555BEAE5-7A85-4CD7-B993-4DE957625144}" destId="{C4E41A24-71A9-4BBA-8F09-490F074603A5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B4B5B85C-C578-4788-8222-D60FE6D1A988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accent0_3" csCatId="mainScheme" phldr="1"/>
      <dgm:spPr/>
      <dgm:t>
        <a:bodyPr/>
        <a:lstStyle/>
        <a:p>
          <a:endParaRPr lang="en-US"/>
        </a:p>
      </dgm:t>
    </dgm:pt>
    <dgm:pt modelId="{324870AA-9446-44ED-98C5-DCAB54EA4BBD}">
      <dgm:prSet/>
      <dgm:spPr/>
      <dgm:t>
        <a:bodyPr/>
        <a:lstStyle/>
        <a:p>
          <a:r>
            <a:rPr lang="en-US"/>
            <a:t>Energy-intensive system</a:t>
          </a:r>
        </a:p>
      </dgm:t>
    </dgm:pt>
    <dgm:pt modelId="{FC554F70-0AAA-4CF0-BCC6-FC1174ADD0C5}" type="parTrans" cxnId="{03638734-E98F-4901-A4AF-72689C4ACBE4}">
      <dgm:prSet/>
      <dgm:spPr/>
      <dgm:t>
        <a:bodyPr/>
        <a:lstStyle/>
        <a:p>
          <a:endParaRPr lang="en-US"/>
        </a:p>
      </dgm:t>
    </dgm:pt>
    <dgm:pt modelId="{32B7DD0B-7862-4231-B2DD-D10DBCA596AA}" type="sibTrans" cxnId="{03638734-E98F-4901-A4AF-72689C4ACBE4}">
      <dgm:prSet/>
      <dgm:spPr/>
      <dgm:t>
        <a:bodyPr/>
        <a:lstStyle/>
        <a:p>
          <a:endParaRPr lang="en-US"/>
        </a:p>
      </dgm:t>
    </dgm:pt>
    <dgm:pt modelId="{B4342871-129A-4D91-84DC-AB5A00555A20}">
      <dgm:prSet/>
      <dgm:spPr/>
      <dgm:t>
        <a:bodyPr/>
        <a:lstStyle/>
        <a:p>
          <a:r>
            <a:rPr lang="en-US"/>
            <a:t>Water losses present</a:t>
          </a:r>
        </a:p>
      </dgm:t>
    </dgm:pt>
    <dgm:pt modelId="{EFD6DD2D-A6B4-44E5-B328-9CAF72C35D1C}" type="parTrans" cxnId="{7B9A4024-F179-44D4-8A21-1E496CB3DBA6}">
      <dgm:prSet/>
      <dgm:spPr/>
      <dgm:t>
        <a:bodyPr/>
        <a:lstStyle/>
        <a:p>
          <a:endParaRPr lang="en-US"/>
        </a:p>
      </dgm:t>
    </dgm:pt>
    <dgm:pt modelId="{04741E51-0E4D-4C4A-89BE-DCDDED085C1C}" type="sibTrans" cxnId="{7B9A4024-F179-44D4-8A21-1E496CB3DBA6}">
      <dgm:prSet/>
      <dgm:spPr/>
      <dgm:t>
        <a:bodyPr/>
        <a:lstStyle/>
        <a:p>
          <a:endParaRPr lang="en-US"/>
        </a:p>
      </dgm:t>
    </dgm:pt>
    <dgm:pt modelId="{0006F609-0B34-4E0E-8CC8-848C54DC6658}">
      <dgm:prSet/>
      <dgm:spPr/>
      <dgm:t>
        <a:bodyPr/>
        <a:lstStyle/>
        <a:p>
          <a:r>
            <a:rPr lang="en-US"/>
            <a:t>Limited integration</a:t>
          </a:r>
        </a:p>
      </dgm:t>
    </dgm:pt>
    <dgm:pt modelId="{D6DE2375-85D2-4D82-A9CD-9749FFD31C97}" type="parTrans" cxnId="{24B02B8C-3870-4EBF-9505-D8C02670D87D}">
      <dgm:prSet/>
      <dgm:spPr/>
      <dgm:t>
        <a:bodyPr/>
        <a:lstStyle/>
        <a:p>
          <a:endParaRPr lang="en-US"/>
        </a:p>
      </dgm:t>
    </dgm:pt>
    <dgm:pt modelId="{491E8D7F-0EC3-4BF7-8309-891C377C332F}" type="sibTrans" cxnId="{24B02B8C-3870-4EBF-9505-D8C02670D87D}">
      <dgm:prSet/>
      <dgm:spPr/>
      <dgm:t>
        <a:bodyPr/>
        <a:lstStyle/>
        <a:p>
          <a:endParaRPr lang="en-US"/>
        </a:p>
      </dgm:t>
    </dgm:pt>
    <dgm:pt modelId="{5BF2057E-585F-49A0-BAE0-AD74E9740511}">
      <dgm:prSet/>
      <dgm:spPr/>
      <dgm:t>
        <a:bodyPr/>
        <a:lstStyle/>
        <a:p>
          <a:r>
            <a:rPr lang="en-US"/>
            <a:t>Environmental impacts</a:t>
          </a:r>
        </a:p>
      </dgm:t>
    </dgm:pt>
    <dgm:pt modelId="{76CB2AE8-BCEB-4D33-8A16-91885DE867A4}" type="parTrans" cxnId="{7B3192D7-2926-4EE8-A3A8-23067EB06170}">
      <dgm:prSet/>
      <dgm:spPr/>
      <dgm:t>
        <a:bodyPr/>
        <a:lstStyle/>
        <a:p>
          <a:endParaRPr lang="en-US"/>
        </a:p>
      </dgm:t>
    </dgm:pt>
    <dgm:pt modelId="{53E0DA2A-CB81-4607-A6B6-4404302490C4}" type="sibTrans" cxnId="{7B3192D7-2926-4EE8-A3A8-23067EB06170}">
      <dgm:prSet/>
      <dgm:spPr/>
      <dgm:t>
        <a:bodyPr/>
        <a:lstStyle/>
        <a:p>
          <a:endParaRPr lang="en-US"/>
        </a:p>
      </dgm:t>
    </dgm:pt>
    <dgm:pt modelId="{2226E5D9-B741-49F0-A4BF-BB68B754EE8D}" type="pres">
      <dgm:prSet presAssocID="{B4B5B85C-C578-4788-8222-D60FE6D1A988}" presName="root" presStyleCnt="0">
        <dgm:presLayoutVars>
          <dgm:dir/>
          <dgm:resizeHandles val="exact"/>
        </dgm:presLayoutVars>
      </dgm:prSet>
      <dgm:spPr/>
    </dgm:pt>
    <dgm:pt modelId="{3F06CD1E-C799-4A15-8B4D-3DA7D709A25A}" type="pres">
      <dgm:prSet presAssocID="{B4B5B85C-C578-4788-8222-D60FE6D1A988}" presName="container" presStyleCnt="0">
        <dgm:presLayoutVars>
          <dgm:dir/>
          <dgm:resizeHandles val="exact"/>
        </dgm:presLayoutVars>
      </dgm:prSet>
      <dgm:spPr/>
    </dgm:pt>
    <dgm:pt modelId="{86698C84-2491-4BDF-8AAC-00DED72EA724}" type="pres">
      <dgm:prSet presAssocID="{324870AA-9446-44ED-98C5-DCAB54EA4BBD}" presName="compNode" presStyleCnt="0"/>
      <dgm:spPr/>
    </dgm:pt>
    <dgm:pt modelId="{452EAA02-FAE1-46F5-86F1-2C630A9EDF89}" type="pres">
      <dgm:prSet presAssocID="{324870AA-9446-44ED-98C5-DCAB54EA4BBD}" presName="iconBgRect" presStyleLbl="bgShp" presStyleIdx="0" presStyleCnt="4"/>
      <dgm:spPr/>
    </dgm:pt>
    <dgm:pt modelId="{D51AC3C6-BC7B-45BB-9343-26192A18B6FD}" type="pres">
      <dgm:prSet presAssocID="{324870AA-9446-44ED-98C5-DCAB54EA4BBD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tom"/>
        </a:ext>
      </dgm:extLst>
    </dgm:pt>
    <dgm:pt modelId="{D96EA2A0-B861-4580-82BF-B8C080882681}" type="pres">
      <dgm:prSet presAssocID="{324870AA-9446-44ED-98C5-DCAB54EA4BBD}" presName="spaceRect" presStyleCnt="0"/>
      <dgm:spPr/>
    </dgm:pt>
    <dgm:pt modelId="{C27D00F6-115D-4A40-99A2-AED651370DB7}" type="pres">
      <dgm:prSet presAssocID="{324870AA-9446-44ED-98C5-DCAB54EA4BBD}" presName="textRect" presStyleLbl="revTx" presStyleIdx="0" presStyleCnt="4">
        <dgm:presLayoutVars>
          <dgm:chMax val="1"/>
          <dgm:chPref val="1"/>
        </dgm:presLayoutVars>
      </dgm:prSet>
      <dgm:spPr/>
    </dgm:pt>
    <dgm:pt modelId="{8CA935C3-FF1A-4ED4-AD64-C08A19B6F5B7}" type="pres">
      <dgm:prSet presAssocID="{32B7DD0B-7862-4231-B2DD-D10DBCA596AA}" presName="sibTrans" presStyleLbl="sibTrans2D1" presStyleIdx="0" presStyleCnt="0"/>
      <dgm:spPr/>
    </dgm:pt>
    <dgm:pt modelId="{C1D84638-0722-4F15-B6B7-1DBC3B4CC7CA}" type="pres">
      <dgm:prSet presAssocID="{B4342871-129A-4D91-84DC-AB5A00555A20}" presName="compNode" presStyleCnt="0"/>
      <dgm:spPr/>
    </dgm:pt>
    <dgm:pt modelId="{C9E4EFBC-49EA-4D22-A9ED-0491B7E10397}" type="pres">
      <dgm:prSet presAssocID="{B4342871-129A-4D91-84DC-AB5A00555A20}" presName="iconBgRect" presStyleLbl="bgShp" presStyleIdx="1" presStyleCnt="4"/>
      <dgm:spPr/>
    </dgm:pt>
    <dgm:pt modelId="{5D8FDAA8-CC74-4AF7-9D5B-C07508DC51C6}" type="pres">
      <dgm:prSet presAssocID="{B4342871-129A-4D91-84DC-AB5A00555A20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ter"/>
        </a:ext>
      </dgm:extLst>
    </dgm:pt>
    <dgm:pt modelId="{DFFD1FBD-946D-405A-A913-9C8205DE436F}" type="pres">
      <dgm:prSet presAssocID="{B4342871-129A-4D91-84DC-AB5A00555A20}" presName="spaceRect" presStyleCnt="0"/>
      <dgm:spPr/>
    </dgm:pt>
    <dgm:pt modelId="{13402E3F-1448-4EBA-A179-3563A87C1AF2}" type="pres">
      <dgm:prSet presAssocID="{B4342871-129A-4D91-84DC-AB5A00555A20}" presName="textRect" presStyleLbl="revTx" presStyleIdx="1" presStyleCnt="4">
        <dgm:presLayoutVars>
          <dgm:chMax val="1"/>
          <dgm:chPref val="1"/>
        </dgm:presLayoutVars>
      </dgm:prSet>
      <dgm:spPr/>
    </dgm:pt>
    <dgm:pt modelId="{31657CA2-67BF-41E5-9A6F-0B370DF728F1}" type="pres">
      <dgm:prSet presAssocID="{04741E51-0E4D-4C4A-89BE-DCDDED085C1C}" presName="sibTrans" presStyleLbl="sibTrans2D1" presStyleIdx="0" presStyleCnt="0"/>
      <dgm:spPr/>
    </dgm:pt>
    <dgm:pt modelId="{1FE021C7-B27A-401E-8613-85EA3FEFAA52}" type="pres">
      <dgm:prSet presAssocID="{0006F609-0B34-4E0E-8CC8-848C54DC6658}" presName="compNode" presStyleCnt="0"/>
      <dgm:spPr/>
    </dgm:pt>
    <dgm:pt modelId="{C339E768-5E1C-4273-8F9D-26BBF5CA8720}" type="pres">
      <dgm:prSet presAssocID="{0006F609-0B34-4E0E-8CC8-848C54DC6658}" presName="iconBgRect" presStyleLbl="bgShp" presStyleIdx="2" presStyleCnt="4"/>
      <dgm:spPr/>
    </dgm:pt>
    <dgm:pt modelId="{D15C9A13-CE87-4C2B-A3C5-B6F088004BF6}" type="pres">
      <dgm:prSet presAssocID="{0006F609-0B34-4E0E-8CC8-848C54DC6658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B44DAF09-5794-42E0-BCCB-4F93DDBDD4F8}" type="pres">
      <dgm:prSet presAssocID="{0006F609-0B34-4E0E-8CC8-848C54DC6658}" presName="spaceRect" presStyleCnt="0"/>
      <dgm:spPr/>
    </dgm:pt>
    <dgm:pt modelId="{33CDB10C-120E-47EF-9EDF-A74C114B45FF}" type="pres">
      <dgm:prSet presAssocID="{0006F609-0B34-4E0E-8CC8-848C54DC6658}" presName="textRect" presStyleLbl="revTx" presStyleIdx="2" presStyleCnt="4">
        <dgm:presLayoutVars>
          <dgm:chMax val="1"/>
          <dgm:chPref val="1"/>
        </dgm:presLayoutVars>
      </dgm:prSet>
      <dgm:spPr/>
    </dgm:pt>
    <dgm:pt modelId="{1EB44208-953F-4678-83AE-D1E5D58E84EC}" type="pres">
      <dgm:prSet presAssocID="{491E8D7F-0EC3-4BF7-8309-891C377C332F}" presName="sibTrans" presStyleLbl="sibTrans2D1" presStyleIdx="0" presStyleCnt="0"/>
      <dgm:spPr/>
    </dgm:pt>
    <dgm:pt modelId="{B4C43B34-5741-4AD5-828A-F8A9BE347856}" type="pres">
      <dgm:prSet presAssocID="{5BF2057E-585F-49A0-BAE0-AD74E9740511}" presName="compNode" presStyleCnt="0"/>
      <dgm:spPr/>
    </dgm:pt>
    <dgm:pt modelId="{DD36B6A3-A202-43A8-A17B-FB372779D310}" type="pres">
      <dgm:prSet presAssocID="{5BF2057E-585F-49A0-BAE0-AD74E9740511}" presName="iconBgRect" presStyleLbl="bgShp" presStyleIdx="3" presStyleCnt="4"/>
      <dgm:spPr/>
    </dgm:pt>
    <dgm:pt modelId="{38CCA65B-95AB-4720-824C-10A886CB2CAD}" type="pres">
      <dgm:prSet presAssocID="{5BF2057E-585F-49A0-BAE0-AD74E9740511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duous tree"/>
        </a:ext>
      </dgm:extLst>
    </dgm:pt>
    <dgm:pt modelId="{E9CBCED2-5480-42E9-BCCB-F327F3AED751}" type="pres">
      <dgm:prSet presAssocID="{5BF2057E-585F-49A0-BAE0-AD74E9740511}" presName="spaceRect" presStyleCnt="0"/>
      <dgm:spPr/>
    </dgm:pt>
    <dgm:pt modelId="{D51E0B24-35F6-44C1-9F2D-2B0E03B2A8DA}" type="pres">
      <dgm:prSet presAssocID="{5BF2057E-585F-49A0-BAE0-AD74E974051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678A10D-388C-4DB6-B552-F9BEF7216A55}" type="presOf" srcId="{5BF2057E-585F-49A0-BAE0-AD74E9740511}" destId="{D51E0B24-35F6-44C1-9F2D-2B0E03B2A8DA}" srcOrd="0" destOrd="0" presId="urn:microsoft.com/office/officeart/2018/2/layout/IconCircleList"/>
    <dgm:cxn modelId="{FCD9E30F-AD3C-4282-8146-F6EEDB8E7407}" type="presOf" srcId="{491E8D7F-0EC3-4BF7-8309-891C377C332F}" destId="{1EB44208-953F-4678-83AE-D1E5D58E84EC}" srcOrd="0" destOrd="0" presId="urn:microsoft.com/office/officeart/2018/2/layout/IconCircleList"/>
    <dgm:cxn modelId="{7B9A4024-F179-44D4-8A21-1E496CB3DBA6}" srcId="{B4B5B85C-C578-4788-8222-D60FE6D1A988}" destId="{B4342871-129A-4D91-84DC-AB5A00555A20}" srcOrd="1" destOrd="0" parTransId="{EFD6DD2D-A6B4-44E5-B328-9CAF72C35D1C}" sibTransId="{04741E51-0E4D-4C4A-89BE-DCDDED085C1C}"/>
    <dgm:cxn modelId="{03638734-E98F-4901-A4AF-72689C4ACBE4}" srcId="{B4B5B85C-C578-4788-8222-D60FE6D1A988}" destId="{324870AA-9446-44ED-98C5-DCAB54EA4BBD}" srcOrd="0" destOrd="0" parTransId="{FC554F70-0AAA-4CF0-BCC6-FC1174ADD0C5}" sibTransId="{32B7DD0B-7862-4231-B2DD-D10DBCA596AA}"/>
    <dgm:cxn modelId="{D10A0037-F631-4014-9260-AE547C47BB38}" type="presOf" srcId="{B4342871-129A-4D91-84DC-AB5A00555A20}" destId="{13402E3F-1448-4EBA-A179-3563A87C1AF2}" srcOrd="0" destOrd="0" presId="urn:microsoft.com/office/officeart/2018/2/layout/IconCircleList"/>
    <dgm:cxn modelId="{1F255A61-69F3-4254-B5ED-86066941F823}" type="presOf" srcId="{0006F609-0B34-4E0E-8CC8-848C54DC6658}" destId="{33CDB10C-120E-47EF-9EDF-A74C114B45FF}" srcOrd="0" destOrd="0" presId="urn:microsoft.com/office/officeart/2018/2/layout/IconCircleList"/>
    <dgm:cxn modelId="{5F649F83-3A57-4F68-A411-0DD634B18277}" type="presOf" srcId="{B4B5B85C-C578-4788-8222-D60FE6D1A988}" destId="{2226E5D9-B741-49F0-A4BF-BB68B754EE8D}" srcOrd="0" destOrd="0" presId="urn:microsoft.com/office/officeart/2018/2/layout/IconCircleList"/>
    <dgm:cxn modelId="{24B02B8C-3870-4EBF-9505-D8C02670D87D}" srcId="{B4B5B85C-C578-4788-8222-D60FE6D1A988}" destId="{0006F609-0B34-4E0E-8CC8-848C54DC6658}" srcOrd="2" destOrd="0" parTransId="{D6DE2375-85D2-4D82-A9CD-9749FFD31C97}" sibTransId="{491E8D7F-0EC3-4BF7-8309-891C377C332F}"/>
    <dgm:cxn modelId="{4DAC908C-98EC-4F6B-9D85-EEEE6C1FE550}" type="presOf" srcId="{32B7DD0B-7862-4231-B2DD-D10DBCA596AA}" destId="{8CA935C3-FF1A-4ED4-AD64-C08A19B6F5B7}" srcOrd="0" destOrd="0" presId="urn:microsoft.com/office/officeart/2018/2/layout/IconCircleList"/>
    <dgm:cxn modelId="{63698191-77F1-456C-A737-3E2099DDB8D6}" type="presOf" srcId="{04741E51-0E4D-4C4A-89BE-DCDDED085C1C}" destId="{31657CA2-67BF-41E5-9A6F-0B370DF728F1}" srcOrd="0" destOrd="0" presId="urn:microsoft.com/office/officeart/2018/2/layout/IconCircleList"/>
    <dgm:cxn modelId="{2AEF62B6-2E13-4211-96D5-0421A2C2073C}" type="presOf" srcId="{324870AA-9446-44ED-98C5-DCAB54EA4BBD}" destId="{C27D00F6-115D-4A40-99A2-AED651370DB7}" srcOrd="0" destOrd="0" presId="urn:microsoft.com/office/officeart/2018/2/layout/IconCircleList"/>
    <dgm:cxn modelId="{7B3192D7-2926-4EE8-A3A8-23067EB06170}" srcId="{B4B5B85C-C578-4788-8222-D60FE6D1A988}" destId="{5BF2057E-585F-49A0-BAE0-AD74E9740511}" srcOrd="3" destOrd="0" parTransId="{76CB2AE8-BCEB-4D33-8A16-91885DE867A4}" sibTransId="{53E0DA2A-CB81-4607-A6B6-4404302490C4}"/>
    <dgm:cxn modelId="{06B7CE93-F899-4BE2-8FFD-A115E41C39FA}" type="presParOf" srcId="{2226E5D9-B741-49F0-A4BF-BB68B754EE8D}" destId="{3F06CD1E-C799-4A15-8B4D-3DA7D709A25A}" srcOrd="0" destOrd="0" presId="urn:microsoft.com/office/officeart/2018/2/layout/IconCircleList"/>
    <dgm:cxn modelId="{8F716DFC-39A0-45C6-BAC8-3B2A1D579EEB}" type="presParOf" srcId="{3F06CD1E-C799-4A15-8B4D-3DA7D709A25A}" destId="{86698C84-2491-4BDF-8AAC-00DED72EA724}" srcOrd="0" destOrd="0" presId="urn:microsoft.com/office/officeart/2018/2/layout/IconCircleList"/>
    <dgm:cxn modelId="{3DE7705B-5B9F-49BE-804A-0C99AE9B8B8F}" type="presParOf" srcId="{86698C84-2491-4BDF-8AAC-00DED72EA724}" destId="{452EAA02-FAE1-46F5-86F1-2C630A9EDF89}" srcOrd="0" destOrd="0" presId="urn:microsoft.com/office/officeart/2018/2/layout/IconCircleList"/>
    <dgm:cxn modelId="{B09DCA98-8676-4779-8F42-560EBBCE7A0A}" type="presParOf" srcId="{86698C84-2491-4BDF-8AAC-00DED72EA724}" destId="{D51AC3C6-BC7B-45BB-9343-26192A18B6FD}" srcOrd="1" destOrd="0" presId="urn:microsoft.com/office/officeart/2018/2/layout/IconCircleList"/>
    <dgm:cxn modelId="{265D4DAF-1981-4250-8133-6AA053F7B66C}" type="presParOf" srcId="{86698C84-2491-4BDF-8AAC-00DED72EA724}" destId="{D96EA2A0-B861-4580-82BF-B8C080882681}" srcOrd="2" destOrd="0" presId="urn:microsoft.com/office/officeart/2018/2/layout/IconCircleList"/>
    <dgm:cxn modelId="{9CF153A6-5304-4742-A76C-C4414E81E9AA}" type="presParOf" srcId="{86698C84-2491-4BDF-8AAC-00DED72EA724}" destId="{C27D00F6-115D-4A40-99A2-AED651370DB7}" srcOrd="3" destOrd="0" presId="urn:microsoft.com/office/officeart/2018/2/layout/IconCircleList"/>
    <dgm:cxn modelId="{2B59A73B-D61C-4C82-B8D5-A5EDA9BA1B12}" type="presParOf" srcId="{3F06CD1E-C799-4A15-8B4D-3DA7D709A25A}" destId="{8CA935C3-FF1A-4ED4-AD64-C08A19B6F5B7}" srcOrd="1" destOrd="0" presId="urn:microsoft.com/office/officeart/2018/2/layout/IconCircleList"/>
    <dgm:cxn modelId="{545E925E-FBB4-49A9-AFE5-10122DDE3949}" type="presParOf" srcId="{3F06CD1E-C799-4A15-8B4D-3DA7D709A25A}" destId="{C1D84638-0722-4F15-B6B7-1DBC3B4CC7CA}" srcOrd="2" destOrd="0" presId="urn:microsoft.com/office/officeart/2018/2/layout/IconCircleList"/>
    <dgm:cxn modelId="{E5336C8A-76AB-48C7-B896-B53B02B89718}" type="presParOf" srcId="{C1D84638-0722-4F15-B6B7-1DBC3B4CC7CA}" destId="{C9E4EFBC-49EA-4D22-A9ED-0491B7E10397}" srcOrd="0" destOrd="0" presId="urn:microsoft.com/office/officeart/2018/2/layout/IconCircleList"/>
    <dgm:cxn modelId="{413D30DC-D64E-46F0-A7AC-0F2541611A1E}" type="presParOf" srcId="{C1D84638-0722-4F15-B6B7-1DBC3B4CC7CA}" destId="{5D8FDAA8-CC74-4AF7-9D5B-C07508DC51C6}" srcOrd="1" destOrd="0" presId="urn:microsoft.com/office/officeart/2018/2/layout/IconCircleList"/>
    <dgm:cxn modelId="{E81675F6-B92B-454C-BE66-31C4AF036647}" type="presParOf" srcId="{C1D84638-0722-4F15-B6B7-1DBC3B4CC7CA}" destId="{DFFD1FBD-946D-405A-A913-9C8205DE436F}" srcOrd="2" destOrd="0" presId="urn:microsoft.com/office/officeart/2018/2/layout/IconCircleList"/>
    <dgm:cxn modelId="{0652D04F-8298-43AF-A917-F6F3DD92433A}" type="presParOf" srcId="{C1D84638-0722-4F15-B6B7-1DBC3B4CC7CA}" destId="{13402E3F-1448-4EBA-A179-3563A87C1AF2}" srcOrd="3" destOrd="0" presId="urn:microsoft.com/office/officeart/2018/2/layout/IconCircleList"/>
    <dgm:cxn modelId="{79060237-9D1D-4178-BDF1-5DB7D933D8D5}" type="presParOf" srcId="{3F06CD1E-C799-4A15-8B4D-3DA7D709A25A}" destId="{31657CA2-67BF-41E5-9A6F-0B370DF728F1}" srcOrd="3" destOrd="0" presId="urn:microsoft.com/office/officeart/2018/2/layout/IconCircleList"/>
    <dgm:cxn modelId="{100B4EC8-98C8-45B8-A82C-A0D3D60CAFD3}" type="presParOf" srcId="{3F06CD1E-C799-4A15-8B4D-3DA7D709A25A}" destId="{1FE021C7-B27A-401E-8613-85EA3FEFAA52}" srcOrd="4" destOrd="0" presId="urn:microsoft.com/office/officeart/2018/2/layout/IconCircleList"/>
    <dgm:cxn modelId="{ACEE2F40-306B-48C2-AA1A-6FC51927F216}" type="presParOf" srcId="{1FE021C7-B27A-401E-8613-85EA3FEFAA52}" destId="{C339E768-5E1C-4273-8F9D-26BBF5CA8720}" srcOrd="0" destOrd="0" presId="urn:microsoft.com/office/officeart/2018/2/layout/IconCircleList"/>
    <dgm:cxn modelId="{E5B0D638-348B-450D-8488-D093ED588A4D}" type="presParOf" srcId="{1FE021C7-B27A-401E-8613-85EA3FEFAA52}" destId="{D15C9A13-CE87-4C2B-A3C5-B6F088004BF6}" srcOrd="1" destOrd="0" presId="urn:microsoft.com/office/officeart/2018/2/layout/IconCircleList"/>
    <dgm:cxn modelId="{9448212E-5FD9-485D-9CAC-C4DAA2A69ACE}" type="presParOf" srcId="{1FE021C7-B27A-401E-8613-85EA3FEFAA52}" destId="{B44DAF09-5794-42E0-BCCB-4F93DDBDD4F8}" srcOrd="2" destOrd="0" presId="urn:microsoft.com/office/officeart/2018/2/layout/IconCircleList"/>
    <dgm:cxn modelId="{3B5E2BC2-6E00-4735-A55D-D09E090B49B5}" type="presParOf" srcId="{1FE021C7-B27A-401E-8613-85EA3FEFAA52}" destId="{33CDB10C-120E-47EF-9EDF-A74C114B45FF}" srcOrd="3" destOrd="0" presId="urn:microsoft.com/office/officeart/2018/2/layout/IconCircleList"/>
    <dgm:cxn modelId="{CD8A4476-B594-44F5-A40D-019226369965}" type="presParOf" srcId="{3F06CD1E-C799-4A15-8B4D-3DA7D709A25A}" destId="{1EB44208-953F-4678-83AE-D1E5D58E84EC}" srcOrd="5" destOrd="0" presId="urn:microsoft.com/office/officeart/2018/2/layout/IconCircleList"/>
    <dgm:cxn modelId="{04356055-E5C4-4749-96D9-52ACC98EED9D}" type="presParOf" srcId="{3F06CD1E-C799-4A15-8B4D-3DA7D709A25A}" destId="{B4C43B34-5741-4AD5-828A-F8A9BE347856}" srcOrd="6" destOrd="0" presId="urn:microsoft.com/office/officeart/2018/2/layout/IconCircleList"/>
    <dgm:cxn modelId="{C82B2311-715A-4390-AE5B-8DC8FB477ECD}" type="presParOf" srcId="{B4C43B34-5741-4AD5-828A-F8A9BE347856}" destId="{DD36B6A3-A202-43A8-A17B-FB372779D310}" srcOrd="0" destOrd="0" presId="urn:microsoft.com/office/officeart/2018/2/layout/IconCircleList"/>
    <dgm:cxn modelId="{65F9C50D-049E-4864-A747-40A9AC82260A}" type="presParOf" srcId="{B4C43B34-5741-4AD5-828A-F8A9BE347856}" destId="{38CCA65B-95AB-4720-824C-10A886CB2CAD}" srcOrd="1" destOrd="0" presId="urn:microsoft.com/office/officeart/2018/2/layout/IconCircleList"/>
    <dgm:cxn modelId="{1E8FA31B-7CB4-40CD-B0F5-AF6337918D5D}" type="presParOf" srcId="{B4C43B34-5741-4AD5-828A-F8A9BE347856}" destId="{E9CBCED2-5480-42E9-BCCB-F327F3AED751}" srcOrd="2" destOrd="0" presId="urn:microsoft.com/office/officeart/2018/2/layout/IconCircleList"/>
    <dgm:cxn modelId="{C5A4E98D-666F-4801-B28B-2FED0182349F}" type="presParOf" srcId="{B4C43B34-5741-4AD5-828A-F8A9BE347856}" destId="{D51E0B24-35F6-44C1-9F2D-2B0E03B2A8DA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86907EC2-F369-49B7-A13F-A86C929BB2BC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921A6B83-4380-4D71-8F2C-BDC4F80FCF7C}">
      <dgm:prSet/>
      <dgm:spPr/>
      <dgm:t>
        <a:bodyPr/>
        <a:lstStyle/>
        <a:p>
          <a:pPr>
            <a:defRPr cap="all"/>
          </a:pPr>
          <a:r>
            <a:rPr lang="en-US"/>
            <a:t>Energy audits</a:t>
          </a:r>
        </a:p>
      </dgm:t>
    </dgm:pt>
    <dgm:pt modelId="{960C465F-5852-461E-9923-698AF630F70E}" type="parTrans" cxnId="{B397F70E-8A82-45FE-8123-C8143C69CA06}">
      <dgm:prSet/>
      <dgm:spPr/>
      <dgm:t>
        <a:bodyPr/>
        <a:lstStyle/>
        <a:p>
          <a:endParaRPr lang="en-US"/>
        </a:p>
      </dgm:t>
    </dgm:pt>
    <dgm:pt modelId="{55B3B950-0D69-41D9-9F5C-75B9767ED7C5}" type="sibTrans" cxnId="{B397F70E-8A82-45FE-8123-C8143C69CA06}">
      <dgm:prSet/>
      <dgm:spPr/>
      <dgm:t>
        <a:bodyPr/>
        <a:lstStyle/>
        <a:p>
          <a:endParaRPr lang="en-US"/>
        </a:p>
      </dgm:t>
    </dgm:pt>
    <dgm:pt modelId="{85EC6D9D-9E87-4F9C-AE48-F79BF7A55B1D}">
      <dgm:prSet/>
      <dgm:spPr/>
      <dgm:t>
        <a:bodyPr/>
        <a:lstStyle/>
        <a:p>
          <a:pPr>
            <a:defRPr cap="all"/>
          </a:pPr>
          <a:r>
            <a:rPr lang="en-US"/>
            <a:t>Leak reduction</a:t>
          </a:r>
        </a:p>
      </dgm:t>
    </dgm:pt>
    <dgm:pt modelId="{39943E33-C66B-490D-ACFE-A706F91034DD}" type="parTrans" cxnId="{4E124562-5D23-4089-8DB0-F7AB807D19B3}">
      <dgm:prSet/>
      <dgm:spPr/>
      <dgm:t>
        <a:bodyPr/>
        <a:lstStyle/>
        <a:p>
          <a:endParaRPr lang="en-US"/>
        </a:p>
      </dgm:t>
    </dgm:pt>
    <dgm:pt modelId="{6F9EFD93-EF86-4C0C-9B5C-27F606621AB2}" type="sibTrans" cxnId="{4E124562-5D23-4089-8DB0-F7AB807D19B3}">
      <dgm:prSet/>
      <dgm:spPr/>
      <dgm:t>
        <a:bodyPr/>
        <a:lstStyle/>
        <a:p>
          <a:endParaRPr lang="en-US"/>
        </a:p>
      </dgm:t>
    </dgm:pt>
    <dgm:pt modelId="{6197927C-0765-4477-A11C-C81756AC5FA6}">
      <dgm:prSet/>
      <dgm:spPr/>
      <dgm:t>
        <a:bodyPr/>
        <a:lstStyle/>
        <a:p>
          <a:pPr>
            <a:defRPr cap="all"/>
          </a:pPr>
          <a:r>
            <a:rPr lang="en-US"/>
            <a:t>Operational improvements</a:t>
          </a:r>
        </a:p>
      </dgm:t>
    </dgm:pt>
    <dgm:pt modelId="{54202F1D-C577-447A-86D3-7C2D9C0D1F43}" type="parTrans" cxnId="{A08DDD0E-91F9-43C2-ADCF-9D3E3F2B2476}">
      <dgm:prSet/>
      <dgm:spPr/>
      <dgm:t>
        <a:bodyPr/>
        <a:lstStyle/>
        <a:p>
          <a:endParaRPr lang="en-US"/>
        </a:p>
      </dgm:t>
    </dgm:pt>
    <dgm:pt modelId="{8C07043F-27AE-4047-A5A9-056EE840C3DA}" type="sibTrans" cxnId="{A08DDD0E-91F9-43C2-ADCF-9D3E3F2B2476}">
      <dgm:prSet/>
      <dgm:spPr/>
      <dgm:t>
        <a:bodyPr/>
        <a:lstStyle/>
        <a:p>
          <a:endParaRPr lang="en-US"/>
        </a:p>
      </dgm:t>
    </dgm:pt>
    <dgm:pt modelId="{038E2D8D-9FFD-4F21-8440-C6ADE2B822E1}">
      <dgm:prSet/>
      <dgm:spPr/>
      <dgm:t>
        <a:bodyPr/>
        <a:lstStyle/>
        <a:p>
          <a:pPr>
            <a:defRPr cap="all"/>
          </a:pPr>
          <a:r>
            <a:rPr lang="en-US"/>
            <a:t>Payback &lt;2 years</a:t>
          </a:r>
        </a:p>
      </dgm:t>
    </dgm:pt>
    <dgm:pt modelId="{309004C7-D831-479D-8A1B-3A18DD29A31A}" type="parTrans" cxnId="{D90A815F-6539-4D66-A602-00F3C002A9E2}">
      <dgm:prSet/>
      <dgm:spPr/>
      <dgm:t>
        <a:bodyPr/>
        <a:lstStyle/>
        <a:p>
          <a:endParaRPr lang="en-US"/>
        </a:p>
      </dgm:t>
    </dgm:pt>
    <dgm:pt modelId="{4B5F7CD6-49DB-411F-A6EF-EDB2B5F5F26A}" type="sibTrans" cxnId="{D90A815F-6539-4D66-A602-00F3C002A9E2}">
      <dgm:prSet/>
      <dgm:spPr/>
      <dgm:t>
        <a:bodyPr/>
        <a:lstStyle/>
        <a:p>
          <a:endParaRPr lang="en-US"/>
        </a:p>
      </dgm:t>
    </dgm:pt>
    <dgm:pt modelId="{AFD74BA0-CF84-4D03-BF20-70E541E94138}" type="pres">
      <dgm:prSet presAssocID="{86907EC2-F369-49B7-A13F-A86C929BB2BC}" presName="root" presStyleCnt="0">
        <dgm:presLayoutVars>
          <dgm:dir/>
          <dgm:resizeHandles val="exact"/>
        </dgm:presLayoutVars>
      </dgm:prSet>
      <dgm:spPr/>
    </dgm:pt>
    <dgm:pt modelId="{6493441D-0474-457B-82D8-B6DEFDCD8E3B}" type="pres">
      <dgm:prSet presAssocID="{921A6B83-4380-4D71-8F2C-BDC4F80FCF7C}" presName="compNode" presStyleCnt="0"/>
      <dgm:spPr/>
    </dgm:pt>
    <dgm:pt modelId="{F41A0A7D-90E1-43FF-B5E8-5E0FEA2FE522}" type="pres">
      <dgm:prSet presAssocID="{921A6B83-4380-4D71-8F2C-BDC4F80FCF7C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86A947F3-D621-4E0E-A8F1-ED92133FCEF8}" type="pres">
      <dgm:prSet presAssocID="{921A6B83-4380-4D71-8F2C-BDC4F80FCF7C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9DCC523E-EABD-4FBE-8E3C-30E69F9B63AE}" type="pres">
      <dgm:prSet presAssocID="{921A6B83-4380-4D71-8F2C-BDC4F80FCF7C}" presName="spaceRect" presStyleCnt="0"/>
      <dgm:spPr/>
    </dgm:pt>
    <dgm:pt modelId="{381DBDB4-0B13-4400-8FEA-3D61EEE41EF8}" type="pres">
      <dgm:prSet presAssocID="{921A6B83-4380-4D71-8F2C-BDC4F80FCF7C}" presName="textRect" presStyleLbl="revTx" presStyleIdx="0" presStyleCnt="4">
        <dgm:presLayoutVars>
          <dgm:chMax val="1"/>
          <dgm:chPref val="1"/>
        </dgm:presLayoutVars>
      </dgm:prSet>
      <dgm:spPr/>
    </dgm:pt>
    <dgm:pt modelId="{12C7EA10-4112-49D7-8D7C-6A28EC76377E}" type="pres">
      <dgm:prSet presAssocID="{55B3B950-0D69-41D9-9F5C-75B9767ED7C5}" presName="sibTrans" presStyleCnt="0"/>
      <dgm:spPr/>
    </dgm:pt>
    <dgm:pt modelId="{04F2B353-8046-401B-AF90-485986C672A5}" type="pres">
      <dgm:prSet presAssocID="{85EC6D9D-9E87-4F9C-AE48-F79BF7A55B1D}" presName="compNode" presStyleCnt="0"/>
      <dgm:spPr/>
    </dgm:pt>
    <dgm:pt modelId="{AA7EC724-9BA6-4B0E-BCBE-ED4211DB0709}" type="pres">
      <dgm:prSet presAssocID="{85EC6D9D-9E87-4F9C-AE48-F79BF7A55B1D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400F43E0-5805-4FEF-8090-BEB8A2959931}" type="pres">
      <dgm:prSet presAssocID="{85EC6D9D-9E87-4F9C-AE48-F79BF7A55B1D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cycle"/>
        </a:ext>
      </dgm:extLst>
    </dgm:pt>
    <dgm:pt modelId="{74AB52B3-4357-4366-9743-D451FE834826}" type="pres">
      <dgm:prSet presAssocID="{85EC6D9D-9E87-4F9C-AE48-F79BF7A55B1D}" presName="spaceRect" presStyleCnt="0"/>
      <dgm:spPr/>
    </dgm:pt>
    <dgm:pt modelId="{E4716109-0048-49E8-A41D-4463875B4E8C}" type="pres">
      <dgm:prSet presAssocID="{85EC6D9D-9E87-4F9C-AE48-F79BF7A55B1D}" presName="textRect" presStyleLbl="revTx" presStyleIdx="1" presStyleCnt="4">
        <dgm:presLayoutVars>
          <dgm:chMax val="1"/>
          <dgm:chPref val="1"/>
        </dgm:presLayoutVars>
      </dgm:prSet>
      <dgm:spPr/>
    </dgm:pt>
    <dgm:pt modelId="{806612F8-8C40-45FE-A275-E45D85D3C3DF}" type="pres">
      <dgm:prSet presAssocID="{6F9EFD93-EF86-4C0C-9B5C-27F606621AB2}" presName="sibTrans" presStyleCnt="0"/>
      <dgm:spPr/>
    </dgm:pt>
    <dgm:pt modelId="{47CB0CBA-2FF6-4430-880E-324E4A8E776F}" type="pres">
      <dgm:prSet presAssocID="{6197927C-0765-4477-A11C-C81756AC5FA6}" presName="compNode" presStyleCnt="0"/>
      <dgm:spPr/>
    </dgm:pt>
    <dgm:pt modelId="{38F93A53-012E-42F1-A3A2-31758474F525}" type="pres">
      <dgm:prSet presAssocID="{6197927C-0765-4477-A11C-C81756AC5FA6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352102D0-46D3-4FE7-9B4E-768F5FF53BFF}" type="pres">
      <dgm:prSet presAssocID="{6197927C-0765-4477-A11C-C81756AC5FA6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5D3CB1EF-2295-478E-BA60-4A93E5F76D1A}" type="pres">
      <dgm:prSet presAssocID="{6197927C-0765-4477-A11C-C81756AC5FA6}" presName="spaceRect" presStyleCnt="0"/>
      <dgm:spPr/>
    </dgm:pt>
    <dgm:pt modelId="{9334128F-74F1-4977-AEC4-A369CEA5B256}" type="pres">
      <dgm:prSet presAssocID="{6197927C-0765-4477-A11C-C81756AC5FA6}" presName="textRect" presStyleLbl="revTx" presStyleIdx="2" presStyleCnt="4">
        <dgm:presLayoutVars>
          <dgm:chMax val="1"/>
          <dgm:chPref val="1"/>
        </dgm:presLayoutVars>
      </dgm:prSet>
      <dgm:spPr/>
    </dgm:pt>
    <dgm:pt modelId="{9F963911-578D-4DEF-AA95-B6D04D55BDD5}" type="pres">
      <dgm:prSet presAssocID="{8C07043F-27AE-4047-A5A9-056EE840C3DA}" presName="sibTrans" presStyleCnt="0"/>
      <dgm:spPr/>
    </dgm:pt>
    <dgm:pt modelId="{8616E1C2-739F-4C78-8E68-39E958172999}" type="pres">
      <dgm:prSet presAssocID="{038E2D8D-9FFD-4F21-8440-C6ADE2B822E1}" presName="compNode" presStyleCnt="0"/>
      <dgm:spPr/>
    </dgm:pt>
    <dgm:pt modelId="{93411839-AC7F-49B4-B91E-C945F391A5C1}" type="pres">
      <dgm:prSet presAssocID="{038E2D8D-9FFD-4F21-8440-C6ADE2B822E1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9AEF4D6D-FE39-4DB6-92CE-B7B55687D60E}" type="pres">
      <dgm:prSet presAssocID="{038E2D8D-9FFD-4F21-8440-C6ADE2B822E1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2DA8F260-F2EB-4FDC-8985-7112C4C2339E}" type="pres">
      <dgm:prSet presAssocID="{038E2D8D-9FFD-4F21-8440-C6ADE2B822E1}" presName="spaceRect" presStyleCnt="0"/>
      <dgm:spPr/>
    </dgm:pt>
    <dgm:pt modelId="{FCCF0AFD-C862-4D30-A74A-813980085E02}" type="pres">
      <dgm:prSet presAssocID="{038E2D8D-9FFD-4F21-8440-C6ADE2B822E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B464902-26CB-40A5-BD7E-2D86D387C9BD}" type="presOf" srcId="{85EC6D9D-9E87-4F9C-AE48-F79BF7A55B1D}" destId="{E4716109-0048-49E8-A41D-4463875B4E8C}" srcOrd="0" destOrd="0" presId="urn:microsoft.com/office/officeart/2018/5/layout/IconLeafLabelList"/>
    <dgm:cxn modelId="{A08DDD0E-91F9-43C2-ADCF-9D3E3F2B2476}" srcId="{86907EC2-F369-49B7-A13F-A86C929BB2BC}" destId="{6197927C-0765-4477-A11C-C81756AC5FA6}" srcOrd="2" destOrd="0" parTransId="{54202F1D-C577-447A-86D3-7C2D9C0D1F43}" sibTransId="{8C07043F-27AE-4047-A5A9-056EE840C3DA}"/>
    <dgm:cxn modelId="{B397F70E-8A82-45FE-8123-C8143C69CA06}" srcId="{86907EC2-F369-49B7-A13F-A86C929BB2BC}" destId="{921A6B83-4380-4D71-8F2C-BDC4F80FCF7C}" srcOrd="0" destOrd="0" parTransId="{960C465F-5852-461E-9923-698AF630F70E}" sibTransId="{55B3B950-0D69-41D9-9F5C-75B9767ED7C5}"/>
    <dgm:cxn modelId="{43FBCB10-90BF-4548-BE68-AE30C77FC1CC}" type="presOf" srcId="{6197927C-0765-4477-A11C-C81756AC5FA6}" destId="{9334128F-74F1-4977-AEC4-A369CEA5B256}" srcOrd="0" destOrd="0" presId="urn:microsoft.com/office/officeart/2018/5/layout/IconLeafLabelList"/>
    <dgm:cxn modelId="{D90A815F-6539-4D66-A602-00F3C002A9E2}" srcId="{86907EC2-F369-49B7-A13F-A86C929BB2BC}" destId="{038E2D8D-9FFD-4F21-8440-C6ADE2B822E1}" srcOrd="3" destOrd="0" parTransId="{309004C7-D831-479D-8A1B-3A18DD29A31A}" sibTransId="{4B5F7CD6-49DB-411F-A6EF-EDB2B5F5F26A}"/>
    <dgm:cxn modelId="{A44B8160-36FC-4198-8412-A92404C423E9}" type="presOf" srcId="{038E2D8D-9FFD-4F21-8440-C6ADE2B822E1}" destId="{FCCF0AFD-C862-4D30-A74A-813980085E02}" srcOrd="0" destOrd="0" presId="urn:microsoft.com/office/officeart/2018/5/layout/IconLeafLabelList"/>
    <dgm:cxn modelId="{4E124562-5D23-4089-8DB0-F7AB807D19B3}" srcId="{86907EC2-F369-49B7-A13F-A86C929BB2BC}" destId="{85EC6D9D-9E87-4F9C-AE48-F79BF7A55B1D}" srcOrd="1" destOrd="0" parTransId="{39943E33-C66B-490D-ACFE-A706F91034DD}" sibTransId="{6F9EFD93-EF86-4C0C-9B5C-27F606621AB2}"/>
    <dgm:cxn modelId="{E8837E48-144E-4EF0-BBCD-72A4FE83709B}" type="presOf" srcId="{86907EC2-F369-49B7-A13F-A86C929BB2BC}" destId="{AFD74BA0-CF84-4D03-BF20-70E541E94138}" srcOrd="0" destOrd="0" presId="urn:microsoft.com/office/officeart/2018/5/layout/IconLeafLabelList"/>
    <dgm:cxn modelId="{CFADE879-F43F-441A-B71A-A0D34027CEA6}" type="presOf" srcId="{921A6B83-4380-4D71-8F2C-BDC4F80FCF7C}" destId="{381DBDB4-0B13-4400-8FEA-3D61EEE41EF8}" srcOrd="0" destOrd="0" presId="urn:microsoft.com/office/officeart/2018/5/layout/IconLeafLabelList"/>
    <dgm:cxn modelId="{FD8EEC8F-6150-4F0E-8A86-8576C0A6F7D3}" type="presParOf" srcId="{AFD74BA0-CF84-4D03-BF20-70E541E94138}" destId="{6493441D-0474-457B-82D8-B6DEFDCD8E3B}" srcOrd="0" destOrd="0" presId="urn:microsoft.com/office/officeart/2018/5/layout/IconLeafLabelList"/>
    <dgm:cxn modelId="{2F6EB65F-2F11-46D4-BECA-4CC0B2B76CDD}" type="presParOf" srcId="{6493441D-0474-457B-82D8-B6DEFDCD8E3B}" destId="{F41A0A7D-90E1-43FF-B5E8-5E0FEA2FE522}" srcOrd="0" destOrd="0" presId="urn:microsoft.com/office/officeart/2018/5/layout/IconLeafLabelList"/>
    <dgm:cxn modelId="{8B5F077A-4CCD-4CF4-9AD1-610262FC4429}" type="presParOf" srcId="{6493441D-0474-457B-82D8-B6DEFDCD8E3B}" destId="{86A947F3-D621-4E0E-A8F1-ED92133FCEF8}" srcOrd="1" destOrd="0" presId="urn:microsoft.com/office/officeart/2018/5/layout/IconLeafLabelList"/>
    <dgm:cxn modelId="{36131EE3-184D-499A-9BF2-B07A01569046}" type="presParOf" srcId="{6493441D-0474-457B-82D8-B6DEFDCD8E3B}" destId="{9DCC523E-EABD-4FBE-8E3C-30E69F9B63AE}" srcOrd="2" destOrd="0" presId="urn:microsoft.com/office/officeart/2018/5/layout/IconLeafLabelList"/>
    <dgm:cxn modelId="{B9D90996-43FB-4086-BFB4-CA906FD4A3CE}" type="presParOf" srcId="{6493441D-0474-457B-82D8-B6DEFDCD8E3B}" destId="{381DBDB4-0B13-4400-8FEA-3D61EEE41EF8}" srcOrd="3" destOrd="0" presId="urn:microsoft.com/office/officeart/2018/5/layout/IconLeafLabelList"/>
    <dgm:cxn modelId="{77E00FE2-0CDC-45DD-8E22-875BE344295A}" type="presParOf" srcId="{AFD74BA0-CF84-4D03-BF20-70E541E94138}" destId="{12C7EA10-4112-49D7-8D7C-6A28EC76377E}" srcOrd="1" destOrd="0" presId="urn:microsoft.com/office/officeart/2018/5/layout/IconLeafLabelList"/>
    <dgm:cxn modelId="{97125203-00A2-4466-BACA-E7EC31254BC0}" type="presParOf" srcId="{AFD74BA0-CF84-4D03-BF20-70E541E94138}" destId="{04F2B353-8046-401B-AF90-485986C672A5}" srcOrd="2" destOrd="0" presId="urn:microsoft.com/office/officeart/2018/5/layout/IconLeafLabelList"/>
    <dgm:cxn modelId="{AD4B68A8-F5E1-4140-8930-B27CCADE218E}" type="presParOf" srcId="{04F2B353-8046-401B-AF90-485986C672A5}" destId="{AA7EC724-9BA6-4B0E-BCBE-ED4211DB0709}" srcOrd="0" destOrd="0" presId="urn:microsoft.com/office/officeart/2018/5/layout/IconLeafLabelList"/>
    <dgm:cxn modelId="{64B3212E-5514-4DE4-B548-6641C4D06128}" type="presParOf" srcId="{04F2B353-8046-401B-AF90-485986C672A5}" destId="{400F43E0-5805-4FEF-8090-BEB8A2959931}" srcOrd="1" destOrd="0" presId="urn:microsoft.com/office/officeart/2018/5/layout/IconLeafLabelList"/>
    <dgm:cxn modelId="{CC0FABD0-46E4-469C-BC27-213B79C199E0}" type="presParOf" srcId="{04F2B353-8046-401B-AF90-485986C672A5}" destId="{74AB52B3-4357-4366-9743-D451FE834826}" srcOrd="2" destOrd="0" presId="urn:microsoft.com/office/officeart/2018/5/layout/IconLeafLabelList"/>
    <dgm:cxn modelId="{221F0051-01BB-40BB-9A7D-5E5751AD5FC9}" type="presParOf" srcId="{04F2B353-8046-401B-AF90-485986C672A5}" destId="{E4716109-0048-49E8-A41D-4463875B4E8C}" srcOrd="3" destOrd="0" presId="urn:microsoft.com/office/officeart/2018/5/layout/IconLeafLabelList"/>
    <dgm:cxn modelId="{EE888804-35FC-4C21-BB64-BD1CE5530FDD}" type="presParOf" srcId="{AFD74BA0-CF84-4D03-BF20-70E541E94138}" destId="{806612F8-8C40-45FE-A275-E45D85D3C3DF}" srcOrd="3" destOrd="0" presId="urn:microsoft.com/office/officeart/2018/5/layout/IconLeafLabelList"/>
    <dgm:cxn modelId="{01D974AA-5294-49F4-B2FF-0BB541B71F9E}" type="presParOf" srcId="{AFD74BA0-CF84-4D03-BF20-70E541E94138}" destId="{47CB0CBA-2FF6-4430-880E-324E4A8E776F}" srcOrd="4" destOrd="0" presId="urn:microsoft.com/office/officeart/2018/5/layout/IconLeafLabelList"/>
    <dgm:cxn modelId="{F2DE63E4-8E6D-45EF-8945-BCD8BE454B49}" type="presParOf" srcId="{47CB0CBA-2FF6-4430-880E-324E4A8E776F}" destId="{38F93A53-012E-42F1-A3A2-31758474F525}" srcOrd="0" destOrd="0" presId="urn:microsoft.com/office/officeart/2018/5/layout/IconLeafLabelList"/>
    <dgm:cxn modelId="{0AE46651-2975-4D9C-9EA8-83C076FD7A4F}" type="presParOf" srcId="{47CB0CBA-2FF6-4430-880E-324E4A8E776F}" destId="{352102D0-46D3-4FE7-9B4E-768F5FF53BFF}" srcOrd="1" destOrd="0" presId="urn:microsoft.com/office/officeart/2018/5/layout/IconLeafLabelList"/>
    <dgm:cxn modelId="{4E859DF5-4994-4257-A257-6285F8C493F3}" type="presParOf" srcId="{47CB0CBA-2FF6-4430-880E-324E4A8E776F}" destId="{5D3CB1EF-2295-478E-BA60-4A93E5F76D1A}" srcOrd="2" destOrd="0" presId="urn:microsoft.com/office/officeart/2018/5/layout/IconLeafLabelList"/>
    <dgm:cxn modelId="{7E94A1BD-17C8-4078-8754-D8CDAA1A9232}" type="presParOf" srcId="{47CB0CBA-2FF6-4430-880E-324E4A8E776F}" destId="{9334128F-74F1-4977-AEC4-A369CEA5B256}" srcOrd="3" destOrd="0" presId="urn:microsoft.com/office/officeart/2018/5/layout/IconLeafLabelList"/>
    <dgm:cxn modelId="{4831D795-EEDD-41B9-A1B5-4F691FD3191E}" type="presParOf" srcId="{AFD74BA0-CF84-4D03-BF20-70E541E94138}" destId="{9F963911-578D-4DEF-AA95-B6D04D55BDD5}" srcOrd="5" destOrd="0" presId="urn:microsoft.com/office/officeart/2018/5/layout/IconLeafLabelList"/>
    <dgm:cxn modelId="{B907CF04-44F0-46CB-A2B0-9CCF1637DB45}" type="presParOf" srcId="{AFD74BA0-CF84-4D03-BF20-70E541E94138}" destId="{8616E1C2-739F-4C78-8E68-39E958172999}" srcOrd="6" destOrd="0" presId="urn:microsoft.com/office/officeart/2018/5/layout/IconLeafLabelList"/>
    <dgm:cxn modelId="{5B02134A-224E-4121-B7F5-D198DD02E053}" type="presParOf" srcId="{8616E1C2-739F-4C78-8E68-39E958172999}" destId="{93411839-AC7F-49B4-B91E-C945F391A5C1}" srcOrd="0" destOrd="0" presId="urn:microsoft.com/office/officeart/2018/5/layout/IconLeafLabelList"/>
    <dgm:cxn modelId="{D2EA4D9A-C00F-4E5F-85C3-998AE9257A87}" type="presParOf" srcId="{8616E1C2-739F-4C78-8E68-39E958172999}" destId="{9AEF4D6D-FE39-4DB6-92CE-B7B55687D60E}" srcOrd="1" destOrd="0" presId="urn:microsoft.com/office/officeart/2018/5/layout/IconLeafLabelList"/>
    <dgm:cxn modelId="{3180E347-D829-481D-83A4-782AA2693CB4}" type="presParOf" srcId="{8616E1C2-739F-4C78-8E68-39E958172999}" destId="{2DA8F260-F2EB-4FDC-8985-7112C4C2339E}" srcOrd="2" destOrd="0" presId="urn:microsoft.com/office/officeart/2018/5/layout/IconLeafLabelList"/>
    <dgm:cxn modelId="{F8CE9932-7C07-4F3F-BC20-CC0E61EBAD51}" type="presParOf" srcId="{8616E1C2-739F-4C78-8E68-39E958172999}" destId="{FCCF0AFD-C862-4D30-A74A-813980085E02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3A5FAFD7-FD13-47D6-95FE-1D5703DEBF7E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2F66C371-E406-42B9-B2A5-C3BFE9A98135}">
      <dgm:prSet/>
      <dgm:spPr/>
      <dgm:t>
        <a:bodyPr/>
        <a:lstStyle/>
        <a:p>
          <a:pPr>
            <a:defRPr cap="all"/>
          </a:pPr>
          <a:r>
            <a:rPr lang="en-US"/>
            <a:t>Solar integration</a:t>
          </a:r>
        </a:p>
      </dgm:t>
    </dgm:pt>
    <dgm:pt modelId="{10D927DD-A568-4C57-A008-C88361F4841E}" type="parTrans" cxnId="{2194C297-888C-47EA-B081-86DFC9AED2A8}">
      <dgm:prSet/>
      <dgm:spPr/>
      <dgm:t>
        <a:bodyPr/>
        <a:lstStyle/>
        <a:p>
          <a:endParaRPr lang="en-US"/>
        </a:p>
      </dgm:t>
    </dgm:pt>
    <dgm:pt modelId="{6665F3D8-91EC-4438-A252-FABD52B8D3C5}" type="sibTrans" cxnId="{2194C297-888C-47EA-B081-86DFC9AED2A8}">
      <dgm:prSet/>
      <dgm:spPr/>
      <dgm:t>
        <a:bodyPr/>
        <a:lstStyle/>
        <a:p>
          <a:endParaRPr lang="en-US"/>
        </a:p>
      </dgm:t>
    </dgm:pt>
    <dgm:pt modelId="{BC8F9889-338A-42AB-ACD4-32D08B55AB52}">
      <dgm:prSet/>
      <dgm:spPr/>
      <dgm:t>
        <a:bodyPr/>
        <a:lstStyle/>
        <a:p>
          <a:pPr>
            <a:defRPr cap="all"/>
          </a:pPr>
          <a:r>
            <a:rPr lang="en-US"/>
            <a:t>Advanced membranes</a:t>
          </a:r>
        </a:p>
      </dgm:t>
    </dgm:pt>
    <dgm:pt modelId="{536093BB-5354-42F5-9074-22D5A5FEE971}" type="parTrans" cxnId="{6A9F74B7-EFA9-43F4-80C0-85B29B210B40}">
      <dgm:prSet/>
      <dgm:spPr/>
      <dgm:t>
        <a:bodyPr/>
        <a:lstStyle/>
        <a:p>
          <a:endParaRPr lang="en-US"/>
        </a:p>
      </dgm:t>
    </dgm:pt>
    <dgm:pt modelId="{81FD1256-8C9B-4B63-9AA7-B73679C2533D}" type="sibTrans" cxnId="{6A9F74B7-EFA9-43F4-80C0-85B29B210B40}">
      <dgm:prSet/>
      <dgm:spPr/>
      <dgm:t>
        <a:bodyPr/>
        <a:lstStyle/>
        <a:p>
          <a:endParaRPr lang="en-US"/>
        </a:p>
      </dgm:t>
    </dgm:pt>
    <dgm:pt modelId="{335F5212-1FC6-446F-A264-F0ADB22CDE04}">
      <dgm:prSet/>
      <dgm:spPr/>
      <dgm:t>
        <a:bodyPr/>
        <a:lstStyle/>
        <a:p>
          <a:pPr>
            <a:defRPr cap="all"/>
          </a:pPr>
          <a:r>
            <a:rPr lang="en-US"/>
            <a:t>System integration</a:t>
          </a:r>
        </a:p>
      </dgm:t>
    </dgm:pt>
    <dgm:pt modelId="{6FCE6F15-B121-4516-9246-26E0C0D3ED4D}" type="parTrans" cxnId="{F9A5549D-53BF-4025-B659-08FF01F6207B}">
      <dgm:prSet/>
      <dgm:spPr/>
      <dgm:t>
        <a:bodyPr/>
        <a:lstStyle/>
        <a:p>
          <a:endParaRPr lang="en-US"/>
        </a:p>
      </dgm:t>
    </dgm:pt>
    <dgm:pt modelId="{F12035EB-41CC-4D89-8379-E26606729D8D}" type="sibTrans" cxnId="{F9A5549D-53BF-4025-B659-08FF01F6207B}">
      <dgm:prSet/>
      <dgm:spPr/>
      <dgm:t>
        <a:bodyPr/>
        <a:lstStyle/>
        <a:p>
          <a:endParaRPr lang="en-US"/>
        </a:p>
      </dgm:t>
    </dgm:pt>
    <dgm:pt modelId="{BC3BC23D-576C-4A36-9B20-42FEA382934F}">
      <dgm:prSet/>
      <dgm:spPr/>
      <dgm:t>
        <a:bodyPr/>
        <a:lstStyle/>
        <a:p>
          <a:pPr>
            <a:defRPr cap="all"/>
          </a:pPr>
          <a:r>
            <a:rPr lang="en-US"/>
            <a:t>Digital monitoring</a:t>
          </a:r>
        </a:p>
      </dgm:t>
    </dgm:pt>
    <dgm:pt modelId="{8A492E08-4C4C-4C4D-8752-3CEA88A884ED}" type="parTrans" cxnId="{BA56C56C-08AA-4627-BC12-5C615B6A70B4}">
      <dgm:prSet/>
      <dgm:spPr/>
      <dgm:t>
        <a:bodyPr/>
        <a:lstStyle/>
        <a:p>
          <a:endParaRPr lang="en-US"/>
        </a:p>
      </dgm:t>
    </dgm:pt>
    <dgm:pt modelId="{58335130-1F47-46CD-AA2D-3B19EC9A1B1A}" type="sibTrans" cxnId="{BA56C56C-08AA-4627-BC12-5C615B6A70B4}">
      <dgm:prSet/>
      <dgm:spPr/>
      <dgm:t>
        <a:bodyPr/>
        <a:lstStyle/>
        <a:p>
          <a:endParaRPr lang="en-US"/>
        </a:p>
      </dgm:t>
    </dgm:pt>
    <dgm:pt modelId="{34BDBB04-2C84-41A3-A90A-039DFA51477F}" type="pres">
      <dgm:prSet presAssocID="{3A5FAFD7-FD13-47D6-95FE-1D5703DEBF7E}" presName="root" presStyleCnt="0">
        <dgm:presLayoutVars>
          <dgm:dir/>
          <dgm:resizeHandles val="exact"/>
        </dgm:presLayoutVars>
      </dgm:prSet>
      <dgm:spPr/>
    </dgm:pt>
    <dgm:pt modelId="{521013C3-921E-4B2B-99B8-41942C6FD488}" type="pres">
      <dgm:prSet presAssocID="{2F66C371-E406-42B9-B2A5-C3BFE9A98135}" presName="compNode" presStyleCnt="0"/>
      <dgm:spPr/>
    </dgm:pt>
    <dgm:pt modelId="{1C89853B-B52E-4622-932E-E31D672495F2}" type="pres">
      <dgm:prSet presAssocID="{2F66C371-E406-42B9-B2A5-C3BFE9A98135}" presName="iconBgRect" presStyleLbl="bgShp" presStyleIdx="0" presStyleCnt="4"/>
      <dgm:spPr/>
    </dgm:pt>
    <dgm:pt modelId="{7E038E70-118C-4BE5-B0A8-76E8BAEB6FE0}" type="pres">
      <dgm:prSet presAssocID="{2F66C371-E406-42B9-B2A5-C3BFE9A98135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n"/>
        </a:ext>
      </dgm:extLst>
    </dgm:pt>
    <dgm:pt modelId="{0D1B1743-262F-4420-B9F5-AE2FF63750A3}" type="pres">
      <dgm:prSet presAssocID="{2F66C371-E406-42B9-B2A5-C3BFE9A98135}" presName="spaceRect" presStyleCnt="0"/>
      <dgm:spPr/>
    </dgm:pt>
    <dgm:pt modelId="{B0BFCFD7-9F21-48FF-89CE-4B6851542F65}" type="pres">
      <dgm:prSet presAssocID="{2F66C371-E406-42B9-B2A5-C3BFE9A98135}" presName="textRect" presStyleLbl="revTx" presStyleIdx="0" presStyleCnt="4">
        <dgm:presLayoutVars>
          <dgm:chMax val="1"/>
          <dgm:chPref val="1"/>
        </dgm:presLayoutVars>
      </dgm:prSet>
      <dgm:spPr/>
    </dgm:pt>
    <dgm:pt modelId="{44E04D77-8C71-4EDB-8E31-3DFC30F35E2A}" type="pres">
      <dgm:prSet presAssocID="{6665F3D8-91EC-4438-A252-FABD52B8D3C5}" presName="sibTrans" presStyleCnt="0"/>
      <dgm:spPr/>
    </dgm:pt>
    <dgm:pt modelId="{11378ACF-03E1-4D02-BDD1-27642777A8C1}" type="pres">
      <dgm:prSet presAssocID="{BC8F9889-338A-42AB-ACD4-32D08B55AB52}" presName="compNode" presStyleCnt="0"/>
      <dgm:spPr/>
    </dgm:pt>
    <dgm:pt modelId="{112B739B-C9E7-4412-B29F-FCB37C88354C}" type="pres">
      <dgm:prSet presAssocID="{BC8F9889-338A-42AB-ACD4-32D08B55AB52}" presName="iconBgRect" presStyleLbl="bgShp" presStyleIdx="1" presStyleCnt="4"/>
      <dgm:spPr/>
    </dgm:pt>
    <dgm:pt modelId="{A5BB6BE9-219E-4DEB-A4AC-D53CC1382A60}" type="pres">
      <dgm:prSet presAssocID="{BC8F9889-338A-42AB-ACD4-32D08B55AB52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6DBAA2D3-71F4-4E6F-A33B-8178F3EB6890}" type="pres">
      <dgm:prSet presAssocID="{BC8F9889-338A-42AB-ACD4-32D08B55AB52}" presName="spaceRect" presStyleCnt="0"/>
      <dgm:spPr/>
    </dgm:pt>
    <dgm:pt modelId="{8516D8DD-C4E9-46F1-AE04-AF0C651C0B20}" type="pres">
      <dgm:prSet presAssocID="{BC8F9889-338A-42AB-ACD4-32D08B55AB52}" presName="textRect" presStyleLbl="revTx" presStyleIdx="1" presStyleCnt="4">
        <dgm:presLayoutVars>
          <dgm:chMax val="1"/>
          <dgm:chPref val="1"/>
        </dgm:presLayoutVars>
      </dgm:prSet>
      <dgm:spPr/>
    </dgm:pt>
    <dgm:pt modelId="{5B555DEF-849B-4601-888B-513E54633F94}" type="pres">
      <dgm:prSet presAssocID="{81FD1256-8C9B-4B63-9AA7-B73679C2533D}" presName="sibTrans" presStyleCnt="0"/>
      <dgm:spPr/>
    </dgm:pt>
    <dgm:pt modelId="{DF189674-D6E1-4AF1-B27E-91E13043F0BF}" type="pres">
      <dgm:prSet presAssocID="{335F5212-1FC6-446F-A264-F0ADB22CDE04}" presName="compNode" presStyleCnt="0"/>
      <dgm:spPr/>
    </dgm:pt>
    <dgm:pt modelId="{F965CACE-07A1-4279-9F1F-51CAE64DAB96}" type="pres">
      <dgm:prSet presAssocID="{335F5212-1FC6-446F-A264-F0ADB22CDE04}" presName="iconBgRect" presStyleLbl="bgShp" presStyleIdx="2" presStyleCnt="4"/>
      <dgm:spPr/>
    </dgm:pt>
    <dgm:pt modelId="{6AA1419A-3EC6-4248-BB46-7A1B751D1ED4}" type="pres">
      <dgm:prSet presAssocID="{335F5212-1FC6-446F-A264-F0ADB22CDE04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FA465ED7-36FD-4BE1-A902-FF79A02E7A78}" type="pres">
      <dgm:prSet presAssocID="{335F5212-1FC6-446F-A264-F0ADB22CDE04}" presName="spaceRect" presStyleCnt="0"/>
      <dgm:spPr/>
    </dgm:pt>
    <dgm:pt modelId="{CFC1662B-83C3-4BA7-BAA9-8EA24A0EBDD9}" type="pres">
      <dgm:prSet presAssocID="{335F5212-1FC6-446F-A264-F0ADB22CDE04}" presName="textRect" presStyleLbl="revTx" presStyleIdx="2" presStyleCnt="4">
        <dgm:presLayoutVars>
          <dgm:chMax val="1"/>
          <dgm:chPref val="1"/>
        </dgm:presLayoutVars>
      </dgm:prSet>
      <dgm:spPr/>
    </dgm:pt>
    <dgm:pt modelId="{083118EF-72AF-4DF6-BF10-C354FF27D176}" type="pres">
      <dgm:prSet presAssocID="{F12035EB-41CC-4D89-8379-E26606729D8D}" presName="sibTrans" presStyleCnt="0"/>
      <dgm:spPr/>
    </dgm:pt>
    <dgm:pt modelId="{0C81B68F-7B62-446B-9283-A6CD94198AED}" type="pres">
      <dgm:prSet presAssocID="{BC3BC23D-576C-4A36-9B20-42FEA382934F}" presName="compNode" presStyleCnt="0"/>
      <dgm:spPr/>
    </dgm:pt>
    <dgm:pt modelId="{E1784380-4E99-4685-B486-959F7A32754C}" type="pres">
      <dgm:prSet presAssocID="{BC3BC23D-576C-4A36-9B20-42FEA382934F}" presName="iconBgRect" presStyleLbl="bgShp" presStyleIdx="3" presStyleCnt="4"/>
      <dgm:spPr/>
    </dgm:pt>
    <dgm:pt modelId="{259F0F28-79E8-4148-8D58-8E37BA813120}" type="pres">
      <dgm:prSet presAssocID="{BC3BC23D-576C-4A36-9B20-42FEA382934F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DA42E71B-07BA-4104-8A17-C08A86D9EFEE}" type="pres">
      <dgm:prSet presAssocID="{BC3BC23D-576C-4A36-9B20-42FEA382934F}" presName="spaceRect" presStyleCnt="0"/>
      <dgm:spPr/>
    </dgm:pt>
    <dgm:pt modelId="{5DA0D329-C343-4EB1-91BC-5708473D5C0F}" type="pres">
      <dgm:prSet presAssocID="{BC3BC23D-576C-4A36-9B20-42FEA382934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46F6BD00-1928-4EB0-B02B-21DBC0F189A6}" type="presOf" srcId="{3A5FAFD7-FD13-47D6-95FE-1D5703DEBF7E}" destId="{34BDBB04-2C84-41A3-A90A-039DFA51477F}" srcOrd="0" destOrd="0" presId="urn:microsoft.com/office/officeart/2018/5/layout/IconCircleLabelList"/>
    <dgm:cxn modelId="{AE855D1B-7A19-416E-B140-B4CA447D8E09}" type="presOf" srcId="{335F5212-1FC6-446F-A264-F0ADB22CDE04}" destId="{CFC1662B-83C3-4BA7-BAA9-8EA24A0EBDD9}" srcOrd="0" destOrd="0" presId="urn:microsoft.com/office/officeart/2018/5/layout/IconCircleLabelList"/>
    <dgm:cxn modelId="{E3A59037-A095-4FFE-ABFD-1FB7E603F692}" type="presOf" srcId="{BC3BC23D-576C-4A36-9B20-42FEA382934F}" destId="{5DA0D329-C343-4EB1-91BC-5708473D5C0F}" srcOrd="0" destOrd="0" presId="urn:microsoft.com/office/officeart/2018/5/layout/IconCircleLabelList"/>
    <dgm:cxn modelId="{BA56C56C-08AA-4627-BC12-5C615B6A70B4}" srcId="{3A5FAFD7-FD13-47D6-95FE-1D5703DEBF7E}" destId="{BC3BC23D-576C-4A36-9B20-42FEA382934F}" srcOrd="3" destOrd="0" parTransId="{8A492E08-4C4C-4C4D-8752-3CEA88A884ED}" sibTransId="{58335130-1F47-46CD-AA2D-3B19EC9A1B1A}"/>
    <dgm:cxn modelId="{2194C297-888C-47EA-B081-86DFC9AED2A8}" srcId="{3A5FAFD7-FD13-47D6-95FE-1D5703DEBF7E}" destId="{2F66C371-E406-42B9-B2A5-C3BFE9A98135}" srcOrd="0" destOrd="0" parTransId="{10D927DD-A568-4C57-A008-C88361F4841E}" sibTransId="{6665F3D8-91EC-4438-A252-FABD52B8D3C5}"/>
    <dgm:cxn modelId="{F9A5549D-53BF-4025-B659-08FF01F6207B}" srcId="{3A5FAFD7-FD13-47D6-95FE-1D5703DEBF7E}" destId="{335F5212-1FC6-446F-A264-F0ADB22CDE04}" srcOrd="2" destOrd="0" parTransId="{6FCE6F15-B121-4516-9246-26E0C0D3ED4D}" sibTransId="{F12035EB-41CC-4D89-8379-E26606729D8D}"/>
    <dgm:cxn modelId="{6A9F74B7-EFA9-43F4-80C0-85B29B210B40}" srcId="{3A5FAFD7-FD13-47D6-95FE-1D5703DEBF7E}" destId="{BC8F9889-338A-42AB-ACD4-32D08B55AB52}" srcOrd="1" destOrd="0" parTransId="{536093BB-5354-42F5-9074-22D5A5FEE971}" sibTransId="{81FD1256-8C9B-4B63-9AA7-B73679C2533D}"/>
    <dgm:cxn modelId="{CFB207D3-3771-4321-829B-9E2354873F61}" type="presOf" srcId="{2F66C371-E406-42B9-B2A5-C3BFE9A98135}" destId="{B0BFCFD7-9F21-48FF-89CE-4B6851542F65}" srcOrd="0" destOrd="0" presId="urn:microsoft.com/office/officeart/2018/5/layout/IconCircleLabelList"/>
    <dgm:cxn modelId="{451DD2D8-0AA9-46D0-AB1C-0EF8DAB7781A}" type="presOf" srcId="{BC8F9889-338A-42AB-ACD4-32D08B55AB52}" destId="{8516D8DD-C4E9-46F1-AE04-AF0C651C0B20}" srcOrd="0" destOrd="0" presId="urn:microsoft.com/office/officeart/2018/5/layout/IconCircleLabelList"/>
    <dgm:cxn modelId="{AB929EB3-83BF-4718-95B3-6656FA61B717}" type="presParOf" srcId="{34BDBB04-2C84-41A3-A90A-039DFA51477F}" destId="{521013C3-921E-4B2B-99B8-41942C6FD488}" srcOrd="0" destOrd="0" presId="urn:microsoft.com/office/officeart/2018/5/layout/IconCircleLabelList"/>
    <dgm:cxn modelId="{AAE44A73-7A9A-4643-99A7-05F01DAEBDB9}" type="presParOf" srcId="{521013C3-921E-4B2B-99B8-41942C6FD488}" destId="{1C89853B-B52E-4622-932E-E31D672495F2}" srcOrd="0" destOrd="0" presId="urn:microsoft.com/office/officeart/2018/5/layout/IconCircleLabelList"/>
    <dgm:cxn modelId="{2E282868-8B8B-433F-843A-4FFC35D9517C}" type="presParOf" srcId="{521013C3-921E-4B2B-99B8-41942C6FD488}" destId="{7E038E70-118C-4BE5-B0A8-76E8BAEB6FE0}" srcOrd="1" destOrd="0" presId="urn:microsoft.com/office/officeart/2018/5/layout/IconCircleLabelList"/>
    <dgm:cxn modelId="{CEBED875-D302-42F2-AAD9-454197C4506B}" type="presParOf" srcId="{521013C3-921E-4B2B-99B8-41942C6FD488}" destId="{0D1B1743-262F-4420-B9F5-AE2FF63750A3}" srcOrd="2" destOrd="0" presId="urn:microsoft.com/office/officeart/2018/5/layout/IconCircleLabelList"/>
    <dgm:cxn modelId="{9A67AFDB-7990-4A2B-A513-0E1E9BA49B10}" type="presParOf" srcId="{521013C3-921E-4B2B-99B8-41942C6FD488}" destId="{B0BFCFD7-9F21-48FF-89CE-4B6851542F65}" srcOrd="3" destOrd="0" presId="urn:microsoft.com/office/officeart/2018/5/layout/IconCircleLabelList"/>
    <dgm:cxn modelId="{998F5E28-5206-4BB8-982E-5BF05849C953}" type="presParOf" srcId="{34BDBB04-2C84-41A3-A90A-039DFA51477F}" destId="{44E04D77-8C71-4EDB-8E31-3DFC30F35E2A}" srcOrd="1" destOrd="0" presId="urn:microsoft.com/office/officeart/2018/5/layout/IconCircleLabelList"/>
    <dgm:cxn modelId="{53E358DC-4BA6-43E2-B118-8341825E832D}" type="presParOf" srcId="{34BDBB04-2C84-41A3-A90A-039DFA51477F}" destId="{11378ACF-03E1-4D02-BDD1-27642777A8C1}" srcOrd="2" destOrd="0" presId="urn:microsoft.com/office/officeart/2018/5/layout/IconCircleLabelList"/>
    <dgm:cxn modelId="{AC45D6AD-D03B-4CAF-8388-D0335EFDA35B}" type="presParOf" srcId="{11378ACF-03E1-4D02-BDD1-27642777A8C1}" destId="{112B739B-C9E7-4412-B29F-FCB37C88354C}" srcOrd="0" destOrd="0" presId="urn:microsoft.com/office/officeart/2018/5/layout/IconCircleLabelList"/>
    <dgm:cxn modelId="{0B5B4DF8-7F21-4258-9944-F9E02845EAFD}" type="presParOf" srcId="{11378ACF-03E1-4D02-BDD1-27642777A8C1}" destId="{A5BB6BE9-219E-4DEB-A4AC-D53CC1382A60}" srcOrd="1" destOrd="0" presId="urn:microsoft.com/office/officeart/2018/5/layout/IconCircleLabelList"/>
    <dgm:cxn modelId="{D968BD85-AB65-4D1F-8035-D97A9E0532B2}" type="presParOf" srcId="{11378ACF-03E1-4D02-BDD1-27642777A8C1}" destId="{6DBAA2D3-71F4-4E6F-A33B-8178F3EB6890}" srcOrd="2" destOrd="0" presId="urn:microsoft.com/office/officeart/2018/5/layout/IconCircleLabelList"/>
    <dgm:cxn modelId="{0702430F-80BD-4FB5-8187-4C1FF2FDDC33}" type="presParOf" srcId="{11378ACF-03E1-4D02-BDD1-27642777A8C1}" destId="{8516D8DD-C4E9-46F1-AE04-AF0C651C0B20}" srcOrd="3" destOrd="0" presId="urn:microsoft.com/office/officeart/2018/5/layout/IconCircleLabelList"/>
    <dgm:cxn modelId="{434217C1-819C-4503-80B6-77C26E0BD24D}" type="presParOf" srcId="{34BDBB04-2C84-41A3-A90A-039DFA51477F}" destId="{5B555DEF-849B-4601-888B-513E54633F94}" srcOrd="3" destOrd="0" presId="urn:microsoft.com/office/officeart/2018/5/layout/IconCircleLabelList"/>
    <dgm:cxn modelId="{20595E16-6DB4-45FB-9EB2-E74DBE398517}" type="presParOf" srcId="{34BDBB04-2C84-41A3-A90A-039DFA51477F}" destId="{DF189674-D6E1-4AF1-B27E-91E13043F0BF}" srcOrd="4" destOrd="0" presId="urn:microsoft.com/office/officeart/2018/5/layout/IconCircleLabelList"/>
    <dgm:cxn modelId="{B908DFFD-0A3A-408E-A4EF-405E30082539}" type="presParOf" srcId="{DF189674-D6E1-4AF1-B27E-91E13043F0BF}" destId="{F965CACE-07A1-4279-9F1F-51CAE64DAB96}" srcOrd="0" destOrd="0" presId="urn:microsoft.com/office/officeart/2018/5/layout/IconCircleLabelList"/>
    <dgm:cxn modelId="{DA534E6B-9FAA-447A-8FD3-9F4D04DBFE8C}" type="presParOf" srcId="{DF189674-D6E1-4AF1-B27E-91E13043F0BF}" destId="{6AA1419A-3EC6-4248-BB46-7A1B751D1ED4}" srcOrd="1" destOrd="0" presId="urn:microsoft.com/office/officeart/2018/5/layout/IconCircleLabelList"/>
    <dgm:cxn modelId="{1FDC895D-78F1-4039-BA89-0DC2E2424F0E}" type="presParOf" srcId="{DF189674-D6E1-4AF1-B27E-91E13043F0BF}" destId="{FA465ED7-36FD-4BE1-A902-FF79A02E7A78}" srcOrd="2" destOrd="0" presId="urn:microsoft.com/office/officeart/2018/5/layout/IconCircleLabelList"/>
    <dgm:cxn modelId="{FD813F61-FAFC-4A05-AA06-875873B345A1}" type="presParOf" srcId="{DF189674-D6E1-4AF1-B27E-91E13043F0BF}" destId="{CFC1662B-83C3-4BA7-BAA9-8EA24A0EBDD9}" srcOrd="3" destOrd="0" presId="urn:microsoft.com/office/officeart/2018/5/layout/IconCircleLabelList"/>
    <dgm:cxn modelId="{DE461E5B-20D4-4007-B279-3F85C80DB287}" type="presParOf" srcId="{34BDBB04-2C84-41A3-A90A-039DFA51477F}" destId="{083118EF-72AF-4DF6-BF10-C354FF27D176}" srcOrd="5" destOrd="0" presId="urn:microsoft.com/office/officeart/2018/5/layout/IconCircleLabelList"/>
    <dgm:cxn modelId="{D30A05F2-4187-4FC4-86EE-FE0A2877A5E1}" type="presParOf" srcId="{34BDBB04-2C84-41A3-A90A-039DFA51477F}" destId="{0C81B68F-7B62-446B-9283-A6CD94198AED}" srcOrd="6" destOrd="0" presId="urn:microsoft.com/office/officeart/2018/5/layout/IconCircleLabelList"/>
    <dgm:cxn modelId="{5F44DA90-6FC7-4AAD-B37C-303320468CED}" type="presParOf" srcId="{0C81B68F-7B62-446B-9283-A6CD94198AED}" destId="{E1784380-4E99-4685-B486-959F7A32754C}" srcOrd="0" destOrd="0" presId="urn:microsoft.com/office/officeart/2018/5/layout/IconCircleLabelList"/>
    <dgm:cxn modelId="{DD8AA8D4-9C63-4D51-A0FC-45F9D35A4D43}" type="presParOf" srcId="{0C81B68F-7B62-446B-9283-A6CD94198AED}" destId="{259F0F28-79E8-4148-8D58-8E37BA813120}" srcOrd="1" destOrd="0" presId="urn:microsoft.com/office/officeart/2018/5/layout/IconCircleLabelList"/>
    <dgm:cxn modelId="{9B1AA6D3-73D4-4963-9AFF-1406B037CDB4}" type="presParOf" srcId="{0C81B68F-7B62-446B-9283-A6CD94198AED}" destId="{DA42E71B-07BA-4104-8A17-C08A86D9EFEE}" srcOrd="2" destOrd="0" presId="urn:microsoft.com/office/officeart/2018/5/layout/IconCircleLabelList"/>
    <dgm:cxn modelId="{81820D5D-7A4E-4E58-A5E4-AF9165CAAD0A}" type="presParOf" srcId="{0C81B68F-7B62-446B-9283-A6CD94198AED}" destId="{5DA0D329-C343-4EB1-91BC-5708473D5C0F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C6B0FA71-8F0D-4B1D-930F-7FD167EB68B3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CF3844B-1557-4C20-95C9-5216A448F1E9}">
      <dgm:prSet/>
      <dgm:spPr/>
      <dgm:t>
        <a:bodyPr/>
        <a:lstStyle/>
        <a:p>
          <a:r>
            <a:rPr lang="en-US"/>
            <a:t>OPEX reduction 20–40%</a:t>
          </a:r>
        </a:p>
      </dgm:t>
    </dgm:pt>
    <dgm:pt modelId="{F92AF54A-1229-4271-90A3-DC0BF81670F4}" type="parTrans" cxnId="{B38B53BE-82F4-4F4E-A2B3-4D2999CFC2F3}">
      <dgm:prSet/>
      <dgm:spPr/>
      <dgm:t>
        <a:bodyPr/>
        <a:lstStyle/>
        <a:p>
          <a:endParaRPr lang="en-US"/>
        </a:p>
      </dgm:t>
    </dgm:pt>
    <dgm:pt modelId="{DE5FB4E8-59EE-4554-99B8-CDEA1627F48A}" type="sibTrans" cxnId="{B38B53BE-82F4-4F4E-A2B3-4D2999CFC2F3}">
      <dgm:prSet/>
      <dgm:spPr/>
      <dgm:t>
        <a:bodyPr/>
        <a:lstStyle/>
        <a:p>
          <a:endParaRPr lang="en-US"/>
        </a:p>
      </dgm:t>
    </dgm:pt>
    <dgm:pt modelId="{A3046438-E0D7-4013-B9EB-6DB8C3688260}">
      <dgm:prSet/>
      <dgm:spPr/>
      <dgm:t>
        <a:bodyPr/>
        <a:lstStyle/>
        <a:p>
          <a:r>
            <a:rPr lang="en-US"/>
            <a:t>Yield increase 10–30%</a:t>
          </a:r>
        </a:p>
      </dgm:t>
    </dgm:pt>
    <dgm:pt modelId="{971CEFCC-20E5-46F5-A791-C72F62A872CB}" type="parTrans" cxnId="{E17893A1-290E-4FE0-B9A1-124F94EEF1BC}">
      <dgm:prSet/>
      <dgm:spPr/>
      <dgm:t>
        <a:bodyPr/>
        <a:lstStyle/>
        <a:p>
          <a:endParaRPr lang="en-US"/>
        </a:p>
      </dgm:t>
    </dgm:pt>
    <dgm:pt modelId="{002B2210-3127-4C12-9C4A-71FB5987832A}" type="sibTrans" cxnId="{E17893A1-290E-4FE0-B9A1-124F94EEF1BC}">
      <dgm:prSet/>
      <dgm:spPr/>
      <dgm:t>
        <a:bodyPr/>
        <a:lstStyle/>
        <a:p>
          <a:endParaRPr lang="en-US"/>
        </a:p>
      </dgm:t>
    </dgm:pt>
    <dgm:pt modelId="{AC1179C0-8DE9-4459-89C5-84092101D0B2}">
      <dgm:prSet/>
      <dgm:spPr/>
      <dgm:t>
        <a:bodyPr/>
        <a:lstStyle/>
        <a:p>
          <a:r>
            <a:rPr lang="en-US"/>
            <a:t>Revenue diversification</a:t>
          </a:r>
        </a:p>
      </dgm:t>
    </dgm:pt>
    <dgm:pt modelId="{28AADF5C-D67D-4F65-8945-E1E3428F60EB}" type="parTrans" cxnId="{D0F384C9-88DF-4CA8-8DF5-6BEAB8F31D65}">
      <dgm:prSet/>
      <dgm:spPr/>
      <dgm:t>
        <a:bodyPr/>
        <a:lstStyle/>
        <a:p>
          <a:endParaRPr lang="en-US"/>
        </a:p>
      </dgm:t>
    </dgm:pt>
    <dgm:pt modelId="{BB038688-7198-4F27-A93A-B58113908EAA}" type="sibTrans" cxnId="{D0F384C9-88DF-4CA8-8DF5-6BEAB8F31D65}">
      <dgm:prSet/>
      <dgm:spPr/>
      <dgm:t>
        <a:bodyPr/>
        <a:lstStyle/>
        <a:p>
          <a:endParaRPr lang="en-US"/>
        </a:p>
      </dgm:t>
    </dgm:pt>
    <dgm:pt modelId="{9A778C86-5C90-47FF-AF27-9FDF16F4F41F}">
      <dgm:prSet/>
      <dgm:spPr/>
      <dgm:t>
        <a:bodyPr/>
        <a:lstStyle/>
        <a:p>
          <a:r>
            <a:rPr lang="en-US"/>
            <a:t>Improved profitability</a:t>
          </a:r>
        </a:p>
      </dgm:t>
    </dgm:pt>
    <dgm:pt modelId="{546E0BB8-AE3D-41F1-AB59-073A84BF368B}" type="parTrans" cxnId="{A3D65762-7651-4F8F-AA8E-27AFC0FA316D}">
      <dgm:prSet/>
      <dgm:spPr/>
      <dgm:t>
        <a:bodyPr/>
        <a:lstStyle/>
        <a:p>
          <a:endParaRPr lang="en-US"/>
        </a:p>
      </dgm:t>
    </dgm:pt>
    <dgm:pt modelId="{59C114DD-C374-46F3-9370-4B1E668A1022}" type="sibTrans" cxnId="{A3D65762-7651-4F8F-AA8E-27AFC0FA316D}">
      <dgm:prSet/>
      <dgm:spPr/>
      <dgm:t>
        <a:bodyPr/>
        <a:lstStyle/>
        <a:p>
          <a:endParaRPr lang="en-US"/>
        </a:p>
      </dgm:t>
    </dgm:pt>
    <dgm:pt modelId="{80F30530-2F6F-406B-AC1E-A2B618474EF0}" type="pres">
      <dgm:prSet presAssocID="{C6B0FA71-8F0D-4B1D-930F-7FD167EB68B3}" presName="linear" presStyleCnt="0">
        <dgm:presLayoutVars>
          <dgm:dir/>
          <dgm:animLvl val="lvl"/>
          <dgm:resizeHandles val="exact"/>
        </dgm:presLayoutVars>
      </dgm:prSet>
      <dgm:spPr/>
    </dgm:pt>
    <dgm:pt modelId="{54E6A4FC-6F5E-40A8-98BB-172359178942}" type="pres">
      <dgm:prSet presAssocID="{1CF3844B-1557-4C20-95C9-5216A448F1E9}" presName="parentLin" presStyleCnt="0"/>
      <dgm:spPr/>
    </dgm:pt>
    <dgm:pt modelId="{7479EA1D-4D8D-43ED-98C9-1BC183B854EA}" type="pres">
      <dgm:prSet presAssocID="{1CF3844B-1557-4C20-95C9-5216A448F1E9}" presName="parentLeftMargin" presStyleLbl="node1" presStyleIdx="0" presStyleCnt="4"/>
      <dgm:spPr/>
    </dgm:pt>
    <dgm:pt modelId="{5F50FBA4-87CC-4F54-A520-4EEAAE333BA0}" type="pres">
      <dgm:prSet presAssocID="{1CF3844B-1557-4C20-95C9-5216A448F1E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7C84B20D-CC25-41C0-9E0C-C631687A0D04}" type="pres">
      <dgm:prSet presAssocID="{1CF3844B-1557-4C20-95C9-5216A448F1E9}" presName="negativeSpace" presStyleCnt="0"/>
      <dgm:spPr/>
    </dgm:pt>
    <dgm:pt modelId="{308247A5-3E81-4355-9F2A-988B86204199}" type="pres">
      <dgm:prSet presAssocID="{1CF3844B-1557-4C20-95C9-5216A448F1E9}" presName="childText" presStyleLbl="conFgAcc1" presStyleIdx="0" presStyleCnt="4">
        <dgm:presLayoutVars>
          <dgm:bulletEnabled val="1"/>
        </dgm:presLayoutVars>
      </dgm:prSet>
      <dgm:spPr/>
    </dgm:pt>
    <dgm:pt modelId="{6B6E06A5-C1AD-4279-927B-3E0F7F7B95B5}" type="pres">
      <dgm:prSet presAssocID="{DE5FB4E8-59EE-4554-99B8-CDEA1627F48A}" presName="spaceBetweenRectangles" presStyleCnt="0"/>
      <dgm:spPr/>
    </dgm:pt>
    <dgm:pt modelId="{C7DF8710-C142-4A26-B52F-22AD9D3A43EF}" type="pres">
      <dgm:prSet presAssocID="{A3046438-E0D7-4013-B9EB-6DB8C3688260}" presName="parentLin" presStyleCnt="0"/>
      <dgm:spPr/>
    </dgm:pt>
    <dgm:pt modelId="{7BC5CABF-BD9F-45B2-9462-2F9F67385362}" type="pres">
      <dgm:prSet presAssocID="{A3046438-E0D7-4013-B9EB-6DB8C3688260}" presName="parentLeftMargin" presStyleLbl="node1" presStyleIdx="0" presStyleCnt="4"/>
      <dgm:spPr/>
    </dgm:pt>
    <dgm:pt modelId="{45FBE748-4FCD-48FC-AB76-48903F4BF885}" type="pres">
      <dgm:prSet presAssocID="{A3046438-E0D7-4013-B9EB-6DB8C368826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DB784DF6-AB78-4D8B-A697-80CDFE1B7F5F}" type="pres">
      <dgm:prSet presAssocID="{A3046438-E0D7-4013-B9EB-6DB8C3688260}" presName="negativeSpace" presStyleCnt="0"/>
      <dgm:spPr/>
    </dgm:pt>
    <dgm:pt modelId="{0B7D6818-D75B-4000-AEFC-CAD9FCDA4A74}" type="pres">
      <dgm:prSet presAssocID="{A3046438-E0D7-4013-B9EB-6DB8C3688260}" presName="childText" presStyleLbl="conFgAcc1" presStyleIdx="1" presStyleCnt="4">
        <dgm:presLayoutVars>
          <dgm:bulletEnabled val="1"/>
        </dgm:presLayoutVars>
      </dgm:prSet>
      <dgm:spPr/>
    </dgm:pt>
    <dgm:pt modelId="{F9E17C51-4FB9-4C4E-8276-2F6DFB268641}" type="pres">
      <dgm:prSet presAssocID="{002B2210-3127-4C12-9C4A-71FB5987832A}" presName="spaceBetweenRectangles" presStyleCnt="0"/>
      <dgm:spPr/>
    </dgm:pt>
    <dgm:pt modelId="{945FE204-504F-4817-AD73-6F84FE74EAFC}" type="pres">
      <dgm:prSet presAssocID="{AC1179C0-8DE9-4459-89C5-84092101D0B2}" presName="parentLin" presStyleCnt="0"/>
      <dgm:spPr/>
    </dgm:pt>
    <dgm:pt modelId="{9F23A1FC-C5EB-4B8D-9A93-82DACE733DC2}" type="pres">
      <dgm:prSet presAssocID="{AC1179C0-8DE9-4459-89C5-84092101D0B2}" presName="parentLeftMargin" presStyleLbl="node1" presStyleIdx="1" presStyleCnt="4"/>
      <dgm:spPr/>
    </dgm:pt>
    <dgm:pt modelId="{081DEFCF-299C-41A3-8255-675053E95F24}" type="pres">
      <dgm:prSet presAssocID="{AC1179C0-8DE9-4459-89C5-84092101D0B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40EAEFA-A7A6-474A-AEF1-45871E6FC3E5}" type="pres">
      <dgm:prSet presAssocID="{AC1179C0-8DE9-4459-89C5-84092101D0B2}" presName="negativeSpace" presStyleCnt="0"/>
      <dgm:spPr/>
    </dgm:pt>
    <dgm:pt modelId="{1171AF84-ADF5-45B3-BF1D-2770F2133966}" type="pres">
      <dgm:prSet presAssocID="{AC1179C0-8DE9-4459-89C5-84092101D0B2}" presName="childText" presStyleLbl="conFgAcc1" presStyleIdx="2" presStyleCnt="4">
        <dgm:presLayoutVars>
          <dgm:bulletEnabled val="1"/>
        </dgm:presLayoutVars>
      </dgm:prSet>
      <dgm:spPr/>
    </dgm:pt>
    <dgm:pt modelId="{EFB1FA0E-6B19-4BBE-BCFC-EB8CA5C944CD}" type="pres">
      <dgm:prSet presAssocID="{BB038688-7198-4F27-A93A-B58113908EAA}" presName="spaceBetweenRectangles" presStyleCnt="0"/>
      <dgm:spPr/>
    </dgm:pt>
    <dgm:pt modelId="{07DF424A-1005-402F-A392-75F47CC02EB8}" type="pres">
      <dgm:prSet presAssocID="{9A778C86-5C90-47FF-AF27-9FDF16F4F41F}" presName="parentLin" presStyleCnt="0"/>
      <dgm:spPr/>
    </dgm:pt>
    <dgm:pt modelId="{53F83B6D-293F-4601-B4D8-006540B54691}" type="pres">
      <dgm:prSet presAssocID="{9A778C86-5C90-47FF-AF27-9FDF16F4F41F}" presName="parentLeftMargin" presStyleLbl="node1" presStyleIdx="2" presStyleCnt="4"/>
      <dgm:spPr/>
    </dgm:pt>
    <dgm:pt modelId="{907AF04F-8FD5-4CD7-985F-7A339404F219}" type="pres">
      <dgm:prSet presAssocID="{9A778C86-5C90-47FF-AF27-9FDF16F4F41F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82E472D1-6EC5-4E99-AB5B-CC7EA4242020}" type="pres">
      <dgm:prSet presAssocID="{9A778C86-5C90-47FF-AF27-9FDF16F4F41F}" presName="negativeSpace" presStyleCnt="0"/>
      <dgm:spPr/>
    </dgm:pt>
    <dgm:pt modelId="{183E7F66-4105-4A8D-A589-B985C4D1D667}" type="pres">
      <dgm:prSet presAssocID="{9A778C86-5C90-47FF-AF27-9FDF16F4F41F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7E5A1925-5D85-40E6-9107-4AD13D473344}" type="presOf" srcId="{A3046438-E0D7-4013-B9EB-6DB8C3688260}" destId="{45FBE748-4FCD-48FC-AB76-48903F4BF885}" srcOrd="1" destOrd="0" presId="urn:microsoft.com/office/officeart/2005/8/layout/list1"/>
    <dgm:cxn modelId="{D7B70A5D-F6FF-415A-84F1-69B8CBB4FBA8}" type="presOf" srcId="{1CF3844B-1557-4C20-95C9-5216A448F1E9}" destId="{7479EA1D-4D8D-43ED-98C9-1BC183B854EA}" srcOrd="0" destOrd="0" presId="urn:microsoft.com/office/officeart/2005/8/layout/list1"/>
    <dgm:cxn modelId="{A3D65762-7651-4F8F-AA8E-27AFC0FA316D}" srcId="{C6B0FA71-8F0D-4B1D-930F-7FD167EB68B3}" destId="{9A778C86-5C90-47FF-AF27-9FDF16F4F41F}" srcOrd="3" destOrd="0" parTransId="{546E0BB8-AE3D-41F1-AB59-073A84BF368B}" sibTransId="{59C114DD-C374-46F3-9370-4B1E668A1022}"/>
    <dgm:cxn modelId="{A0F3C262-087D-4CFF-9DC3-2D5A38884A7A}" type="presOf" srcId="{9A778C86-5C90-47FF-AF27-9FDF16F4F41F}" destId="{907AF04F-8FD5-4CD7-985F-7A339404F219}" srcOrd="1" destOrd="0" presId="urn:microsoft.com/office/officeart/2005/8/layout/list1"/>
    <dgm:cxn modelId="{67739348-6C9D-442A-8F15-683425BB9F8A}" type="presOf" srcId="{AC1179C0-8DE9-4459-89C5-84092101D0B2}" destId="{9F23A1FC-C5EB-4B8D-9A93-82DACE733DC2}" srcOrd="0" destOrd="0" presId="urn:microsoft.com/office/officeart/2005/8/layout/list1"/>
    <dgm:cxn modelId="{8E119568-613E-43D9-A156-C2980F381809}" type="presOf" srcId="{C6B0FA71-8F0D-4B1D-930F-7FD167EB68B3}" destId="{80F30530-2F6F-406B-AC1E-A2B618474EF0}" srcOrd="0" destOrd="0" presId="urn:microsoft.com/office/officeart/2005/8/layout/list1"/>
    <dgm:cxn modelId="{2EC99987-8F27-4E73-AFEF-6CC5161C99EA}" type="presOf" srcId="{A3046438-E0D7-4013-B9EB-6DB8C3688260}" destId="{7BC5CABF-BD9F-45B2-9462-2F9F67385362}" srcOrd="0" destOrd="0" presId="urn:microsoft.com/office/officeart/2005/8/layout/list1"/>
    <dgm:cxn modelId="{E17893A1-290E-4FE0-B9A1-124F94EEF1BC}" srcId="{C6B0FA71-8F0D-4B1D-930F-7FD167EB68B3}" destId="{A3046438-E0D7-4013-B9EB-6DB8C3688260}" srcOrd="1" destOrd="0" parTransId="{971CEFCC-20E5-46F5-A791-C72F62A872CB}" sibTransId="{002B2210-3127-4C12-9C4A-71FB5987832A}"/>
    <dgm:cxn modelId="{4AD75BBC-4D08-4B3C-9D75-3AEAAB2B6B26}" type="presOf" srcId="{1CF3844B-1557-4C20-95C9-5216A448F1E9}" destId="{5F50FBA4-87CC-4F54-A520-4EEAAE333BA0}" srcOrd="1" destOrd="0" presId="urn:microsoft.com/office/officeart/2005/8/layout/list1"/>
    <dgm:cxn modelId="{B38B53BE-82F4-4F4E-A2B3-4D2999CFC2F3}" srcId="{C6B0FA71-8F0D-4B1D-930F-7FD167EB68B3}" destId="{1CF3844B-1557-4C20-95C9-5216A448F1E9}" srcOrd="0" destOrd="0" parTransId="{F92AF54A-1229-4271-90A3-DC0BF81670F4}" sibTransId="{DE5FB4E8-59EE-4554-99B8-CDEA1627F48A}"/>
    <dgm:cxn modelId="{D0F384C9-88DF-4CA8-8DF5-6BEAB8F31D65}" srcId="{C6B0FA71-8F0D-4B1D-930F-7FD167EB68B3}" destId="{AC1179C0-8DE9-4459-89C5-84092101D0B2}" srcOrd="2" destOrd="0" parTransId="{28AADF5C-D67D-4F65-8945-E1E3428F60EB}" sibTransId="{BB038688-7198-4F27-A93A-B58113908EAA}"/>
    <dgm:cxn modelId="{24D538E7-7FE5-4348-A88C-B7157F48A188}" type="presOf" srcId="{9A778C86-5C90-47FF-AF27-9FDF16F4F41F}" destId="{53F83B6D-293F-4601-B4D8-006540B54691}" srcOrd="0" destOrd="0" presId="urn:microsoft.com/office/officeart/2005/8/layout/list1"/>
    <dgm:cxn modelId="{59C0A4E7-860C-4281-9A63-AC07E214B2B1}" type="presOf" srcId="{AC1179C0-8DE9-4459-89C5-84092101D0B2}" destId="{081DEFCF-299C-41A3-8255-675053E95F24}" srcOrd="1" destOrd="0" presId="urn:microsoft.com/office/officeart/2005/8/layout/list1"/>
    <dgm:cxn modelId="{4CEBEFF8-7350-4599-9A4D-32120DABFC5E}" type="presParOf" srcId="{80F30530-2F6F-406B-AC1E-A2B618474EF0}" destId="{54E6A4FC-6F5E-40A8-98BB-172359178942}" srcOrd="0" destOrd="0" presId="urn:microsoft.com/office/officeart/2005/8/layout/list1"/>
    <dgm:cxn modelId="{FA2BECBF-B914-4F36-AD39-1E79908F5CDA}" type="presParOf" srcId="{54E6A4FC-6F5E-40A8-98BB-172359178942}" destId="{7479EA1D-4D8D-43ED-98C9-1BC183B854EA}" srcOrd="0" destOrd="0" presId="urn:microsoft.com/office/officeart/2005/8/layout/list1"/>
    <dgm:cxn modelId="{73AA0A8D-30D2-4E85-81DA-BEAACD47880E}" type="presParOf" srcId="{54E6A4FC-6F5E-40A8-98BB-172359178942}" destId="{5F50FBA4-87CC-4F54-A520-4EEAAE333BA0}" srcOrd="1" destOrd="0" presId="urn:microsoft.com/office/officeart/2005/8/layout/list1"/>
    <dgm:cxn modelId="{2142F227-FD2E-4476-9B59-5D2B7AA581F9}" type="presParOf" srcId="{80F30530-2F6F-406B-AC1E-A2B618474EF0}" destId="{7C84B20D-CC25-41C0-9E0C-C631687A0D04}" srcOrd="1" destOrd="0" presId="urn:microsoft.com/office/officeart/2005/8/layout/list1"/>
    <dgm:cxn modelId="{7FCBC5EF-9658-42E1-96CB-421C9405D260}" type="presParOf" srcId="{80F30530-2F6F-406B-AC1E-A2B618474EF0}" destId="{308247A5-3E81-4355-9F2A-988B86204199}" srcOrd="2" destOrd="0" presId="urn:microsoft.com/office/officeart/2005/8/layout/list1"/>
    <dgm:cxn modelId="{390A55FA-6D73-4C72-8DA6-BDEAA0DCACF8}" type="presParOf" srcId="{80F30530-2F6F-406B-AC1E-A2B618474EF0}" destId="{6B6E06A5-C1AD-4279-927B-3E0F7F7B95B5}" srcOrd="3" destOrd="0" presId="urn:microsoft.com/office/officeart/2005/8/layout/list1"/>
    <dgm:cxn modelId="{2A2E3E3C-6FC9-4459-88BD-9448AE22BEBE}" type="presParOf" srcId="{80F30530-2F6F-406B-AC1E-A2B618474EF0}" destId="{C7DF8710-C142-4A26-B52F-22AD9D3A43EF}" srcOrd="4" destOrd="0" presId="urn:microsoft.com/office/officeart/2005/8/layout/list1"/>
    <dgm:cxn modelId="{509C2A52-83E7-4674-828B-549BF17D7597}" type="presParOf" srcId="{C7DF8710-C142-4A26-B52F-22AD9D3A43EF}" destId="{7BC5CABF-BD9F-45B2-9462-2F9F67385362}" srcOrd="0" destOrd="0" presId="urn:microsoft.com/office/officeart/2005/8/layout/list1"/>
    <dgm:cxn modelId="{05A062A6-B5BD-4A8B-A50B-10BE6EC9A72D}" type="presParOf" srcId="{C7DF8710-C142-4A26-B52F-22AD9D3A43EF}" destId="{45FBE748-4FCD-48FC-AB76-48903F4BF885}" srcOrd="1" destOrd="0" presId="urn:microsoft.com/office/officeart/2005/8/layout/list1"/>
    <dgm:cxn modelId="{251216D9-C007-4AD0-AC1B-6B83C07D95E0}" type="presParOf" srcId="{80F30530-2F6F-406B-AC1E-A2B618474EF0}" destId="{DB784DF6-AB78-4D8B-A697-80CDFE1B7F5F}" srcOrd="5" destOrd="0" presId="urn:microsoft.com/office/officeart/2005/8/layout/list1"/>
    <dgm:cxn modelId="{463EA013-8E77-4D2D-AC75-C0D3E8A76870}" type="presParOf" srcId="{80F30530-2F6F-406B-AC1E-A2B618474EF0}" destId="{0B7D6818-D75B-4000-AEFC-CAD9FCDA4A74}" srcOrd="6" destOrd="0" presId="urn:microsoft.com/office/officeart/2005/8/layout/list1"/>
    <dgm:cxn modelId="{DAE02F43-EB93-4851-BA7E-BD37EADF7B1A}" type="presParOf" srcId="{80F30530-2F6F-406B-AC1E-A2B618474EF0}" destId="{F9E17C51-4FB9-4C4E-8276-2F6DFB268641}" srcOrd="7" destOrd="0" presId="urn:microsoft.com/office/officeart/2005/8/layout/list1"/>
    <dgm:cxn modelId="{DF856611-03B3-4D12-82C0-D72EAEAA3FDC}" type="presParOf" srcId="{80F30530-2F6F-406B-AC1E-A2B618474EF0}" destId="{945FE204-504F-4817-AD73-6F84FE74EAFC}" srcOrd="8" destOrd="0" presId="urn:microsoft.com/office/officeart/2005/8/layout/list1"/>
    <dgm:cxn modelId="{29577D2E-2752-4739-8679-CE46383A386B}" type="presParOf" srcId="{945FE204-504F-4817-AD73-6F84FE74EAFC}" destId="{9F23A1FC-C5EB-4B8D-9A93-82DACE733DC2}" srcOrd="0" destOrd="0" presId="urn:microsoft.com/office/officeart/2005/8/layout/list1"/>
    <dgm:cxn modelId="{2E4CD996-8490-4506-ABCD-33F3A14C86D5}" type="presParOf" srcId="{945FE204-504F-4817-AD73-6F84FE74EAFC}" destId="{081DEFCF-299C-41A3-8255-675053E95F24}" srcOrd="1" destOrd="0" presId="urn:microsoft.com/office/officeart/2005/8/layout/list1"/>
    <dgm:cxn modelId="{32CDBACB-82E7-4BF2-8611-97B9ABDEFCDE}" type="presParOf" srcId="{80F30530-2F6F-406B-AC1E-A2B618474EF0}" destId="{B40EAEFA-A7A6-474A-AEF1-45871E6FC3E5}" srcOrd="9" destOrd="0" presId="urn:microsoft.com/office/officeart/2005/8/layout/list1"/>
    <dgm:cxn modelId="{EF8C3332-5549-483A-8ADF-AE622757322C}" type="presParOf" srcId="{80F30530-2F6F-406B-AC1E-A2B618474EF0}" destId="{1171AF84-ADF5-45B3-BF1D-2770F2133966}" srcOrd="10" destOrd="0" presId="urn:microsoft.com/office/officeart/2005/8/layout/list1"/>
    <dgm:cxn modelId="{C287C255-F67F-4B94-B71B-55DD1170FF90}" type="presParOf" srcId="{80F30530-2F6F-406B-AC1E-A2B618474EF0}" destId="{EFB1FA0E-6B19-4BBE-BCFC-EB8CA5C944CD}" srcOrd="11" destOrd="0" presId="urn:microsoft.com/office/officeart/2005/8/layout/list1"/>
    <dgm:cxn modelId="{D9F2A705-FB71-4DC3-BFAC-154A4BBC1D05}" type="presParOf" srcId="{80F30530-2F6F-406B-AC1E-A2B618474EF0}" destId="{07DF424A-1005-402F-A392-75F47CC02EB8}" srcOrd="12" destOrd="0" presId="urn:microsoft.com/office/officeart/2005/8/layout/list1"/>
    <dgm:cxn modelId="{B218CEE8-6BAC-411F-A3EE-09F27A27D436}" type="presParOf" srcId="{07DF424A-1005-402F-A392-75F47CC02EB8}" destId="{53F83B6D-293F-4601-B4D8-006540B54691}" srcOrd="0" destOrd="0" presId="urn:microsoft.com/office/officeart/2005/8/layout/list1"/>
    <dgm:cxn modelId="{EF49A86B-B944-43E9-8614-DE6589687F78}" type="presParOf" srcId="{07DF424A-1005-402F-A392-75F47CC02EB8}" destId="{907AF04F-8FD5-4CD7-985F-7A339404F219}" srcOrd="1" destOrd="0" presId="urn:microsoft.com/office/officeart/2005/8/layout/list1"/>
    <dgm:cxn modelId="{E257198B-CD4B-488D-AD9E-7911F131231B}" type="presParOf" srcId="{80F30530-2F6F-406B-AC1E-A2B618474EF0}" destId="{82E472D1-6EC5-4E99-AB5B-CC7EA4242020}" srcOrd="13" destOrd="0" presId="urn:microsoft.com/office/officeart/2005/8/layout/list1"/>
    <dgm:cxn modelId="{21120939-4E95-406E-B137-C00B5842BA1B}" type="presParOf" srcId="{80F30530-2F6F-406B-AC1E-A2B618474EF0}" destId="{183E7F66-4105-4A8D-A589-B985C4D1D667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B9C5030D-B579-46EE-A361-4818538912B8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FA2E8C5-D78B-4A97-AF72-6382B577D247}">
      <dgm:prSet/>
      <dgm:spPr/>
      <dgm:t>
        <a:bodyPr/>
        <a:lstStyle/>
        <a:p>
          <a:r>
            <a:rPr lang="en-US"/>
            <a:t>Lower perceived risk</a:t>
          </a:r>
        </a:p>
      </dgm:t>
    </dgm:pt>
    <dgm:pt modelId="{4D17325C-557F-44B3-B678-F7E963E70AF7}" type="parTrans" cxnId="{409319D9-2760-49F4-B7C2-A9A50A5DA9A5}">
      <dgm:prSet/>
      <dgm:spPr/>
      <dgm:t>
        <a:bodyPr/>
        <a:lstStyle/>
        <a:p>
          <a:endParaRPr lang="en-US"/>
        </a:p>
      </dgm:t>
    </dgm:pt>
    <dgm:pt modelId="{D6C6E5E0-DFC7-4EC6-8027-6AA93D9DCD14}" type="sibTrans" cxnId="{409319D9-2760-49F4-B7C2-A9A50A5DA9A5}">
      <dgm:prSet/>
      <dgm:spPr/>
      <dgm:t>
        <a:bodyPr/>
        <a:lstStyle/>
        <a:p>
          <a:endParaRPr lang="en-US"/>
        </a:p>
      </dgm:t>
    </dgm:pt>
    <dgm:pt modelId="{2C18DD55-71A6-4671-882E-EF7D296E170A}">
      <dgm:prSet/>
      <dgm:spPr/>
      <dgm:t>
        <a:bodyPr/>
        <a:lstStyle/>
        <a:p>
          <a:r>
            <a:rPr lang="en-US"/>
            <a:t>Reduced cost of capital</a:t>
          </a:r>
        </a:p>
      </dgm:t>
    </dgm:pt>
    <dgm:pt modelId="{C97EC0D9-8D9B-4DC3-B09E-4126F72494E8}" type="parTrans" cxnId="{FFC31F9F-2793-4EC2-83B6-7CA965B17F42}">
      <dgm:prSet/>
      <dgm:spPr/>
      <dgm:t>
        <a:bodyPr/>
        <a:lstStyle/>
        <a:p>
          <a:endParaRPr lang="en-US"/>
        </a:p>
      </dgm:t>
    </dgm:pt>
    <dgm:pt modelId="{22F38726-8BA7-49C1-9673-FA90C3B331D1}" type="sibTrans" cxnId="{FFC31F9F-2793-4EC2-83B6-7CA965B17F42}">
      <dgm:prSet/>
      <dgm:spPr/>
      <dgm:t>
        <a:bodyPr/>
        <a:lstStyle/>
        <a:p>
          <a:endParaRPr lang="en-US"/>
        </a:p>
      </dgm:t>
    </dgm:pt>
    <dgm:pt modelId="{17D095ED-B183-48EF-A918-C8F7B54BDA97}">
      <dgm:prSet/>
      <dgm:spPr/>
      <dgm:t>
        <a:bodyPr/>
        <a:lstStyle/>
        <a:p>
          <a:r>
            <a:rPr lang="en-US"/>
            <a:t>Higher returns</a:t>
          </a:r>
        </a:p>
      </dgm:t>
    </dgm:pt>
    <dgm:pt modelId="{A5B1BA90-DE5B-45A8-9CBA-F26BD5779C55}" type="parTrans" cxnId="{533901D1-A182-4428-BB9A-1ADBB3A0DDEB}">
      <dgm:prSet/>
      <dgm:spPr/>
      <dgm:t>
        <a:bodyPr/>
        <a:lstStyle/>
        <a:p>
          <a:endParaRPr lang="en-US"/>
        </a:p>
      </dgm:t>
    </dgm:pt>
    <dgm:pt modelId="{A28AFADF-0B0C-4C83-8290-64F74C168ECC}" type="sibTrans" cxnId="{533901D1-A182-4428-BB9A-1ADBB3A0DDEB}">
      <dgm:prSet/>
      <dgm:spPr/>
      <dgm:t>
        <a:bodyPr/>
        <a:lstStyle/>
        <a:p>
          <a:endParaRPr lang="en-US"/>
        </a:p>
      </dgm:t>
    </dgm:pt>
    <dgm:pt modelId="{29FD6E75-0444-4655-B69C-5F2070FA75B5}">
      <dgm:prSet/>
      <dgm:spPr/>
      <dgm:t>
        <a:bodyPr/>
        <a:lstStyle/>
        <a:p>
          <a:r>
            <a:rPr lang="en-US"/>
            <a:t>Stronger investment case</a:t>
          </a:r>
        </a:p>
      </dgm:t>
    </dgm:pt>
    <dgm:pt modelId="{C9E72931-5F16-4F99-A518-BD283C44FF17}" type="parTrans" cxnId="{B5F43106-BB67-47E9-A40C-F3F23BFFD658}">
      <dgm:prSet/>
      <dgm:spPr/>
      <dgm:t>
        <a:bodyPr/>
        <a:lstStyle/>
        <a:p>
          <a:endParaRPr lang="en-US"/>
        </a:p>
      </dgm:t>
    </dgm:pt>
    <dgm:pt modelId="{B922D97F-1048-423D-93AC-3ADFA193588D}" type="sibTrans" cxnId="{B5F43106-BB67-47E9-A40C-F3F23BFFD658}">
      <dgm:prSet/>
      <dgm:spPr/>
      <dgm:t>
        <a:bodyPr/>
        <a:lstStyle/>
        <a:p>
          <a:endParaRPr lang="en-US"/>
        </a:p>
      </dgm:t>
    </dgm:pt>
    <dgm:pt modelId="{A7C67D04-5F36-43A4-9B51-A5B84BF875AC}" type="pres">
      <dgm:prSet presAssocID="{B9C5030D-B579-46EE-A361-4818538912B8}" presName="linear" presStyleCnt="0">
        <dgm:presLayoutVars>
          <dgm:animLvl val="lvl"/>
          <dgm:resizeHandles val="exact"/>
        </dgm:presLayoutVars>
      </dgm:prSet>
      <dgm:spPr/>
    </dgm:pt>
    <dgm:pt modelId="{B1A00370-10E3-4C35-893F-383D19C8E9C6}" type="pres">
      <dgm:prSet presAssocID="{FFA2E8C5-D78B-4A97-AF72-6382B577D24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370F10B-AF14-4231-8818-30A1F06D4190}" type="pres">
      <dgm:prSet presAssocID="{D6C6E5E0-DFC7-4EC6-8027-6AA93D9DCD14}" presName="spacer" presStyleCnt="0"/>
      <dgm:spPr/>
    </dgm:pt>
    <dgm:pt modelId="{1C58DE65-53FB-494F-B355-EA4D0BD2E1D4}" type="pres">
      <dgm:prSet presAssocID="{2C18DD55-71A6-4671-882E-EF7D296E170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38E9DD8-3DF5-4C60-BBE9-D22263265722}" type="pres">
      <dgm:prSet presAssocID="{22F38726-8BA7-49C1-9673-FA90C3B331D1}" presName="spacer" presStyleCnt="0"/>
      <dgm:spPr/>
    </dgm:pt>
    <dgm:pt modelId="{8403CAC0-73D4-4387-9BEB-CEB5B41B8151}" type="pres">
      <dgm:prSet presAssocID="{17D095ED-B183-48EF-A918-C8F7B54BDA97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4350CD9-DC9E-4F06-8A11-FAA120BD3672}" type="pres">
      <dgm:prSet presAssocID="{A28AFADF-0B0C-4C83-8290-64F74C168ECC}" presName="spacer" presStyleCnt="0"/>
      <dgm:spPr/>
    </dgm:pt>
    <dgm:pt modelId="{699397E8-DA01-4BD5-B24E-F678B5FA24EA}" type="pres">
      <dgm:prSet presAssocID="{29FD6E75-0444-4655-B69C-5F2070FA75B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5F43106-BB67-47E9-A40C-F3F23BFFD658}" srcId="{B9C5030D-B579-46EE-A361-4818538912B8}" destId="{29FD6E75-0444-4655-B69C-5F2070FA75B5}" srcOrd="3" destOrd="0" parTransId="{C9E72931-5F16-4F99-A518-BD283C44FF17}" sibTransId="{B922D97F-1048-423D-93AC-3ADFA193588D}"/>
    <dgm:cxn modelId="{787CA21D-0279-4511-98C0-55E8E183D96C}" type="presOf" srcId="{2C18DD55-71A6-4671-882E-EF7D296E170A}" destId="{1C58DE65-53FB-494F-B355-EA4D0BD2E1D4}" srcOrd="0" destOrd="0" presId="urn:microsoft.com/office/officeart/2005/8/layout/vList2"/>
    <dgm:cxn modelId="{257AF366-A01D-4481-AE52-1E11984E650E}" type="presOf" srcId="{FFA2E8C5-D78B-4A97-AF72-6382B577D247}" destId="{B1A00370-10E3-4C35-893F-383D19C8E9C6}" srcOrd="0" destOrd="0" presId="urn:microsoft.com/office/officeart/2005/8/layout/vList2"/>
    <dgm:cxn modelId="{74BB5A91-4A86-4364-B465-A8505BBB5480}" type="presOf" srcId="{B9C5030D-B579-46EE-A361-4818538912B8}" destId="{A7C67D04-5F36-43A4-9B51-A5B84BF875AC}" srcOrd="0" destOrd="0" presId="urn:microsoft.com/office/officeart/2005/8/layout/vList2"/>
    <dgm:cxn modelId="{508A2C98-C51C-42DB-BB67-17502086E71C}" type="presOf" srcId="{17D095ED-B183-48EF-A918-C8F7B54BDA97}" destId="{8403CAC0-73D4-4387-9BEB-CEB5B41B8151}" srcOrd="0" destOrd="0" presId="urn:microsoft.com/office/officeart/2005/8/layout/vList2"/>
    <dgm:cxn modelId="{FFC31F9F-2793-4EC2-83B6-7CA965B17F42}" srcId="{B9C5030D-B579-46EE-A361-4818538912B8}" destId="{2C18DD55-71A6-4671-882E-EF7D296E170A}" srcOrd="1" destOrd="0" parTransId="{C97EC0D9-8D9B-4DC3-B09E-4126F72494E8}" sibTransId="{22F38726-8BA7-49C1-9673-FA90C3B331D1}"/>
    <dgm:cxn modelId="{533901D1-A182-4428-BB9A-1ADBB3A0DDEB}" srcId="{B9C5030D-B579-46EE-A361-4818538912B8}" destId="{17D095ED-B183-48EF-A918-C8F7B54BDA97}" srcOrd="2" destOrd="0" parTransId="{A5B1BA90-DE5B-45A8-9CBA-F26BD5779C55}" sibTransId="{A28AFADF-0B0C-4C83-8290-64F74C168ECC}"/>
    <dgm:cxn modelId="{409319D9-2760-49F4-B7C2-A9A50A5DA9A5}" srcId="{B9C5030D-B579-46EE-A361-4818538912B8}" destId="{FFA2E8C5-D78B-4A97-AF72-6382B577D247}" srcOrd="0" destOrd="0" parTransId="{4D17325C-557F-44B3-B678-F7E963E70AF7}" sibTransId="{D6C6E5E0-DFC7-4EC6-8027-6AA93D9DCD14}"/>
    <dgm:cxn modelId="{F450BCEA-05A7-445A-81D2-CEC2D1BC30C3}" type="presOf" srcId="{29FD6E75-0444-4655-B69C-5F2070FA75B5}" destId="{699397E8-DA01-4BD5-B24E-F678B5FA24EA}" srcOrd="0" destOrd="0" presId="urn:microsoft.com/office/officeart/2005/8/layout/vList2"/>
    <dgm:cxn modelId="{7565D9BD-0F9B-41F4-9715-5EE31714C110}" type="presParOf" srcId="{A7C67D04-5F36-43A4-9B51-A5B84BF875AC}" destId="{B1A00370-10E3-4C35-893F-383D19C8E9C6}" srcOrd="0" destOrd="0" presId="urn:microsoft.com/office/officeart/2005/8/layout/vList2"/>
    <dgm:cxn modelId="{9738DDF9-2570-43F3-A5B9-F540497A732B}" type="presParOf" srcId="{A7C67D04-5F36-43A4-9B51-A5B84BF875AC}" destId="{A370F10B-AF14-4231-8818-30A1F06D4190}" srcOrd="1" destOrd="0" presId="urn:microsoft.com/office/officeart/2005/8/layout/vList2"/>
    <dgm:cxn modelId="{2015CEE7-1CBD-41A4-A0FC-8777162EB14B}" type="presParOf" srcId="{A7C67D04-5F36-43A4-9B51-A5B84BF875AC}" destId="{1C58DE65-53FB-494F-B355-EA4D0BD2E1D4}" srcOrd="2" destOrd="0" presId="urn:microsoft.com/office/officeart/2005/8/layout/vList2"/>
    <dgm:cxn modelId="{26311566-7749-4CB9-9F07-4EB2F592792A}" type="presParOf" srcId="{A7C67D04-5F36-43A4-9B51-A5B84BF875AC}" destId="{038E9DD8-3DF5-4C60-BBE9-D22263265722}" srcOrd="3" destOrd="0" presId="urn:microsoft.com/office/officeart/2005/8/layout/vList2"/>
    <dgm:cxn modelId="{14F53953-4DDB-4546-8AFA-FDB505B27DF7}" type="presParOf" srcId="{A7C67D04-5F36-43A4-9B51-A5B84BF875AC}" destId="{8403CAC0-73D4-4387-9BEB-CEB5B41B8151}" srcOrd="4" destOrd="0" presId="urn:microsoft.com/office/officeart/2005/8/layout/vList2"/>
    <dgm:cxn modelId="{5BF51379-4B54-430D-9FC4-6ABA49DE39C3}" type="presParOf" srcId="{A7C67D04-5F36-43A4-9B51-A5B84BF875AC}" destId="{94350CD9-DC9E-4F06-8A11-FAA120BD3672}" srcOrd="5" destOrd="0" presId="urn:microsoft.com/office/officeart/2005/8/layout/vList2"/>
    <dgm:cxn modelId="{F3098B87-37E5-4BD5-B2E2-18D4E7C6683B}" type="presParOf" srcId="{A7C67D04-5F36-43A4-9B51-A5B84BF875AC}" destId="{699397E8-DA01-4BD5-B24E-F678B5FA24E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53F065E4-4385-437F-9ABE-E83363FBE983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9E1F9D36-5EAA-4F7A-83C5-B266A31821E2}">
      <dgm:prSet/>
      <dgm:spPr/>
      <dgm:t>
        <a:bodyPr/>
        <a:lstStyle/>
        <a:p>
          <a:r>
            <a:rPr lang="en-US"/>
            <a:t>WEFE is not only technical</a:t>
          </a:r>
        </a:p>
      </dgm:t>
    </dgm:pt>
    <dgm:pt modelId="{24D00793-F8AA-484D-9954-FA81358BA08C}" type="parTrans" cxnId="{A7A4F536-92A5-4363-BB92-7D9F226EA199}">
      <dgm:prSet/>
      <dgm:spPr/>
      <dgm:t>
        <a:bodyPr/>
        <a:lstStyle/>
        <a:p>
          <a:endParaRPr lang="en-US"/>
        </a:p>
      </dgm:t>
    </dgm:pt>
    <dgm:pt modelId="{7CE1330B-D843-4F59-BBB9-C958E8A8E119}" type="sibTrans" cxnId="{A7A4F536-92A5-4363-BB92-7D9F226EA199}">
      <dgm:prSet/>
      <dgm:spPr/>
      <dgm:t>
        <a:bodyPr/>
        <a:lstStyle/>
        <a:p>
          <a:endParaRPr lang="en-US"/>
        </a:p>
      </dgm:t>
    </dgm:pt>
    <dgm:pt modelId="{0DA72B1F-9E35-4E5B-B552-08474C893E1E}">
      <dgm:prSet/>
      <dgm:spPr/>
      <dgm:t>
        <a:bodyPr/>
        <a:lstStyle/>
        <a:p>
          <a:r>
            <a:rPr lang="en-US"/>
            <a:t>It is financial structuring tool</a:t>
          </a:r>
        </a:p>
      </dgm:t>
    </dgm:pt>
    <dgm:pt modelId="{C2FE5D23-1FCC-4148-A014-BD804710BBB8}" type="parTrans" cxnId="{B2840011-0A9C-4AC2-9A7C-3B592F7F4714}">
      <dgm:prSet/>
      <dgm:spPr/>
      <dgm:t>
        <a:bodyPr/>
        <a:lstStyle/>
        <a:p>
          <a:endParaRPr lang="en-US"/>
        </a:p>
      </dgm:t>
    </dgm:pt>
    <dgm:pt modelId="{9DABA1A6-DE58-48C1-B69F-1F021E36CC4C}" type="sibTrans" cxnId="{B2840011-0A9C-4AC2-9A7C-3B592F7F4714}">
      <dgm:prSet/>
      <dgm:spPr/>
      <dgm:t>
        <a:bodyPr/>
        <a:lstStyle/>
        <a:p>
          <a:endParaRPr lang="en-US"/>
        </a:p>
      </dgm:t>
    </dgm:pt>
    <dgm:pt modelId="{96470E5B-8624-4178-A036-528FFA855910}">
      <dgm:prSet/>
      <dgm:spPr/>
      <dgm:t>
        <a:bodyPr/>
        <a:lstStyle/>
        <a:p>
          <a:r>
            <a:rPr lang="en-US"/>
            <a:t>Aligns engineering with finance</a:t>
          </a:r>
        </a:p>
      </dgm:t>
    </dgm:pt>
    <dgm:pt modelId="{9089B37C-D3FF-4CDB-B48D-2CF4B91EB5BD}" type="parTrans" cxnId="{3CF7D33E-003C-4C58-BF48-417C7E939C68}">
      <dgm:prSet/>
      <dgm:spPr/>
      <dgm:t>
        <a:bodyPr/>
        <a:lstStyle/>
        <a:p>
          <a:endParaRPr lang="en-US"/>
        </a:p>
      </dgm:t>
    </dgm:pt>
    <dgm:pt modelId="{C02F6402-80DA-4598-B3A3-A4889A94FD1C}" type="sibTrans" cxnId="{3CF7D33E-003C-4C58-BF48-417C7E939C68}">
      <dgm:prSet/>
      <dgm:spPr/>
      <dgm:t>
        <a:bodyPr/>
        <a:lstStyle/>
        <a:p>
          <a:endParaRPr lang="en-US"/>
        </a:p>
      </dgm:t>
    </dgm:pt>
    <dgm:pt modelId="{C9E79340-8101-474E-BC2D-5D3273D57625}">
      <dgm:prSet/>
      <dgm:spPr/>
      <dgm:t>
        <a:bodyPr/>
        <a:lstStyle/>
        <a:p>
          <a:r>
            <a:rPr lang="en-US"/>
            <a:t>Enables scalable investments</a:t>
          </a:r>
        </a:p>
      </dgm:t>
    </dgm:pt>
    <dgm:pt modelId="{D4F53BB1-FCA0-4686-84DA-76189278CC8A}" type="parTrans" cxnId="{A872C441-C353-457A-B82E-574E7294ABA6}">
      <dgm:prSet/>
      <dgm:spPr/>
      <dgm:t>
        <a:bodyPr/>
        <a:lstStyle/>
        <a:p>
          <a:endParaRPr lang="en-US"/>
        </a:p>
      </dgm:t>
    </dgm:pt>
    <dgm:pt modelId="{9C5E5840-7AED-449F-90AF-73CBC140AF60}" type="sibTrans" cxnId="{A872C441-C353-457A-B82E-574E7294ABA6}">
      <dgm:prSet/>
      <dgm:spPr/>
      <dgm:t>
        <a:bodyPr/>
        <a:lstStyle/>
        <a:p>
          <a:endParaRPr lang="en-US"/>
        </a:p>
      </dgm:t>
    </dgm:pt>
    <dgm:pt modelId="{3CADB4B9-7BE9-4F13-8877-6161538E8C1C}" type="pres">
      <dgm:prSet presAssocID="{53F065E4-4385-437F-9ABE-E83363FBE983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4702A1E-A6BC-460D-982F-2A15EC6D1BC3}" type="pres">
      <dgm:prSet presAssocID="{9E1F9D36-5EAA-4F7A-83C5-B266A31821E2}" presName="hierRoot1" presStyleCnt="0"/>
      <dgm:spPr/>
    </dgm:pt>
    <dgm:pt modelId="{DA7B89D4-B74F-4400-A14B-656159F6AC4F}" type="pres">
      <dgm:prSet presAssocID="{9E1F9D36-5EAA-4F7A-83C5-B266A31821E2}" presName="composite" presStyleCnt="0"/>
      <dgm:spPr/>
    </dgm:pt>
    <dgm:pt modelId="{DFB07F1A-ED05-4AF6-BF9C-ECFE12BFE3C0}" type="pres">
      <dgm:prSet presAssocID="{9E1F9D36-5EAA-4F7A-83C5-B266A31821E2}" presName="background" presStyleLbl="node0" presStyleIdx="0" presStyleCnt="4"/>
      <dgm:spPr/>
    </dgm:pt>
    <dgm:pt modelId="{9C795B8D-60AD-423D-8947-006FB7172F94}" type="pres">
      <dgm:prSet presAssocID="{9E1F9D36-5EAA-4F7A-83C5-B266A31821E2}" presName="text" presStyleLbl="fgAcc0" presStyleIdx="0" presStyleCnt="4">
        <dgm:presLayoutVars>
          <dgm:chPref val="3"/>
        </dgm:presLayoutVars>
      </dgm:prSet>
      <dgm:spPr/>
    </dgm:pt>
    <dgm:pt modelId="{B5B14414-1A29-4EA9-8F45-723CB06A392C}" type="pres">
      <dgm:prSet presAssocID="{9E1F9D36-5EAA-4F7A-83C5-B266A31821E2}" presName="hierChild2" presStyleCnt="0"/>
      <dgm:spPr/>
    </dgm:pt>
    <dgm:pt modelId="{DF1F101B-68D7-4818-9F6A-E8009BD5ECC3}" type="pres">
      <dgm:prSet presAssocID="{0DA72B1F-9E35-4E5B-B552-08474C893E1E}" presName="hierRoot1" presStyleCnt="0"/>
      <dgm:spPr/>
    </dgm:pt>
    <dgm:pt modelId="{1A209A7F-65D6-46CE-9CBD-D98EF1A003A4}" type="pres">
      <dgm:prSet presAssocID="{0DA72B1F-9E35-4E5B-B552-08474C893E1E}" presName="composite" presStyleCnt="0"/>
      <dgm:spPr/>
    </dgm:pt>
    <dgm:pt modelId="{1FCE5E75-CF35-429D-B513-039859C31636}" type="pres">
      <dgm:prSet presAssocID="{0DA72B1F-9E35-4E5B-B552-08474C893E1E}" presName="background" presStyleLbl="node0" presStyleIdx="1" presStyleCnt="4"/>
      <dgm:spPr/>
    </dgm:pt>
    <dgm:pt modelId="{90D0C32E-D6B2-450B-BA38-2700E3FC55A0}" type="pres">
      <dgm:prSet presAssocID="{0DA72B1F-9E35-4E5B-B552-08474C893E1E}" presName="text" presStyleLbl="fgAcc0" presStyleIdx="1" presStyleCnt="4">
        <dgm:presLayoutVars>
          <dgm:chPref val="3"/>
        </dgm:presLayoutVars>
      </dgm:prSet>
      <dgm:spPr/>
    </dgm:pt>
    <dgm:pt modelId="{387BDEB8-C7DB-4B55-8F75-A0BF162C115E}" type="pres">
      <dgm:prSet presAssocID="{0DA72B1F-9E35-4E5B-B552-08474C893E1E}" presName="hierChild2" presStyleCnt="0"/>
      <dgm:spPr/>
    </dgm:pt>
    <dgm:pt modelId="{8C28AC79-5FB1-42D1-B28E-60F77E75A599}" type="pres">
      <dgm:prSet presAssocID="{96470E5B-8624-4178-A036-528FFA855910}" presName="hierRoot1" presStyleCnt="0"/>
      <dgm:spPr/>
    </dgm:pt>
    <dgm:pt modelId="{02866BBE-F1D2-4BA1-BF5D-1C9ABCF8C883}" type="pres">
      <dgm:prSet presAssocID="{96470E5B-8624-4178-A036-528FFA855910}" presName="composite" presStyleCnt="0"/>
      <dgm:spPr/>
    </dgm:pt>
    <dgm:pt modelId="{6F45C69C-F6F2-433F-AA5F-A636EF55FF2D}" type="pres">
      <dgm:prSet presAssocID="{96470E5B-8624-4178-A036-528FFA855910}" presName="background" presStyleLbl="node0" presStyleIdx="2" presStyleCnt="4"/>
      <dgm:spPr/>
    </dgm:pt>
    <dgm:pt modelId="{4276E5B9-6E5A-4146-A220-2AC2BC912837}" type="pres">
      <dgm:prSet presAssocID="{96470E5B-8624-4178-A036-528FFA855910}" presName="text" presStyleLbl="fgAcc0" presStyleIdx="2" presStyleCnt="4">
        <dgm:presLayoutVars>
          <dgm:chPref val="3"/>
        </dgm:presLayoutVars>
      </dgm:prSet>
      <dgm:spPr/>
    </dgm:pt>
    <dgm:pt modelId="{7DD60480-E893-47AE-92F2-7A1DC13BFD85}" type="pres">
      <dgm:prSet presAssocID="{96470E5B-8624-4178-A036-528FFA855910}" presName="hierChild2" presStyleCnt="0"/>
      <dgm:spPr/>
    </dgm:pt>
    <dgm:pt modelId="{C93D20E2-BD1F-4124-B2A6-42CBFB60E921}" type="pres">
      <dgm:prSet presAssocID="{C9E79340-8101-474E-BC2D-5D3273D57625}" presName="hierRoot1" presStyleCnt="0"/>
      <dgm:spPr/>
    </dgm:pt>
    <dgm:pt modelId="{F1874655-AB55-46C5-91DD-77F0E3DF7A21}" type="pres">
      <dgm:prSet presAssocID="{C9E79340-8101-474E-BC2D-5D3273D57625}" presName="composite" presStyleCnt="0"/>
      <dgm:spPr/>
    </dgm:pt>
    <dgm:pt modelId="{BF489FDD-F5A7-48EF-BDCA-3953ED65A83F}" type="pres">
      <dgm:prSet presAssocID="{C9E79340-8101-474E-BC2D-5D3273D57625}" presName="background" presStyleLbl="node0" presStyleIdx="3" presStyleCnt="4"/>
      <dgm:spPr/>
    </dgm:pt>
    <dgm:pt modelId="{DB8D28FB-E10C-4CAF-B3FB-2B942DE56F73}" type="pres">
      <dgm:prSet presAssocID="{C9E79340-8101-474E-BC2D-5D3273D57625}" presName="text" presStyleLbl="fgAcc0" presStyleIdx="3" presStyleCnt="4">
        <dgm:presLayoutVars>
          <dgm:chPref val="3"/>
        </dgm:presLayoutVars>
      </dgm:prSet>
      <dgm:spPr/>
    </dgm:pt>
    <dgm:pt modelId="{9BE0039D-2C2C-473C-A307-CA311572B7F4}" type="pres">
      <dgm:prSet presAssocID="{C9E79340-8101-474E-BC2D-5D3273D57625}" presName="hierChild2" presStyleCnt="0"/>
      <dgm:spPr/>
    </dgm:pt>
  </dgm:ptLst>
  <dgm:cxnLst>
    <dgm:cxn modelId="{B2840011-0A9C-4AC2-9A7C-3B592F7F4714}" srcId="{53F065E4-4385-437F-9ABE-E83363FBE983}" destId="{0DA72B1F-9E35-4E5B-B552-08474C893E1E}" srcOrd="1" destOrd="0" parTransId="{C2FE5D23-1FCC-4148-A014-BD804710BBB8}" sibTransId="{9DABA1A6-DE58-48C1-B69F-1F021E36CC4C}"/>
    <dgm:cxn modelId="{75042B18-CA7A-44AB-9AF4-CA12544825EB}" type="presOf" srcId="{C9E79340-8101-474E-BC2D-5D3273D57625}" destId="{DB8D28FB-E10C-4CAF-B3FB-2B942DE56F73}" srcOrd="0" destOrd="0" presId="urn:microsoft.com/office/officeart/2005/8/layout/hierarchy1"/>
    <dgm:cxn modelId="{2DCB6C29-1251-4DEF-8D58-1B4DEAF0B41F}" type="presOf" srcId="{96470E5B-8624-4178-A036-528FFA855910}" destId="{4276E5B9-6E5A-4146-A220-2AC2BC912837}" srcOrd="0" destOrd="0" presId="urn:microsoft.com/office/officeart/2005/8/layout/hierarchy1"/>
    <dgm:cxn modelId="{A7A4F536-92A5-4363-BB92-7D9F226EA199}" srcId="{53F065E4-4385-437F-9ABE-E83363FBE983}" destId="{9E1F9D36-5EAA-4F7A-83C5-B266A31821E2}" srcOrd="0" destOrd="0" parTransId="{24D00793-F8AA-484D-9954-FA81358BA08C}" sibTransId="{7CE1330B-D843-4F59-BBB9-C958E8A8E119}"/>
    <dgm:cxn modelId="{3CF7D33E-003C-4C58-BF48-417C7E939C68}" srcId="{53F065E4-4385-437F-9ABE-E83363FBE983}" destId="{96470E5B-8624-4178-A036-528FFA855910}" srcOrd="2" destOrd="0" parTransId="{9089B37C-D3FF-4CDB-B48D-2CF4B91EB5BD}" sibTransId="{C02F6402-80DA-4598-B3A3-A4889A94FD1C}"/>
    <dgm:cxn modelId="{A872C441-C353-457A-B82E-574E7294ABA6}" srcId="{53F065E4-4385-437F-9ABE-E83363FBE983}" destId="{C9E79340-8101-474E-BC2D-5D3273D57625}" srcOrd="3" destOrd="0" parTransId="{D4F53BB1-FCA0-4686-84DA-76189278CC8A}" sibTransId="{9C5E5840-7AED-449F-90AF-73CBC140AF60}"/>
    <dgm:cxn modelId="{85CCE074-8C1A-4574-B5CD-9E7BEA2ABCAC}" type="presOf" srcId="{53F065E4-4385-437F-9ABE-E83363FBE983}" destId="{3CADB4B9-7BE9-4F13-8877-6161538E8C1C}" srcOrd="0" destOrd="0" presId="urn:microsoft.com/office/officeart/2005/8/layout/hierarchy1"/>
    <dgm:cxn modelId="{CDE6EDC6-AA8C-4123-9469-9B83401FDC27}" type="presOf" srcId="{0DA72B1F-9E35-4E5B-B552-08474C893E1E}" destId="{90D0C32E-D6B2-450B-BA38-2700E3FC55A0}" srcOrd="0" destOrd="0" presId="urn:microsoft.com/office/officeart/2005/8/layout/hierarchy1"/>
    <dgm:cxn modelId="{D8898FFB-7441-4E75-8566-124C48AE2120}" type="presOf" srcId="{9E1F9D36-5EAA-4F7A-83C5-B266A31821E2}" destId="{9C795B8D-60AD-423D-8947-006FB7172F94}" srcOrd="0" destOrd="0" presId="urn:microsoft.com/office/officeart/2005/8/layout/hierarchy1"/>
    <dgm:cxn modelId="{C6754EB5-F990-4D41-94C7-1B3FF1DB573C}" type="presParOf" srcId="{3CADB4B9-7BE9-4F13-8877-6161538E8C1C}" destId="{74702A1E-A6BC-460D-982F-2A15EC6D1BC3}" srcOrd="0" destOrd="0" presId="urn:microsoft.com/office/officeart/2005/8/layout/hierarchy1"/>
    <dgm:cxn modelId="{0152EAB7-0C09-4A85-90EB-F1E78821D6A3}" type="presParOf" srcId="{74702A1E-A6BC-460D-982F-2A15EC6D1BC3}" destId="{DA7B89D4-B74F-4400-A14B-656159F6AC4F}" srcOrd="0" destOrd="0" presId="urn:microsoft.com/office/officeart/2005/8/layout/hierarchy1"/>
    <dgm:cxn modelId="{598E8188-5FFD-41A5-B45F-4CD868441448}" type="presParOf" srcId="{DA7B89D4-B74F-4400-A14B-656159F6AC4F}" destId="{DFB07F1A-ED05-4AF6-BF9C-ECFE12BFE3C0}" srcOrd="0" destOrd="0" presId="urn:microsoft.com/office/officeart/2005/8/layout/hierarchy1"/>
    <dgm:cxn modelId="{8AD1FC9C-F2D2-459E-BBDB-A6149754667C}" type="presParOf" srcId="{DA7B89D4-B74F-4400-A14B-656159F6AC4F}" destId="{9C795B8D-60AD-423D-8947-006FB7172F94}" srcOrd="1" destOrd="0" presId="urn:microsoft.com/office/officeart/2005/8/layout/hierarchy1"/>
    <dgm:cxn modelId="{C2625ADF-4496-40E3-859A-C1F31D45E7ED}" type="presParOf" srcId="{74702A1E-A6BC-460D-982F-2A15EC6D1BC3}" destId="{B5B14414-1A29-4EA9-8F45-723CB06A392C}" srcOrd="1" destOrd="0" presId="urn:microsoft.com/office/officeart/2005/8/layout/hierarchy1"/>
    <dgm:cxn modelId="{95F09B7D-7425-45E9-8657-AB358E0707E9}" type="presParOf" srcId="{3CADB4B9-7BE9-4F13-8877-6161538E8C1C}" destId="{DF1F101B-68D7-4818-9F6A-E8009BD5ECC3}" srcOrd="1" destOrd="0" presId="urn:microsoft.com/office/officeart/2005/8/layout/hierarchy1"/>
    <dgm:cxn modelId="{5407202A-61BD-4A7E-B907-D17552C05406}" type="presParOf" srcId="{DF1F101B-68D7-4818-9F6A-E8009BD5ECC3}" destId="{1A209A7F-65D6-46CE-9CBD-D98EF1A003A4}" srcOrd="0" destOrd="0" presId="urn:microsoft.com/office/officeart/2005/8/layout/hierarchy1"/>
    <dgm:cxn modelId="{1B94194F-72D3-4DF1-BFD5-69233AF179D3}" type="presParOf" srcId="{1A209A7F-65D6-46CE-9CBD-D98EF1A003A4}" destId="{1FCE5E75-CF35-429D-B513-039859C31636}" srcOrd="0" destOrd="0" presId="urn:microsoft.com/office/officeart/2005/8/layout/hierarchy1"/>
    <dgm:cxn modelId="{6517CF77-74BB-469E-AA89-6C0A9A09F134}" type="presParOf" srcId="{1A209A7F-65D6-46CE-9CBD-D98EF1A003A4}" destId="{90D0C32E-D6B2-450B-BA38-2700E3FC55A0}" srcOrd="1" destOrd="0" presId="urn:microsoft.com/office/officeart/2005/8/layout/hierarchy1"/>
    <dgm:cxn modelId="{27A938B7-B040-4335-BA38-39154154D710}" type="presParOf" srcId="{DF1F101B-68D7-4818-9F6A-E8009BD5ECC3}" destId="{387BDEB8-C7DB-4B55-8F75-A0BF162C115E}" srcOrd="1" destOrd="0" presId="urn:microsoft.com/office/officeart/2005/8/layout/hierarchy1"/>
    <dgm:cxn modelId="{F3773696-0BDC-470B-B056-91A6080C9B6B}" type="presParOf" srcId="{3CADB4B9-7BE9-4F13-8877-6161538E8C1C}" destId="{8C28AC79-5FB1-42D1-B28E-60F77E75A599}" srcOrd="2" destOrd="0" presId="urn:microsoft.com/office/officeart/2005/8/layout/hierarchy1"/>
    <dgm:cxn modelId="{D0295B8D-6692-4DB2-A77E-5C7EA918877F}" type="presParOf" srcId="{8C28AC79-5FB1-42D1-B28E-60F77E75A599}" destId="{02866BBE-F1D2-4BA1-BF5D-1C9ABCF8C883}" srcOrd="0" destOrd="0" presId="urn:microsoft.com/office/officeart/2005/8/layout/hierarchy1"/>
    <dgm:cxn modelId="{49A3DCB1-D901-4A84-A896-231E014C8818}" type="presParOf" srcId="{02866BBE-F1D2-4BA1-BF5D-1C9ABCF8C883}" destId="{6F45C69C-F6F2-433F-AA5F-A636EF55FF2D}" srcOrd="0" destOrd="0" presId="urn:microsoft.com/office/officeart/2005/8/layout/hierarchy1"/>
    <dgm:cxn modelId="{8351647A-A1DF-4439-BD62-3D8CA9EECCAB}" type="presParOf" srcId="{02866BBE-F1D2-4BA1-BF5D-1C9ABCF8C883}" destId="{4276E5B9-6E5A-4146-A220-2AC2BC912837}" srcOrd="1" destOrd="0" presId="urn:microsoft.com/office/officeart/2005/8/layout/hierarchy1"/>
    <dgm:cxn modelId="{F007D816-ADCE-4F12-8B09-3EEAFF2AE288}" type="presParOf" srcId="{8C28AC79-5FB1-42D1-B28E-60F77E75A599}" destId="{7DD60480-E893-47AE-92F2-7A1DC13BFD85}" srcOrd="1" destOrd="0" presId="urn:microsoft.com/office/officeart/2005/8/layout/hierarchy1"/>
    <dgm:cxn modelId="{DCCD30B1-C5F6-4576-82C4-284BA45BA651}" type="presParOf" srcId="{3CADB4B9-7BE9-4F13-8877-6161538E8C1C}" destId="{C93D20E2-BD1F-4124-B2A6-42CBFB60E921}" srcOrd="3" destOrd="0" presId="urn:microsoft.com/office/officeart/2005/8/layout/hierarchy1"/>
    <dgm:cxn modelId="{298A5FDE-2C00-40FA-BE1A-94C15595269F}" type="presParOf" srcId="{C93D20E2-BD1F-4124-B2A6-42CBFB60E921}" destId="{F1874655-AB55-46C5-91DD-77F0E3DF7A21}" srcOrd="0" destOrd="0" presId="urn:microsoft.com/office/officeart/2005/8/layout/hierarchy1"/>
    <dgm:cxn modelId="{DE7C45E9-9496-4E41-A40A-3F1E04D063F5}" type="presParOf" srcId="{F1874655-AB55-46C5-91DD-77F0E3DF7A21}" destId="{BF489FDD-F5A7-48EF-BDCA-3953ED65A83F}" srcOrd="0" destOrd="0" presId="urn:microsoft.com/office/officeart/2005/8/layout/hierarchy1"/>
    <dgm:cxn modelId="{A62EEC64-8DB1-44C9-A771-2AF9697F0E4A}" type="presParOf" srcId="{F1874655-AB55-46C5-91DD-77F0E3DF7A21}" destId="{DB8D28FB-E10C-4CAF-B3FB-2B942DE56F73}" srcOrd="1" destOrd="0" presId="urn:microsoft.com/office/officeart/2005/8/layout/hierarchy1"/>
    <dgm:cxn modelId="{8A628212-469D-4F3D-84FA-6D7159C855A2}" type="presParOf" srcId="{C93D20E2-BD1F-4124-B2A6-42CBFB60E921}" destId="{9BE0039D-2C2C-473C-A307-CA311572B7F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08FB8B23-4E6E-4C54-82A2-1D135EC50CF5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651E5F42-85E8-4923-8AED-B20810948B26}">
      <dgm:prSet/>
      <dgm:spPr/>
      <dgm:t>
        <a:bodyPr/>
        <a:lstStyle/>
        <a:p>
          <a:pPr>
            <a:defRPr cap="all"/>
          </a:pPr>
          <a:r>
            <a:rPr lang="en-US"/>
            <a:t>Integration creates value</a:t>
          </a:r>
        </a:p>
      </dgm:t>
    </dgm:pt>
    <dgm:pt modelId="{641EA2C6-A583-4EED-B797-9E216F4E774A}" type="parTrans" cxnId="{8C229449-9153-44A2-9B9C-311D31D3F4EE}">
      <dgm:prSet/>
      <dgm:spPr/>
      <dgm:t>
        <a:bodyPr/>
        <a:lstStyle/>
        <a:p>
          <a:endParaRPr lang="en-US"/>
        </a:p>
      </dgm:t>
    </dgm:pt>
    <dgm:pt modelId="{098E5754-45DA-4060-9588-9DB53EA9E9EB}" type="sibTrans" cxnId="{8C229449-9153-44A2-9B9C-311D31D3F4EE}">
      <dgm:prSet/>
      <dgm:spPr/>
      <dgm:t>
        <a:bodyPr/>
        <a:lstStyle/>
        <a:p>
          <a:endParaRPr lang="en-US"/>
        </a:p>
      </dgm:t>
    </dgm:pt>
    <dgm:pt modelId="{CE5DAAF9-DA7B-46E5-8A6C-C9E77186A6B9}">
      <dgm:prSet/>
      <dgm:spPr/>
      <dgm:t>
        <a:bodyPr/>
        <a:lstStyle/>
        <a:p>
          <a:pPr>
            <a:defRPr cap="all"/>
          </a:pPr>
          <a:r>
            <a:rPr lang="en-US"/>
            <a:t>Efficiency drives profitability</a:t>
          </a:r>
        </a:p>
      </dgm:t>
    </dgm:pt>
    <dgm:pt modelId="{8AB8160A-52F6-421D-A584-1ED5AAC1333C}" type="parTrans" cxnId="{7821FF11-C334-4483-A078-5FCF23322DC5}">
      <dgm:prSet/>
      <dgm:spPr/>
      <dgm:t>
        <a:bodyPr/>
        <a:lstStyle/>
        <a:p>
          <a:endParaRPr lang="en-US"/>
        </a:p>
      </dgm:t>
    </dgm:pt>
    <dgm:pt modelId="{A08C4878-9AB5-4730-8C9B-01F8AE6EC096}" type="sibTrans" cxnId="{7821FF11-C334-4483-A078-5FCF23322DC5}">
      <dgm:prSet/>
      <dgm:spPr/>
      <dgm:t>
        <a:bodyPr/>
        <a:lstStyle/>
        <a:p>
          <a:endParaRPr lang="en-US"/>
        </a:p>
      </dgm:t>
    </dgm:pt>
    <dgm:pt modelId="{13F240AD-D5E5-4333-A6D1-35DCEF3C2B49}">
      <dgm:prSet/>
      <dgm:spPr/>
      <dgm:t>
        <a:bodyPr/>
        <a:lstStyle/>
        <a:p>
          <a:pPr>
            <a:defRPr cap="all"/>
          </a:pPr>
          <a:r>
            <a:rPr lang="en-US"/>
            <a:t>Finance follows risk reduction</a:t>
          </a:r>
        </a:p>
      </dgm:t>
    </dgm:pt>
    <dgm:pt modelId="{ABC82262-12F9-4A07-AE13-634B293F2817}" type="parTrans" cxnId="{21908928-97FF-434C-95A3-9A7720A15E6B}">
      <dgm:prSet/>
      <dgm:spPr/>
      <dgm:t>
        <a:bodyPr/>
        <a:lstStyle/>
        <a:p>
          <a:endParaRPr lang="en-US"/>
        </a:p>
      </dgm:t>
    </dgm:pt>
    <dgm:pt modelId="{90F8BE5B-4EC2-4811-A434-4A144703866D}" type="sibTrans" cxnId="{21908928-97FF-434C-95A3-9A7720A15E6B}">
      <dgm:prSet/>
      <dgm:spPr/>
      <dgm:t>
        <a:bodyPr/>
        <a:lstStyle/>
        <a:p>
          <a:endParaRPr lang="en-US"/>
        </a:p>
      </dgm:t>
    </dgm:pt>
    <dgm:pt modelId="{58532A93-79B7-4666-BAA3-ADE4EA489D2D}">
      <dgm:prSet/>
      <dgm:spPr/>
      <dgm:t>
        <a:bodyPr/>
        <a:lstStyle/>
        <a:p>
          <a:pPr>
            <a:defRPr cap="all"/>
          </a:pPr>
          <a:r>
            <a:rPr lang="en-US"/>
            <a:t>Systems thinking is essential</a:t>
          </a:r>
        </a:p>
      </dgm:t>
    </dgm:pt>
    <dgm:pt modelId="{353F5AA0-D882-4994-9053-919AD0FDD90E}" type="parTrans" cxnId="{273A565A-4E39-40E3-B38B-EAB59B8C7B79}">
      <dgm:prSet/>
      <dgm:spPr/>
      <dgm:t>
        <a:bodyPr/>
        <a:lstStyle/>
        <a:p>
          <a:endParaRPr lang="en-US"/>
        </a:p>
      </dgm:t>
    </dgm:pt>
    <dgm:pt modelId="{8E22EF1E-E540-4C7D-A763-A80980EA4004}" type="sibTrans" cxnId="{273A565A-4E39-40E3-B38B-EAB59B8C7B79}">
      <dgm:prSet/>
      <dgm:spPr/>
      <dgm:t>
        <a:bodyPr/>
        <a:lstStyle/>
        <a:p>
          <a:endParaRPr lang="en-US"/>
        </a:p>
      </dgm:t>
    </dgm:pt>
    <dgm:pt modelId="{410674CA-7D29-4C1F-B4CA-BF4B43591EC9}" type="pres">
      <dgm:prSet presAssocID="{08FB8B23-4E6E-4C54-82A2-1D135EC50CF5}" presName="root" presStyleCnt="0">
        <dgm:presLayoutVars>
          <dgm:dir/>
          <dgm:resizeHandles val="exact"/>
        </dgm:presLayoutVars>
      </dgm:prSet>
      <dgm:spPr/>
    </dgm:pt>
    <dgm:pt modelId="{C4C259E2-717B-44A3-9B0D-6F69780D9D9F}" type="pres">
      <dgm:prSet presAssocID="{651E5F42-85E8-4923-8AED-B20810948B26}" presName="compNode" presStyleCnt="0"/>
      <dgm:spPr/>
    </dgm:pt>
    <dgm:pt modelId="{A304EBD1-5480-47B8-9BBD-BF3CFE0BD092}" type="pres">
      <dgm:prSet presAssocID="{651E5F42-85E8-4923-8AED-B20810948B26}" presName="iconBgRect" presStyleLbl="bgShp" presStyleIdx="0" presStyleCnt="4"/>
      <dgm:spPr/>
    </dgm:pt>
    <dgm:pt modelId="{DD3DE9BE-7A42-4F36-8DD0-3982ADD21087}" type="pres">
      <dgm:prSet presAssocID="{651E5F42-85E8-4923-8AED-B20810948B26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C8D2EEB3-B176-4EC5-B4C1-D0FE21ABF53F}" type="pres">
      <dgm:prSet presAssocID="{651E5F42-85E8-4923-8AED-B20810948B26}" presName="spaceRect" presStyleCnt="0"/>
      <dgm:spPr/>
    </dgm:pt>
    <dgm:pt modelId="{C11773C8-1D99-4AE4-9755-AF6F26763483}" type="pres">
      <dgm:prSet presAssocID="{651E5F42-85E8-4923-8AED-B20810948B26}" presName="textRect" presStyleLbl="revTx" presStyleIdx="0" presStyleCnt="4">
        <dgm:presLayoutVars>
          <dgm:chMax val="1"/>
          <dgm:chPref val="1"/>
        </dgm:presLayoutVars>
      </dgm:prSet>
      <dgm:spPr/>
    </dgm:pt>
    <dgm:pt modelId="{41254BB6-4C82-47A3-B79A-B56839F66B8A}" type="pres">
      <dgm:prSet presAssocID="{098E5754-45DA-4060-9588-9DB53EA9E9EB}" presName="sibTrans" presStyleCnt="0"/>
      <dgm:spPr/>
    </dgm:pt>
    <dgm:pt modelId="{4B5714F2-8175-4B70-A4B9-B8A8B03C74E7}" type="pres">
      <dgm:prSet presAssocID="{CE5DAAF9-DA7B-46E5-8A6C-C9E77186A6B9}" presName="compNode" presStyleCnt="0"/>
      <dgm:spPr/>
    </dgm:pt>
    <dgm:pt modelId="{4BA7DB0F-A934-4F8E-A0E9-15D4D3DED7EC}" type="pres">
      <dgm:prSet presAssocID="{CE5DAAF9-DA7B-46E5-8A6C-C9E77186A6B9}" presName="iconBgRect" presStyleLbl="bgShp" presStyleIdx="1" presStyleCnt="4"/>
      <dgm:spPr/>
    </dgm:pt>
    <dgm:pt modelId="{6E596851-4587-4D4F-8D5A-848192264D7D}" type="pres">
      <dgm:prSet presAssocID="{CE5DAAF9-DA7B-46E5-8A6C-C9E77186A6B9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F36B9717-A0F3-48B2-B661-F4B2553D4082}" type="pres">
      <dgm:prSet presAssocID="{CE5DAAF9-DA7B-46E5-8A6C-C9E77186A6B9}" presName="spaceRect" presStyleCnt="0"/>
      <dgm:spPr/>
    </dgm:pt>
    <dgm:pt modelId="{8E961820-E230-4BD8-BF66-B41DFAC74107}" type="pres">
      <dgm:prSet presAssocID="{CE5DAAF9-DA7B-46E5-8A6C-C9E77186A6B9}" presName="textRect" presStyleLbl="revTx" presStyleIdx="1" presStyleCnt="4">
        <dgm:presLayoutVars>
          <dgm:chMax val="1"/>
          <dgm:chPref val="1"/>
        </dgm:presLayoutVars>
      </dgm:prSet>
      <dgm:spPr/>
    </dgm:pt>
    <dgm:pt modelId="{D74AF549-B06A-4F47-97B1-7CC83AE330C7}" type="pres">
      <dgm:prSet presAssocID="{A08C4878-9AB5-4730-8C9B-01F8AE6EC096}" presName="sibTrans" presStyleCnt="0"/>
      <dgm:spPr/>
    </dgm:pt>
    <dgm:pt modelId="{B98781A8-7CF2-4377-8CD7-E482DB341BB7}" type="pres">
      <dgm:prSet presAssocID="{13F240AD-D5E5-4333-A6D1-35DCEF3C2B49}" presName="compNode" presStyleCnt="0"/>
      <dgm:spPr/>
    </dgm:pt>
    <dgm:pt modelId="{8792E8E6-1590-4F17-9EA5-8B180BFA80D4}" type="pres">
      <dgm:prSet presAssocID="{13F240AD-D5E5-4333-A6D1-35DCEF3C2B49}" presName="iconBgRect" presStyleLbl="bgShp" presStyleIdx="2" presStyleCnt="4"/>
      <dgm:spPr/>
    </dgm:pt>
    <dgm:pt modelId="{DC9E373E-D29F-468F-B301-F71D14FD83E9}" type="pres">
      <dgm:prSet presAssocID="{13F240AD-D5E5-4333-A6D1-35DCEF3C2B49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65E595BE-DBD4-48A1-9956-473962F93227}" type="pres">
      <dgm:prSet presAssocID="{13F240AD-D5E5-4333-A6D1-35DCEF3C2B49}" presName="spaceRect" presStyleCnt="0"/>
      <dgm:spPr/>
    </dgm:pt>
    <dgm:pt modelId="{567E5709-C173-4BFD-82C0-F799B7C23582}" type="pres">
      <dgm:prSet presAssocID="{13F240AD-D5E5-4333-A6D1-35DCEF3C2B49}" presName="textRect" presStyleLbl="revTx" presStyleIdx="2" presStyleCnt="4">
        <dgm:presLayoutVars>
          <dgm:chMax val="1"/>
          <dgm:chPref val="1"/>
        </dgm:presLayoutVars>
      </dgm:prSet>
      <dgm:spPr/>
    </dgm:pt>
    <dgm:pt modelId="{6C387B6A-3C53-4BAF-AB48-E97D2A8EE36B}" type="pres">
      <dgm:prSet presAssocID="{90F8BE5B-4EC2-4811-A434-4A144703866D}" presName="sibTrans" presStyleCnt="0"/>
      <dgm:spPr/>
    </dgm:pt>
    <dgm:pt modelId="{AB0F4378-D5BD-445E-A91D-9EDE717AE869}" type="pres">
      <dgm:prSet presAssocID="{58532A93-79B7-4666-BAA3-ADE4EA489D2D}" presName="compNode" presStyleCnt="0"/>
      <dgm:spPr/>
    </dgm:pt>
    <dgm:pt modelId="{D943DA8C-11F5-4D9E-AE08-2DD8562ADF13}" type="pres">
      <dgm:prSet presAssocID="{58532A93-79B7-4666-BAA3-ADE4EA489D2D}" presName="iconBgRect" presStyleLbl="bgShp" presStyleIdx="3" presStyleCnt="4"/>
      <dgm:spPr/>
    </dgm:pt>
    <dgm:pt modelId="{18C4F0EB-C801-4720-BA91-D716D48C2F53}" type="pres">
      <dgm:prSet presAssocID="{58532A93-79B7-4666-BAA3-ADE4EA489D2D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EA8B51D5-AF40-4980-9C4F-F4119683662A}" type="pres">
      <dgm:prSet presAssocID="{58532A93-79B7-4666-BAA3-ADE4EA489D2D}" presName="spaceRect" presStyleCnt="0"/>
      <dgm:spPr/>
    </dgm:pt>
    <dgm:pt modelId="{50247D11-E4DF-4B03-8DC4-60F1790DB095}" type="pres">
      <dgm:prSet presAssocID="{58532A93-79B7-4666-BAA3-ADE4EA489D2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821FF11-C334-4483-A078-5FCF23322DC5}" srcId="{08FB8B23-4E6E-4C54-82A2-1D135EC50CF5}" destId="{CE5DAAF9-DA7B-46E5-8A6C-C9E77186A6B9}" srcOrd="1" destOrd="0" parTransId="{8AB8160A-52F6-421D-A584-1ED5AAC1333C}" sibTransId="{A08C4878-9AB5-4730-8C9B-01F8AE6EC096}"/>
    <dgm:cxn modelId="{37937627-4703-47C1-959D-7510466E9BC7}" type="presOf" srcId="{CE5DAAF9-DA7B-46E5-8A6C-C9E77186A6B9}" destId="{8E961820-E230-4BD8-BF66-B41DFAC74107}" srcOrd="0" destOrd="0" presId="urn:microsoft.com/office/officeart/2018/5/layout/IconCircleLabelList"/>
    <dgm:cxn modelId="{21908928-97FF-434C-95A3-9A7720A15E6B}" srcId="{08FB8B23-4E6E-4C54-82A2-1D135EC50CF5}" destId="{13F240AD-D5E5-4333-A6D1-35DCEF3C2B49}" srcOrd="2" destOrd="0" parTransId="{ABC82262-12F9-4A07-AE13-634B293F2817}" sibTransId="{90F8BE5B-4EC2-4811-A434-4A144703866D}"/>
    <dgm:cxn modelId="{8C229449-9153-44A2-9B9C-311D31D3F4EE}" srcId="{08FB8B23-4E6E-4C54-82A2-1D135EC50CF5}" destId="{651E5F42-85E8-4923-8AED-B20810948B26}" srcOrd="0" destOrd="0" parTransId="{641EA2C6-A583-4EED-B797-9E216F4E774A}" sibTransId="{098E5754-45DA-4060-9588-9DB53EA9E9EB}"/>
    <dgm:cxn modelId="{44F4E56E-7060-429B-B3B5-CCF96E45379F}" type="presOf" srcId="{08FB8B23-4E6E-4C54-82A2-1D135EC50CF5}" destId="{410674CA-7D29-4C1F-B4CA-BF4B43591EC9}" srcOrd="0" destOrd="0" presId="urn:microsoft.com/office/officeart/2018/5/layout/IconCircleLabelList"/>
    <dgm:cxn modelId="{904E4771-0896-4496-B03E-6C669A073092}" type="presOf" srcId="{58532A93-79B7-4666-BAA3-ADE4EA489D2D}" destId="{50247D11-E4DF-4B03-8DC4-60F1790DB095}" srcOrd="0" destOrd="0" presId="urn:microsoft.com/office/officeart/2018/5/layout/IconCircleLabelList"/>
    <dgm:cxn modelId="{C4F8D674-15A8-4200-9082-E9842C1B12B8}" type="presOf" srcId="{13F240AD-D5E5-4333-A6D1-35DCEF3C2B49}" destId="{567E5709-C173-4BFD-82C0-F799B7C23582}" srcOrd="0" destOrd="0" presId="urn:microsoft.com/office/officeart/2018/5/layout/IconCircleLabelList"/>
    <dgm:cxn modelId="{273A565A-4E39-40E3-B38B-EAB59B8C7B79}" srcId="{08FB8B23-4E6E-4C54-82A2-1D135EC50CF5}" destId="{58532A93-79B7-4666-BAA3-ADE4EA489D2D}" srcOrd="3" destOrd="0" parTransId="{353F5AA0-D882-4994-9053-919AD0FDD90E}" sibTransId="{8E22EF1E-E540-4C7D-A763-A80980EA4004}"/>
    <dgm:cxn modelId="{71B96281-16D5-43D7-8361-7920A3413B64}" type="presOf" srcId="{651E5F42-85E8-4923-8AED-B20810948B26}" destId="{C11773C8-1D99-4AE4-9755-AF6F26763483}" srcOrd="0" destOrd="0" presId="urn:microsoft.com/office/officeart/2018/5/layout/IconCircleLabelList"/>
    <dgm:cxn modelId="{4A5F32A6-CD61-4A49-A892-8D1831A2BC04}" type="presParOf" srcId="{410674CA-7D29-4C1F-B4CA-BF4B43591EC9}" destId="{C4C259E2-717B-44A3-9B0D-6F69780D9D9F}" srcOrd="0" destOrd="0" presId="urn:microsoft.com/office/officeart/2018/5/layout/IconCircleLabelList"/>
    <dgm:cxn modelId="{65AB42DA-3FCC-4E69-90F0-7423AEA12336}" type="presParOf" srcId="{C4C259E2-717B-44A3-9B0D-6F69780D9D9F}" destId="{A304EBD1-5480-47B8-9BBD-BF3CFE0BD092}" srcOrd="0" destOrd="0" presId="urn:microsoft.com/office/officeart/2018/5/layout/IconCircleLabelList"/>
    <dgm:cxn modelId="{0938CDEC-2D3D-41A3-AABD-FAC98266E963}" type="presParOf" srcId="{C4C259E2-717B-44A3-9B0D-6F69780D9D9F}" destId="{DD3DE9BE-7A42-4F36-8DD0-3982ADD21087}" srcOrd="1" destOrd="0" presId="urn:microsoft.com/office/officeart/2018/5/layout/IconCircleLabelList"/>
    <dgm:cxn modelId="{0D7DB352-F9E0-4543-BF0A-59F2A7E7781A}" type="presParOf" srcId="{C4C259E2-717B-44A3-9B0D-6F69780D9D9F}" destId="{C8D2EEB3-B176-4EC5-B4C1-D0FE21ABF53F}" srcOrd="2" destOrd="0" presId="urn:microsoft.com/office/officeart/2018/5/layout/IconCircleLabelList"/>
    <dgm:cxn modelId="{BC55DA52-BA29-490D-8798-E5C75CF3A2C9}" type="presParOf" srcId="{C4C259E2-717B-44A3-9B0D-6F69780D9D9F}" destId="{C11773C8-1D99-4AE4-9755-AF6F26763483}" srcOrd="3" destOrd="0" presId="urn:microsoft.com/office/officeart/2018/5/layout/IconCircleLabelList"/>
    <dgm:cxn modelId="{08C05F78-DCD4-46E9-B332-A012B17600DB}" type="presParOf" srcId="{410674CA-7D29-4C1F-B4CA-BF4B43591EC9}" destId="{41254BB6-4C82-47A3-B79A-B56839F66B8A}" srcOrd="1" destOrd="0" presId="urn:microsoft.com/office/officeart/2018/5/layout/IconCircleLabelList"/>
    <dgm:cxn modelId="{AEB01186-77FE-4718-8BC1-6DD0867699B0}" type="presParOf" srcId="{410674CA-7D29-4C1F-B4CA-BF4B43591EC9}" destId="{4B5714F2-8175-4B70-A4B9-B8A8B03C74E7}" srcOrd="2" destOrd="0" presId="urn:microsoft.com/office/officeart/2018/5/layout/IconCircleLabelList"/>
    <dgm:cxn modelId="{BBE05EAD-988A-4EE7-9342-399D77627DFF}" type="presParOf" srcId="{4B5714F2-8175-4B70-A4B9-B8A8B03C74E7}" destId="{4BA7DB0F-A934-4F8E-A0E9-15D4D3DED7EC}" srcOrd="0" destOrd="0" presId="urn:microsoft.com/office/officeart/2018/5/layout/IconCircleLabelList"/>
    <dgm:cxn modelId="{EDCFFE8D-62F2-400E-B4FF-ED43864FBE53}" type="presParOf" srcId="{4B5714F2-8175-4B70-A4B9-B8A8B03C74E7}" destId="{6E596851-4587-4D4F-8D5A-848192264D7D}" srcOrd="1" destOrd="0" presId="urn:microsoft.com/office/officeart/2018/5/layout/IconCircleLabelList"/>
    <dgm:cxn modelId="{EBB9C940-07D2-4A6B-B189-8241B47C8434}" type="presParOf" srcId="{4B5714F2-8175-4B70-A4B9-B8A8B03C74E7}" destId="{F36B9717-A0F3-48B2-B661-F4B2553D4082}" srcOrd="2" destOrd="0" presId="urn:microsoft.com/office/officeart/2018/5/layout/IconCircleLabelList"/>
    <dgm:cxn modelId="{0A1C2BEF-E8E6-45CC-9D86-41488F6F66E1}" type="presParOf" srcId="{4B5714F2-8175-4B70-A4B9-B8A8B03C74E7}" destId="{8E961820-E230-4BD8-BF66-B41DFAC74107}" srcOrd="3" destOrd="0" presId="urn:microsoft.com/office/officeart/2018/5/layout/IconCircleLabelList"/>
    <dgm:cxn modelId="{E2E30443-3867-4BDF-BDB7-34B30AD1DFCE}" type="presParOf" srcId="{410674CA-7D29-4C1F-B4CA-BF4B43591EC9}" destId="{D74AF549-B06A-4F47-97B1-7CC83AE330C7}" srcOrd="3" destOrd="0" presId="urn:microsoft.com/office/officeart/2018/5/layout/IconCircleLabelList"/>
    <dgm:cxn modelId="{9F16DBED-4B53-475E-A588-4847CE542EFB}" type="presParOf" srcId="{410674CA-7D29-4C1F-B4CA-BF4B43591EC9}" destId="{B98781A8-7CF2-4377-8CD7-E482DB341BB7}" srcOrd="4" destOrd="0" presId="urn:microsoft.com/office/officeart/2018/5/layout/IconCircleLabelList"/>
    <dgm:cxn modelId="{86DC4D82-251F-4F61-9051-03D4EC96A3BF}" type="presParOf" srcId="{B98781A8-7CF2-4377-8CD7-E482DB341BB7}" destId="{8792E8E6-1590-4F17-9EA5-8B180BFA80D4}" srcOrd="0" destOrd="0" presId="urn:microsoft.com/office/officeart/2018/5/layout/IconCircleLabelList"/>
    <dgm:cxn modelId="{7E6BAE3A-BADC-4E95-9C84-7A1C5C896FD3}" type="presParOf" srcId="{B98781A8-7CF2-4377-8CD7-E482DB341BB7}" destId="{DC9E373E-D29F-468F-B301-F71D14FD83E9}" srcOrd="1" destOrd="0" presId="urn:microsoft.com/office/officeart/2018/5/layout/IconCircleLabelList"/>
    <dgm:cxn modelId="{992B1B68-7257-4210-A46E-D11178F32D65}" type="presParOf" srcId="{B98781A8-7CF2-4377-8CD7-E482DB341BB7}" destId="{65E595BE-DBD4-48A1-9956-473962F93227}" srcOrd="2" destOrd="0" presId="urn:microsoft.com/office/officeart/2018/5/layout/IconCircleLabelList"/>
    <dgm:cxn modelId="{E1B115C9-9A8C-403E-AD9A-6B7C9178A503}" type="presParOf" srcId="{B98781A8-7CF2-4377-8CD7-E482DB341BB7}" destId="{567E5709-C173-4BFD-82C0-F799B7C23582}" srcOrd="3" destOrd="0" presId="urn:microsoft.com/office/officeart/2018/5/layout/IconCircleLabelList"/>
    <dgm:cxn modelId="{1D8F1726-103A-45FC-8156-47705F974B40}" type="presParOf" srcId="{410674CA-7D29-4C1F-B4CA-BF4B43591EC9}" destId="{6C387B6A-3C53-4BAF-AB48-E97D2A8EE36B}" srcOrd="5" destOrd="0" presId="urn:microsoft.com/office/officeart/2018/5/layout/IconCircleLabelList"/>
    <dgm:cxn modelId="{B700CC4C-75FD-492F-A6F0-BB002E936D48}" type="presParOf" srcId="{410674CA-7D29-4C1F-B4CA-BF4B43591EC9}" destId="{AB0F4378-D5BD-445E-A91D-9EDE717AE869}" srcOrd="6" destOrd="0" presId="urn:microsoft.com/office/officeart/2018/5/layout/IconCircleLabelList"/>
    <dgm:cxn modelId="{7B856383-D380-45D7-9016-9AE6133E47D6}" type="presParOf" srcId="{AB0F4378-D5BD-445E-A91D-9EDE717AE869}" destId="{D943DA8C-11F5-4D9E-AE08-2DD8562ADF13}" srcOrd="0" destOrd="0" presId="urn:microsoft.com/office/officeart/2018/5/layout/IconCircleLabelList"/>
    <dgm:cxn modelId="{A1CA42E2-2511-4214-A76E-8B229B53F91D}" type="presParOf" srcId="{AB0F4378-D5BD-445E-A91D-9EDE717AE869}" destId="{18C4F0EB-C801-4720-BA91-D716D48C2F53}" srcOrd="1" destOrd="0" presId="urn:microsoft.com/office/officeart/2018/5/layout/IconCircleLabelList"/>
    <dgm:cxn modelId="{C5280BB4-3C60-43D6-BDCF-289D8894634D}" type="presParOf" srcId="{AB0F4378-D5BD-445E-A91D-9EDE717AE869}" destId="{EA8B51D5-AF40-4980-9C4F-F4119683662A}" srcOrd="2" destOrd="0" presId="urn:microsoft.com/office/officeart/2018/5/layout/IconCircleLabelList"/>
    <dgm:cxn modelId="{DC757D83-F544-4E74-A54B-333BCE068311}" type="presParOf" srcId="{AB0F4378-D5BD-445E-A91D-9EDE717AE869}" destId="{50247D11-E4DF-4B03-8DC4-60F1790DB09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A9092087-7669-440A-A145-3B424843DD3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6007AFE2-D1D7-4261-BAEE-6AED35C19A77}">
      <dgm:prSet/>
      <dgm:spPr/>
      <dgm:t>
        <a:bodyPr/>
        <a:lstStyle/>
        <a:p>
          <a:r>
            <a:rPr lang="en-US"/>
            <a:t>Future infrastructure is integrated</a:t>
          </a:r>
        </a:p>
      </dgm:t>
    </dgm:pt>
    <dgm:pt modelId="{2A96E32A-25C6-445D-85C7-3F1D9A0A2574}" type="parTrans" cxnId="{F4CAFE3B-2933-48B5-91FB-3EFF5A37ED80}">
      <dgm:prSet/>
      <dgm:spPr/>
      <dgm:t>
        <a:bodyPr/>
        <a:lstStyle/>
        <a:p>
          <a:endParaRPr lang="en-US"/>
        </a:p>
      </dgm:t>
    </dgm:pt>
    <dgm:pt modelId="{A2455FB2-ECA2-424D-BA85-8885222CEDE0}" type="sibTrans" cxnId="{F4CAFE3B-2933-48B5-91FB-3EFF5A37ED80}">
      <dgm:prSet/>
      <dgm:spPr/>
      <dgm:t>
        <a:bodyPr/>
        <a:lstStyle/>
        <a:p>
          <a:endParaRPr lang="en-US"/>
        </a:p>
      </dgm:t>
    </dgm:pt>
    <dgm:pt modelId="{9FED2480-A78A-4E38-A71B-E370266228CC}">
      <dgm:prSet/>
      <dgm:spPr/>
      <dgm:t>
        <a:bodyPr/>
        <a:lstStyle/>
        <a:p>
          <a:r>
            <a:rPr lang="en-US"/>
            <a:t>Climate resilience is mandatory</a:t>
          </a:r>
        </a:p>
      </dgm:t>
    </dgm:pt>
    <dgm:pt modelId="{32C42F9B-EA0F-4887-A990-431DC986D127}" type="parTrans" cxnId="{697574C4-4559-45D0-9D2A-996A69340D4A}">
      <dgm:prSet/>
      <dgm:spPr/>
      <dgm:t>
        <a:bodyPr/>
        <a:lstStyle/>
        <a:p>
          <a:endParaRPr lang="en-US"/>
        </a:p>
      </dgm:t>
    </dgm:pt>
    <dgm:pt modelId="{B56E4B8A-9131-46D0-9628-E8E6EB18A504}" type="sibTrans" cxnId="{697574C4-4559-45D0-9D2A-996A69340D4A}">
      <dgm:prSet/>
      <dgm:spPr/>
      <dgm:t>
        <a:bodyPr/>
        <a:lstStyle/>
        <a:p>
          <a:endParaRPr lang="en-US"/>
        </a:p>
      </dgm:t>
    </dgm:pt>
    <dgm:pt modelId="{8B47F328-7F58-4C57-B637-3FBB21CAC839}">
      <dgm:prSet/>
      <dgm:spPr/>
      <dgm:t>
        <a:bodyPr/>
        <a:lstStyle/>
        <a:p>
          <a:r>
            <a:rPr lang="en-US"/>
            <a:t>WEFE enables sustainable growth</a:t>
          </a:r>
        </a:p>
      </dgm:t>
    </dgm:pt>
    <dgm:pt modelId="{2CE68679-E121-4C96-B8BF-A9CF16179E71}" type="parTrans" cxnId="{3616A123-B00E-41BE-BE50-1B03BFD94C63}">
      <dgm:prSet/>
      <dgm:spPr/>
      <dgm:t>
        <a:bodyPr/>
        <a:lstStyle/>
        <a:p>
          <a:endParaRPr lang="en-US"/>
        </a:p>
      </dgm:t>
    </dgm:pt>
    <dgm:pt modelId="{7A86AC53-3D96-4D27-A521-EA9927C4AF40}" type="sibTrans" cxnId="{3616A123-B00E-41BE-BE50-1B03BFD94C63}">
      <dgm:prSet/>
      <dgm:spPr/>
      <dgm:t>
        <a:bodyPr/>
        <a:lstStyle/>
        <a:p>
          <a:endParaRPr lang="en-US"/>
        </a:p>
      </dgm:t>
    </dgm:pt>
    <dgm:pt modelId="{10CDF01D-80B6-47FF-BD32-1A875C43E0EA}">
      <dgm:prSet/>
      <dgm:spPr/>
      <dgm:t>
        <a:bodyPr/>
        <a:lstStyle/>
        <a:p>
          <a:r>
            <a:rPr lang="en-US"/>
            <a:t>Investment flows follow integration</a:t>
          </a:r>
        </a:p>
      </dgm:t>
    </dgm:pt>
    <dgm:pt modelId="{E4430284-05DD-419B-B7D2-0484098A91C3}" type="parTrans" cxnId="{45162808-D6DB-4469-A4DF-DE4B2C62B0FE}">
      <dgm:prSet/>
      <dgm:spPr/>
      <dgm:t>
        <a:bodyPr/>
        <a:lstStyle/>
        <a:p>
          <a:endParaRPr lang="en-US"/>
        </a:p>
      </dgm:t>
    </dgm:pt>
    <dgm:pt modelId="{D38B75FC-7676-4B19-A852-6B903589F607}" type="sibTrans" cxnId="{45162808-D6DB-4469-A4DF-DE4B2C62B0FE}">
      <dgm:prSet/>
      <dgm:spPr/>
      <dgm:t>
        <a:bodyPr/>
        <a:lstStyle/>
        <a:p>
          <a:endParaRPr lang="en-US"/>
        </a:p>
      </dgm:t>
    </dgm:pt>
    <dgm:pt modelId="{9C308F47-F298-4FFA-8B9A-CBFA5DDD0F81}" type="pres">
      <dgm:prSet presAssocID="{A9092087-7669-440A-A145-3B424843DD36}" presName="root" presStyleCnt="0">
        <dgm:presLayoutVars>
          <dgm:dir/>
          <dgm:resizeHandles val="exact"/>
        </dgm:presLayoutVars>
      </dgm:prSet>
      <dgm:spPr/>
    </dgm:pt>
    <dgm:pt modelId="{C84F41D5-F598-4566-9554-2FD25F002822}" type="pres">
      <dgm:prSet presAssocID="{6007AFE2-D1D7-4261-BAEE-6AED35C19A77}" presName="compNode" presStyleCnt="0"/>
      <dgm:spPr/>
    </dgm:pt>
    <dgm:pt modelId="{32D2667B-956F-4D51-8520-A6B68648D62B}" type="pres">
      <dgm:prSet presAssocID="{6007AFE2-D1D7-4261-BAEE-6AED35C19A77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EDA26C8C-4691-4344-B731-B780DF2E679E}" type="pres">
      <dgm:prSet presAssocID="{6007AFE2-D1D7-4261-BAEE-6AED35C19A77}" presName="spaceRect" presStyleCnt="0"/>
      <dgm:spPr/>
    </dgm:pt>
    <dgm:pt modelId="{B69457D9-9E02-4939-95D8-653DC204EC05}" type="pres">
      <dgm:prSet presAssocID="{6007AFE2-D1D7-4261-BAEE-6AED35C19A77}" presName="textRect" presStyleLbl="revTx" presStyleIdx="0" presStyleCnt="4">
        <dgm:presLayoutVars>
          <dgm:chMax val="1"/>
          <dgm:chPref val="1"/>
        </dgm:presLayoutVars>
      </dgm:prSet>
      <dgm:spPr/>
    </dgm:pt>
    <dgm:pt modelId="{1051B177-4756-447F-AA0F-55BA2DE3BBAA}" type="pres">
      <dgm:prSet presAssocID="{A2455FB2-ECA2-424D-BA85-8885222CEDE0}" presName="sibTrans" presStyleCnt="0"/>
      <dgm:spPr/>
    </dgm:pt>
    <dgm:pt modelId="{11DD0B55-E83F-4808-9C22-F4D76D0BD86F}" type="pres">
      <dgm:prSet presAssocID="{9FED2480-A78A-4E38-A71B-E370266228CC}" presName="compNode" presStyleCnt="0"/>
      <dgm:spPr/>
    </dgm:pt>
    <dgm:pt modelId="{DFBEF4D3-729F-4FD8-B383-88584C3DEB75}" type="pres">
      <dgm:prSet presAssocID="{9FED2480-A78A-4E38-A71B-E370266228CC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ermometer"/>
        </a:ext>
      </dgm:extLst>
    </dgm:pt>
    <dgm:pt modelId="{AE5D1CDA-C263-415F-9512-DCDE0C2F4CC7}" type="pres">
      <dgm:prSet presAssocID="{9FED2480-A78A-4E38-A71B-E370266228CC}" presName="spaceRect" presStyleCnt="0"/>
      <dgm:spPr/>
    </dgm:pt>
    <dgm:pt modelId="{5F9EB020-B92C-498E-88E1-FD7285401651}" type="pres">
      <dgm:prSet presAssocID="{9FED2480-A78A-4E38-A71B-E370266228CC}" presName="textRect" presStyleLbl="revTx" presStyleIdx="1" presStyleCnt="4">
        <dgm:presLayoutVars>
          <dgm:chMax val="1"/>
          <dgm:chPref val="1"/>
        </dgm:presLayoutVars>
      </dgm:prSet>
      <dgm:spPr/>
    </dgm:pt>
    <dgm:pt modelId="{0AD1DF52-47DB-4949-B3B7-7CA9D8403B85}" type="pres">
      <dgm:prSet presAssocID="{B56E4B8A-9131-46D0-9628-E8E6EB18A504}" presName="sibTrans" presStyleCnt="0"/>
      <dgm:spPr/>
    </dgm:pt>
    <dgm:pt modelId="{350424CA-BEB4-4EEE-8F95-17789BC35CE5}" type="pres">
      <dgm:prSet presAssocID="{8B47F328-7F58-4C57-B637-3FBB21CAC839}" presName="compNode" presStyleCnt="0"/>
      <dgm:spPr/>
    </dgm:pt>
    <dgm:pt modelId="{9ADDD909-035A-4DDD-83A9-FB79BDD1A0F8}" type="pres">
      <dgm:prSet presAssocID="{8B47F328-7F58-4C57-B637-3FBB21CAC839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C81E056B-8732-48A3-AD90-427F44DA938B}" type="pres">
      <dgm:prSet presAssocID="{8B47F328-7F58-4C57-B637-3FBB21CAC839}" presName="spaceRect" presStyleCnt="0"/>
      <dgm:spPr/>
    </dgm:pt>
    <dgm:pt modelId="{497E9B61-C4A7-43BC-9539-F39BDD47FC0D}" type="pres">
      <dgm:prSet presAssocID="{8B47F328-7F58-4C57-B637-3FBB21CAC839}" presName="textRect" presStyleLbl="revTx" presStyleIdx="2" presStyleCnt="4">
        <dgm:presLayoutVars>
          <dgm:chMax val="1"/>
          <dgm:chPref val="1"/>
        </dgm:presLayoutVars>
      </dgm:prSet>
      <dgm:spPr/>
    </dgm:pt>
    <dgm:pt modelId="{563A3370-132A-45A4-AE32-A6006129E35A}" type="pres">
      <dgm:prSet presAssocID="{7A86AC53-3D96-4D27-A521-EA9927C4AF40}" presName="sibTrans" presStyleCnt="0"/>
      <dgm:spPr/>
    </dgm:pt>
    <dgm:pt modelId="{F8825B00-B484-4F3B-8505-72016E4E39F4}" type="pres">
      <dgm:prSet presAssocID="{10CDF01D-80B6-47FF-BD32-1A875C43E0EA}" presName="compNode" presStyleCnt="0"/>
      <dgm:spPr/>
    </dgm:pt>
    <dgm:pt modelId="{C9FCC592-5942-4A8C-8214-47BE577D2A99}" type="pres">
      <dgm:prSet presAssocID="{10CDF01D-80B6-47FF-BD32-1A875C43E0EA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BEF86CEC-D321-49CA-8DF4-532D8B2F1DAB}" type="pres">
      <dgm:prSet presAssocID="{10CDF01D-80B6-47FF-BD32-1A875C43E0EA}" presName="spaceRect" presStyleCnt="0"/>
      <dgm:spPr/>
    </dgm:pt>
    <dgm:pt modelId="{7C59157E-B58D-4647-8E23-5C7DEA498F02}" type="pres">
      <dgm:prSet presAssocID="{10CDF01D-80B6-47FF-BD32-1A875C43E0EA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45162808-D6DB-4469-A4DF-DE4B2C62B0FE}" srcId="{A9092087-7669-440A-A145-3B424843DD36}" destId="{10CDF01D-80B6-47FF-BD32-1A875C43E0EA}" srcOrd="3" destOrd="0" parTransId="{E4430284-05DD-419B-B7D2-0484098A91C3}" sibTransId="{D38B75FC-7676-4B19-A852-6B903589F607}"/>
    <dgm:cxn modelId="{3616A123-B00E-41BE-BE50-1B03BFD94C63}" srcId="{A9092087-7669-440A-A145-3B424843DD36}" destId="{8B47F328-7F58-4C57-B637-3FBB21CAC839}" srcOrd="2" destOrd="0" parTransId="{2CE68679-E121-4C96-B8BF-A9CF16179E71}" sibTransId="{7A86AC53-3D96-4D27-A521-EA9927C4AF40}"/>
    <dgm:cxn modelId="{9BC12439-FC93-4D61-98A6-DAD751768C51}" type="presOf" srcId="{9FED2480-A78A-4E38-A71B-E370266228CC}" destId="{5F9EB020-B92C-498E-88E1-FD7285401651}" srcOrd="0" destOrd="0" presId="urn:microsoft.com/office/officeart/2018/2/layout/IconLabelList"/>
    <dgm:cxn modelId="{F4CAFE3B-2933-48B5-91FB-3EFF5A37ED80}" srcId="{A9092087-7669-440A-A145-3B424843DD36}" destId="{6007AFE2-D1D7-4261-BAEE-6AED35C19A77}" srcOrd="0" destOrd="0" parTransId="{2A96E32A-25C6-445D-85C7-3F1D9A0A2574}" sibTransId="{A2455FB2-ECA2-424D-BA85-8885222CEDE0}"/>
    <dgm:cxn modelId="{7D53644B-FEA9-45EA-9AE1-B8426EC970A7}" type="presOf" srcId="{A9092087-7669-440A-A145-3B424843DD36}" destId="{9C308F47-F298-4FFA-8B9A-CBFA5DDD0F81}" srcOrd="0" destOrd="0" presId="urn:microsoft.com/office/officeart/2018/2/layout/IconLabelList"/>
    <dgm:cxn modelId="{639FCB7E-B6E4-4855-BBFE-9721A4380438}" type="presOf" srcId="{6007AFE2-D1D7-4261-BAEE-6AED35C19A77}" destId="{B69457D9-9E02-4939-95D8-653DC204EC05}" srcOrd="0" destOrd="0" presId="urn:microsoft.com/office/officeart/2018/2/layout/IconLabelList"/>
    <dgm:cxn modelId="{788DB58E-9E41-43F6-B29A-B7A81FADA140}" type="presOf" srcId="{8B47F328-7F58-4C57-B637-3FBB21CAC839}" destId="{497E9B61-C4A7-43BC-9539-F39BDD47FC0D}" srcOrd="0" destOrd="0" presId="urn:microsoft.com/office/officeart/2018/2/layout/IconLabelList"/>
    <dgm:cxn modelId="{2D6D7BBF-B23B-47F7-B59D-C28D1272C317}" type="presOf" srcId="{10CDF01D-80B6-47FF-BD32-1A875C43E0EA}" destId="{7C59157E-B58D-4647-8E23-5C7DEA498F02}" srcOrd="0" destOrd="0" presId="urn:microsoft.com/office/officeart/2018/2/layout/IconLabelList"/>
    <dgm:cxn modelId="{697574C4-4559-45D0-9D2A-996A69340D4A}" srcId="{A9092087-7669-440A-A145-3B424843DD36}" destId="{9FED2480-A78A-4E38-A71B-E370266228CC}" srcOrd="1" destOrd="0" parTransId="{32C42F9B-EA0F-4887-A990-431DC986D127}" sibTransId="{B56E4B8A-9131-46D0-9628-E8E6EB18A504}"/>
    <dgm:cxn modelId="{2264354D-F9A0-446B-B824-D4F8CC307C3C}" type="presParOf" srcId="{9C308F47-F298-4FFA-8B9A-CBFA5DDD0F81}" destId="{C84F41D5-F598-4566-9554-2FD25F002822}" srcOrd="0" destOrd="0" presId="urn:microsoft.com/office/officeart/2018/2/layout/IconLabelList"/>
    <dgm:cxn modelId="{B88B8DDD-E0D1-4F2A-8CA8-53A4F7176133}" type="presParOf" srcId="{C84F41D5-F598-4566-9554-2FD25F002822}" destId="{32D2667B-956F-4D51-8520-A6B68648D62B}" srcOrd="0" destOrd="0" presId="urn:microsoft.com/office/officeart/2018/2/layout/IconLabelList"/>
    <dgm:cxn modelId="{FA6E35F3-BB49-4A84-85A5-31CE6990802B}" type="presParOf" srcId="{C84F41D5-F598-4566-9554-2FD25F002822}" destId="{EDA26C8C-4691-4344-B731-B780DF2E679E}" srcOrd="1" destOrd="0" presId="urn:microsoft.com/office/officeart/2018/2/layout/IconLabelList"/>
    <dgm:cxn modelId="{EFADCC44-F102-4057-B9F9-3C2A42DD423A}" type="presParOf" srcId="{C84F41D5-F598-4566-9554-2FD25F002822}" destId="{B69457D9-9E02-4939-95D8-653DC204EC05}" srcOrd="2" destOrd="0" presId="urn:microsoft.com/office/officeart/2018/2/layout/IconLabelList"/>
    <dgm:cxn modelId="{E8A4B3DF-E33E-4ECD-AB53-D649646A21FC}" type="presParOf" srcId="{9C308F47-F298-4FFA-8B9A-CBFA5DDD0F81}" destId="{1051B177-4756-447F-AA0F-55BA2DE3BBAA}" srcOrd="1" destOrd="0" presId="urn:microsoft.com/office/officeart/2018/2/layout/IconLabelList"/>
    <dgm:cxn modelId="{100901C2-6229-425C-AC3C-D45536607C27}" type="presParOf" srcId="{9C308F47-F298-4FFA-8B9A-CBFA5DDD0F81}" destId="{11DD0B55-E83F-4808-9C22-F4D76D0BD86F}" srcOrd="2" destOrd="0" presId="urn:microsoft.com/office/officeart/2018/2/layout/IconLabelList"/>
    <dgm:cxn modelId="{935DD023-2B55-482B-9F41-3F214EFF2AF0}" type="presParOf" srcId="{11DD0B55-E83F-4808-9C22-F4D76D0BD86F}" destId="{DFBEF4D3-729F-4FD8-B383-88584C3DEB75}" srcOrd="0" destOrd="0" presId="urn:microsoft.com/office/officeart/2018/2/layout/IconLabelList"/>
    <dgm:cxn modelId="{15CD5D79-D6D8-4E3F-A277-3A44A17AB917}" type="presParOf" srcId="{11DD0B55-E83F-4808-9C22-F4D76D0BD86F}" destId="{AE5D1CDA-C263-415F-9512-DCDE0C2F4CC7}" srcOrd="1" destOrd="0" presId="urn:microsoft.com/office/officeart/2018/2/layout/IconLabelList"/>
    <dgm:cxn modelId="{08CDA684-CD75-45F2-A449-30901A7CEECA}" type="presParOf" srcId="{11DD0B55-E83F-4808-9C22-F4D76D0BD86F}" destId="{5F9EB020-B92C-498E-88E1-FD7285401651}" srcOrd="2" destOrd="0" presId="urn:microsoft.com/office/officeart/2018/2/layout/IconLabelList"/>
    <dgm:cxn modelId="{A0A76830-8B5B-4DD3-B76D-577703EFF2D5}" type="presParOf" srcId="{9C308F47-F298-4FFA-8B9A-CBFA5DDD0F81}" destId="{0AD1DF52-47DB-4949-B3B7-7CA9D8403B85}" srcOrd="3" destOrd="0" presId="urn:microsoft.com/office/officeart/2018/2/layout/IconLabelList"/>
    <dgm:cxn modelId="{92929D3E-8723-41D4-BDAB-4E6B7BA86302}" type="presParOf" srcId="{9C308F47-F298-4FFA-8B9A-CBFA5DDD0F81}" destId="{350424CA-BEB4-4EEE-8F95-17789BC35CE5}" srcOrd="4" destOrd="0" presId="urn:microsoft.com/office/officeart/2018/2/layout/IconLabelList"/>
    <dgm:cxn modelId="{0CCF35B4-9F30-4CA3-9CFC-7D2EB04FF48E}" type="presParOf" srcId="{350424CA-BEB4-4EEE-8F95-17789BC35CE5}" destId="{9ADDD909-035A-4DDD-83A9-FB79BDD1A0F8}" srcOrd="0" destOrd="0" presId="urn:microsoft.com/office/officeart/2018/2/layout/IconLabelList"/>
    <dgm:cxn modelId="{15F645A1-01A1-4F2A-9BCC-CBE33C8069C0}" type="presParOf" srcId="{350424CA-BEB4-4EEE-8F95-17789BC35CE5}" destId="{C81E056B-8732-48A3-AD90-427F44DA938B}" srcOrd="1" destOrd="0" presId="urn:microsoft.com/office/officeart/2018/2/layout/IconLabelList"/>
    <dgm:cxn modelId="{7E4C01BD-60F1-4F84-9317-4542BC9925AC}" type="presParOf" srcId="{350424CA-BEB4-4EEE-8F95-17789BC35CE5}" destId="{497E9B61-C4A7-43BC-9539-F39BDD47FC0D}" srcOrd="2" destOrd="0" presId="urn:microsoft.com/office/officeart/2018/2/layout/IconLabelList"/>
    <dgm:cxn modelId="{ED2AA07A-2BD5-49FB-AEF7-47575E681193}" type="presParOf" srcId="{9C308F47-F298-4FFA-8B9A-CBFA5DDD0F81}" destId="{563A3370-132A-45A4-AE32-A6006129E35A}" srcOrd="5" destOrd="0" presId="urn:microsoft.com/office/officeart/2018/2/layout/IconLabelList"/>
    <dgm:cxn modelId="{C72CA579-E285-4877-B4EE-3F9AC49F42E1}" type="presParOf" srcId="{9C308F47-F298-4FFA-8B9A-CBFA5DDD0F81}" destId="{F8825B00-B484-4F3B-8505-72016E4E39F4}" srcOrd="6" destOrd="0" presId="urn:microsoft.com/office/officeart/2018/2/layout/IconLabelList"/>
    <dgm:cxn modelId="{21FAC9D6-A0D6-4EA9-AFC0-D6A9F5CFF1A3}" type="presParOf" srcId="{F8825B00-B484-4F3B-8505-72016E4E39F4}" destId="{C9FCC592-5942-4A8C-8214-47BE577D2A99}" srcOrd="0" destOrd="0" presId="urn:microsoft.com/office/officeart/2018/2/layout/IconLabelList"/>
    <dgm:cxn modelId="{432DF22F-A6A0-48AB-8BFE-0D096BEA2BFD}" type="presParOf" srcId="{F8825B00-B484-4F3B-8505-72016E4E39F4}" destId="{BEF86CEC-D321-49CA-8DF4-532D8B2F1DAB}" srcOrd="1" destOrd="0" presId="urn:microsoft.com/office/officeart/2018/2/layout/IconLabelList"/>
    <dgm:cxn modelId="{AACD8F8F-40C9-4B65-B98D-6F382C80928D}" type="presParOf" srcId="{F8825B00-B484-4F3B-8505-72016E4E39F4}" destId="{7C59157E-B58D-4647-8E23-5C7DEA498F0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B92FDB-3F7C-4463-9E70-5D20006ABEC3}">
      <dsp:nvSpPr>
        <dsp:cNvPr id="0" name=""/>
        <dsp:cNvSpPr/>
      </dsp:nvSpPr>
      <dsp:spPr>
        <a:xfrm>
          <a:off x="0" y="2439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BE5500-C7C4-469B-9126-9A421CFE1735}">
      <dsp:nvSpPr>
        <dsp:cNvPr id="0" name=""/>
        <dsp:cNvSpPr/>
      </dsp:nvSpPr>
      <dsp:spPr>
        <a:xfrm>
          <a:off x="374076" y="280678"/>
          <a:ext cx="680139" cy="680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FEC855-2AD9-431B-9B2D-45E35B8E688D}">
      <dsp:nvSpPr>
        <dsp:cNvPr id="0" name=""/>
        <dsp:cNvSpPr/>
      </dsp:nvSpPr>
      <dsp:spPr>
        <a:xfrm>
          <a:off x="1428292" y="2439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From Cost Centers to Bankable, Climate-Resilient Assets</a:t>
          </a:r>
        </a:p>
      </dsp:txBody>
      <dsp:txXfrm>
        <a:off x="1428292" y="2439"/>
        <a:ext cx="4873308" cy="1236616"/>
      </dsp:txXfrm>
    </dsp:sp>
    <dsp:sp modelId="{A296D5CC-40B3-4DCD-A176-29F201A1553F}">
      <dsp:nvSpPr>
        <dsp:cNvPr id="0" name=""/>
        <dsp:cNvSpPr/>
      </dsp:nvSpPr>
      <dsp:spPr>
        <a:xfrm>
          <a:off x="0" y="1548210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33A16D-2F7F-4037-A6C7-8F1D797A5440}">
      <dsp:nvSpPr>
        <dsp:cNvPr id="0" name=""/>
        <dsp:cNvSpPr/>
      </dsp:nvSpPr>
      <dsp:spPr>
        <a:xfrm>
          <a:off x="374076" y="1826449"/>
          <a:ext cx="680139" cy="680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8E28CA-A777-4B6F-B2F0-CFC576DF0846}">
      <dsp:nvSpPr>
        <dsp:cNvPr id="0" name=""/>
        <dsp:cNvSpPr/>
      </dsp:nvSpPr>
      <dsp:spPr>
        <a:xfrm>
          <a:off x="1428292" y="1548210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Focus: Retrofitting existing infrastructure</a:t>
          </a:r>
        </a:p>
      </dsp:txBody>
      <dsp:txXfrm>
        <a:off x="1428292" y="1548210"/>
        <a:ext cx="4873308" cy="1236616"/>
      </dsp:txXfrm>
    </dsp:sp>
    <dsp:sp modelId="{428612BD-67E7-4FB7-A023-87252BC7E8EC}">
      <dsp:nvSpPr>
        <dsp:cNvPr id="0" name=""/>
        <dsp:cNvSpPr/>
      </dsp:nvSpPr>
      <dsp:spPr>
        <a:xfrm>
          <a:off x="0" y="3093981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5F84D9-5442-4EEF-86AA-BC4D3DA6FE4D}">
      <dsp:nvSpPr>
        <dsp:cNvPr id="0" name=""/>
        <dsp:cNvSpPr/>
      </dsp:nvSpPr>
      <dsp:spPr>
        <a:xfrm>
          <a:off x="374076" y="3372220"/>
          <a:ext cx="680139" cy="680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D508DE-6ED1-4AC1-9379-7B9941E0CAC1}">
      <dsp:nvSpPr>
        <dsp:cNvPr id="0" name=""/>
        <dsp:cNvSpPr/>
      </dsp:nvSpPr>
      <dsp:spPr>
        <a:xfrm>
          <a:off x="1428292" y="3093981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Case: Agricultural Drainage Desalination (Egypt)</a:t>
          </a:r>
        </a:p>
      </dsp:txBody>
      <dsp:txXfrm>
        <a:off x="1428292" y="3093981"/>
        <a:ext cx="4873308" cy="1236616"/>
      </dsp:txXfrm>
    </dsp:sp>
    <dsp:sp modelId="{BB04F271-BBB4-47C6-AF91-D56EEA4F839A}">
      <dsp:nvSpPr>
        <dsp:cNvPr id="0" name=""/>
        <dsp:cNvSpPr/>
      </dsp:nvSpPr>
      <dsp:spPr>
        <a:xfrm>
          <a:off x="0" y="4639752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E99F72-36F6-431F-ACD7-3EF309EF4EC1}">
      <dsp:nvSpPr>
        <dsp:cNvPr id="0" name=""/>
        <dsp:cNvSpPr/>
      </dsp:nvSpPr>
      <dsp:spPr>
        <a:xfrm>
          <a:off x="374076" y="4917991"/>
          <a:ext cx="680139" cy="680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9DEDEF-37A4-4269-AE58-F706CB38715C}">
      <dsp:nvSpPr>
        <dsp:cNvPr id="0" name=""/>
        <dsp:cNvSpPr/>
      </dsp:nvSpPr>
      <dsp:spPr>
        <a:xfrm>
          <a:off x="1428292" y="4639752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Approach: Technical + Financial + Governance</a:t>
          </a:r>
        </a:p>
      </dsp:txBody>
      <dsp:txXfrm>
        <a:off x="1428292" y="4639752"/>
        <a:ext cx="4873308" cy="12366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C40654-3C45-40BA-B17C-3C2E4152BA70}">
      <dsp:nvSpPr>
        <dsp:cNvPr id="0" name=""/>
        <dsp:cNvSpPr/>
      </dsp:nvSpPr>
      <dsp:spPr>
        <a:xfrm>
          <a:off x="0" y="2439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5A4DF9-1604-434D-94D7-A76CDBCC0D5E}">
      <dsp:nvSpPr>
        <dsp:cNvPr id="0" name=""/>
        <dsp:cNvSpPr/>
      </dsp:nvSpPr>
      <dsp:spPr>
        <a:xfrm>
          <a:off x="374076" y="280678"/>
          <a:ext cx="680139" cy="680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0E68A8-FFBF-49D5-A8C8-2DF8C3FA6F60}">
      <dsp:nvSpPr>
        <dsp:cNvPr id="0" name=""/>
        <dsp:cNvSpPr/>
      </dsp:nvSpPr>
      <dsp:spPr>
        <a:xfrm>
          <a:off x="1428292" y="2439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Shift from silo-based planning to system efficiency</a:t>
          </a:r>
        </a:p>
      </dsp:txBody>
      <dsp:txXfrm>
        <a:off x="1428292" y="2439"/>
        <a:ext cx="4873308" cy="1236616"/>
      </dsp:txXfrm>
    </dsp:sp>
    <dsp:sp modelId="{B048ECB3-78E1-4A8E-858F-A3F0D4F52EF2}">
      <dsp:nvSpPr>
        <dsp:cNvPr id="0" name=""/>
        <dsp:cNvSpPr/>
      </dsp:nvSpPr>
      <dsp:spPr>
        <a:xfrm>
          <a:off x="0" y="1548210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7773B6-0161-4E3B-8160-F28B08471ADC}">
      <dsp:nvSpPr>
        <dsp:cNvPr id="0" name=""/>
        <dsp:cNvSpPr/>
      </dsp:nvSpPr>
      <dsp:spPr>
        <a:xfrm>
          <a:off x="374076" y="1826449"/>
          <a:ext cx="680139" cy="680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1BA609-6E2D-4D6F-80B8-71AE2649CC5E}">
      <dsp:nvSpPr>
        <dsp:cNvPr id="0" name=""/>
        <dsp:cNvSpPr/>
      </dsp:nvSpPr>
      <dsp:spPr>
        <a:xfrm>
          <a:off x="1428292" y="1548210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Drivers: climate change, water scarcity, energy volatility</a:t>
          </a:r>
        </a:p>
      </dsp:txBody>
      <dsp:txXfrm>
        <a:off x="1428292" y="1548210"/>
        <a:ext cx="4873308" cy="1236616"/>
      </dsp:txXfrm>
    </dsp:sp>
    <dsp:sp modelId="{A9D70AF3-3285-4368-839A-7A22AEDE9A10}">
      <dsp:nvSpPr>
        <dsp:cNvPr id="0" name=""/>
        <dsp:cNvSpPr/>
      </dsp:nvSpPr>
      <dsp:spPr>
        <a:xfrm>
          <a:off x="0" y="3093981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A2B58D4-3543-4C31-92A9-FC56B3AD2A0E}">
      <dsp:nvSpPr>
        <dsp:cNvPr id="0" name=""/>
        <dsp:cNvSpPr/>
      </dsp:nvSpPr>
      <dsp:spPr>
        <a:xfrm>
          <a:off x="374076" y="3372220"/>
          <a:ext cx="680139" cy="680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C81AB5-6736-4B5E-8930-E754FE46999C}">
      <dsp:nvSpPr>
        <dsp:cNvPr id="0" name=""/>
        <dsp:cNvSpPr/>
      </dsp:nvSpPr>
      <dsp:spPr>
        <a:xfrm>
          <a:off x="1428292" y="3093981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Transition from CAPEX focus to lifecycle value</a:t>
          </a:r>
        </a:p>
      </dsp:txBody>
      <dsp:txXfrm>
        <a:off x="1428292" y="3093981"/>
        <a:ext cx="4873308" cy="1236616"/>
      </dsp:txXfrm>
    </dsp:sp>
    <dsp:sp modelId="{D2ADAF5E-680D-4BC6-BEE5-000DAA21E671}">
      <dsp:nvSpPr>
        <dsp:cNvPr id="0" name=""/>
        <dsp:cNvSpPr/>
      </dsp:nvSpPr>
      <dsp:spPr>
        <a:xfrm>
          <a:off x="0" y="4639752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5A2021-035E-4021-9FEA-1F6837F3E0FF}">
      <dsp:nvSpPr>
        <dsp:cNvPr id="0" name=""/>
        <dsp:cNvSpPr/>
      </dsp:nvSpPr>
      <dsp:spPr>
        <a:xfrm>
          <a:off x="374076" y="4917991"/>
          <a:ext cx="680139" cy="680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9A083F-670A-4198-9049-8160420141DB}">
      <dsp:nvSpPr>
        <dsp:cNvPr id="0" name=""/>
        <dsp:cNvSpPr/>
      </dsp:nvSpPr>
      <dsp:spPr>
        <a:xfrm>
          <a:off x="1428292" y="4639752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Investors demand ESG-compliant resilient assets</a:t>
          </a:r>
        </a:p>
      </dsp:txBody>
      <dsp:txXfrm>
        <a:off x="1428292" y="4639752"/>
        <a:ext cx="4873308" cy="123661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F4ACCF-CF07-4C8E-9750-CD583362963D}">
      <dsp:nvSpPr>
        <dsp:cNvPr id="0" name=""/>
        <dsp:cNvSpPr/>
      </dsp:nvSpPr>
      <dsp:spPr>
        <a:xfrm>
          <a:off x="752566" y="1045320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DD677A-DA06-4815-AB8F-4EF14963B0BE}">
      <dsp:nvSpPr>
        <dsp:cNvPr id="0" name=""/>
        <dsp:cNvSpPr/>
      </dsp:nvSpPr>
      <dsp:spPr>
        <a:xfrm>
          <a:off x="100682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Identify cross-sector inefficiencies</a:t>
          </a:r>
        </a:p>
      </dsp:txBody>
      <dsp:txXfrm>
        <a:off x="100682" y="2427484"/>
        <a:ext cx="2370489" cy="720000"/>
      </dsp:txXfrm>
    </dsp:sp>
    <dsp:sp modelId="{86FB8ED7-A249-493D-8BB8-98BADFF729EC}">
      <dsp:nvSpPr>
        <dsp:cNvPr id="0" name=""/>
        <dsp:cNvSpPr/>
      </dsp:nvSpPr>
      <dsp:spPr>
        <a:xfrm>
          <a:off x="3537891" y="1045320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A073EC-D8F8-4AA6-A5CB-7B3150117464}">
      <dsp:nvSpPr>
        <dsp:cNvPr id="0" name=""/>
        <dsp:cNvSpPr/>
      </dsp:nvSpPr>
      <dsp:spPr>
        <a:xfrm>
          <a:off x="2886007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Quantify economic and financial co-benefits</a:t>
          </a:r>
        </a:p>
      </dsp:txBody>
      <dsp:txXfrm>
        <a:off x="2886007" y="2427484"/>
        <a:ext cx="2370489" cy="720000"/>
      </dsp:txXfrm>
    </dsp:sp>
    <dsp:sp modelId="{133BAA83-4B82-42BE-BFB6-B8DBE1A1E3F7}">
      <dsp:nvSpPr>
        <dsp:cNvPr id="0" name=""/>
        <dsp:cNvSpPr/>
      </dsp:nvSpPr>
      <dsp:spPr>
        <a:xfrm>
          <a:off x="6323216" y="1045320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B8F8A8-E37E-4312-984E-5AD0A398CB42}">
      <dsp:nvSpPr>
        <dsp:cNvPr id="0" name=""/>
        <dsp:cNvSpPr/>
      </dsp:nvSpPr>
      <dsp:spPr>
        <a:xfrm>
          <a:off x="5671332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Transform projects into bankable investments</a:t>
          </a:r>
        </a:p>
      </dsp:txBody>
      <dsp:txXfrm>
        <a:off x="5671332" y="2427484"/>
        <a:ext cx="2370489" cy="720000"/>
      </dsp:txXfrm>
    </dsp:sp>
    <dsp:sp modelId="{2108EAE5-8FCE-4A54-BD41-92B680DBFEB6}">
      <dsp:nvSpPr>
        <dsp:cNvPr id="0" name=""/>
        <dsp:cNvSpPr/>
      </dsp:nvSpPr>
      <dsp:spPr>
        <a:xfrm>
          <a:off x="9108541" y="1045320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218CAC-2CEA-4C12-81CE-FF35651FFF22}">
      <dsp:nvSpPr>
        <dsp:cNvPr id="0" name=""/>
        <dsp:cNvSpPr/>
      </dsp:nvSpPr>
      <dsp:spPr>
        <a:xfrm>
          <a:off x="8456657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Enable access to climate and blended finance</a:t>
          </a:r>
        </a:p>
      </dsp:txBody>
      <dsp:txXfrm>
        <a:off x="8456657" y="2427484"/>
        <a:ext cx="2370489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BDEB12-F856-4C45-98C6-0EA926C8FDC3}">
      <dsp:nvSpPr>
        <dsp:cNvPr id="0" name=""/>
        <dsp:cNvSpPr/>
      </dsp:nvSpPr>
      <dsp:spPr>
        <a:xfrm>
          <a:off x="752566" y="1045320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CAEA6F-8707-465A-B07A-45739B7B4620}">
      <dsp:nvSpPr>
        <dsp:cNvPr id="0" name=""/>
        <dsp:cNvSpPr/>
      </dsp:nvSpPr>
      <dsp:spPr>
        <a:xfrm>
          <a:off x="100682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Water ignores energy cost</a:t>
          </a:r>
        </a:p>
      </dsp:txBody>
      <dsp:txXfrm>
        <a:off x="100682" y="2427484"/>
        <a:ext cx="2370489" cy="720000"/>
      </dsp:txXfrm>
    </dsp:sp>
    <dsp:sp modelId="{29B84A45-D2F1-4BF5-A760-3211E2FFBFFA}">
      <dsp:nvSpPr>
        <dsp:cNvPr id="0" name=""/>
        <dsp:cNvSpPr/>
      </dsp:nvSpPr>
      <dsp:spPr>
        <a:xfrm>
          <a:off x="3537891" y="1045320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E36AEB-0C11-4B57-90F7-6BC57977242E}">
      <dsp:nvSpPr>
        <dsp:cNvPr id="0" name=""/>
        <dsp:cNvSpPr/>
      </dsp:nvSpPr>
      <dsp:spPr>
        <a:xfrm>
          <a:off x="2886007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Energy ignores water demand</a:t>
          </a:r>
        </a:p>
      </dsp:txBody>
      <dsp:txXfrm>
        <a:off x="2886007" y="2427484"/>
        <a:ext cx="2370489" cy="720000"/>
      </dsp:txXfrm>
    </dsp:sp>
    <dsp:sp modelId="{0AEEE408-E136-4F14-ABC6-3E491524C73A}">
      <dsp:nvSpPr>
        <dsp:cNvPr id="0" name=""/>
        <dsp:cNvSpPr/>
      </dsp:nvSpPr>
      <dsp:spPr>
        <a:xfrm>
          <a:off x="6323216" y="1045320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37D76C-77FD-4DCE-9FF4-1FCEEF16F139}">
      <dsp:nvSpPr>
        <dsp:cNvPr id="0" name=""/>
        <dsp:cNvSpPr/>
      </dsp:nvSpPr>
      <dsp:spPr>
        <a:xfrm>
          <a:off x="5671332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Agriculture ignores sustainability</a:t>
          </a:r>
        </a:p>
      </dsp:txBody>
      <dsp:txXfrm>
        <a:off x="5671332" y="2427484"/>
        <a:ext cx="2370489" cy="720000"/>
      </dsp:txXfrm>
    </dsp:sp>
    <dsp:sp modelId="{2F2D382C-AAAD-4533-BE1E-1E793079188F}">
      <dsp:nvSpPr>
        <dsp:cNvPr id="0" name=""/>
        <dsp:cNvSpPr/>
      </dsp:nvSpPr>
      <dsp:spPr>
        <a:xfrm>
          <a:off x="9108541" y="1045320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2906C6-FA75-4D4C-983D-28F8B654FD64}">
      <dsp:nvSpPr>
        <dsp:cNvPr id="0" name=""/>
        <dsp:cNvSpPr/>
      </dsp:nvSpPr>
      <dsp:spPr>
        <a:xfrm>
          <a:off x="8456657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Result: system-wide inefficiency and high OPEX</a:t>
          </a:r>
        </a:p>
      </dsp:txBody>
      <dsp:txXfrm>
        <a:off x="8456657" y="2427484"/>
        <a:ext cx="2370489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87714B6-CC9D-4789-A346-CEBBE8561F8A}">
      <dsp:nvSpPr>
        <dsp:cNvPr id="0" name=""/>
        <dsp:cNvSpPr/>
      </dsp:nvSpPr>
      <dsp:spPr>
        <a:xfrm>
          <a:off x="0" y="0"/>
          <a:ext cx="8742263" cy="81166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Integrates water-energy-food-ecosystems</a:t>
          </a:r>
        </a:p>
      </dsp:txBody>
      <dsp:txXfrm>
        <a:off x="23773" y="23773"/>
        <a:ext cx="7797822" cy="764123"/>
      </dsp:txXfrm>
    </dsp:sp>
    <dsp:sp modelId="{7E38A373-D073-41EE-9A07-9E4ED8F849A2}">
      <dsp:nvSpPr>
        <dsp:cNvPr id="0" name=""/>
        <dsp:cNvSpPr/>
      </dsp:nvSpPr>
      <dsp:spPr>
        <a:xfrm>
          <a:off x="732164" y="959245"/>
          <a:ext cx="8742263" cy="811669"/>
        </a:xfrm>
        <a:prstGeom prst="roundRect">
          <a:avLst>
            <a:gd name="adj" fmla="val 10000"/>
          </a:avLst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Captures interdependencies and trade-offs</a:t>
          </a:r>
        </a:p>
      </dsp:txBody>
      <dsp:txXfrm>
        <a:off x="755937" y="983018"/>
        <a:ext cx="7434967" cy="764123"/>
      </dsp:txXfrm>
    </dsp:sp>
    <dsp:sp modelId="{C317D075-1F8F-4C73-94E3-0BE5044F2B61}">
      <dsp:nvSpPr>
        <dsp:cNvPr id="0" name=""/>
        <dsp:cNvSpPr/>
      </dsp:nvSpPr>
      <dsp:spPr>
        <a:xfrm>
          <a:off x="1453401" y="1918490"/>
          <a:ext cx="8742263" cy="811669"/>
        </a:xfrm>
        <a:prstGeom prst="roundRect">
          <a:avLst>
            <a:gd name="adj" fmla="val 10000"/>
          </a:avLst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Optimizes system performance</a:t>
          </a:r>
        </a:p>
      </dsp:txBody>
      <dsp:txXfrm>
        <a:off x="1477174" y="1942263"/>
        <a:ext cx="7445895" cy="764123"/>
      </dsp:txXfrm>
    </dsp:sp>
    <dsp:sp modelId="{B34B89BD-E127-4431-AD81-F5A5AF54DD8A}">
      <dsp:nvSpPr>
        <dsp:cNvPr id="0" name=""/>
        <dsp:cNvSpPr/>
      </dsp:nvSpPr>
      <dsp:spPr>
        <a:xfrm>
          <a:off x="2185565" y="2877735"/>
          <a:ext cx="8742263" cy="811669"/>
        </a:xfrm>
        <a:prstGeom prst="roundRect">
          <a:avLst>
            <a:gd name="adj" fmla="val 1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Reduces risks across sectors</a:t>
          </a:r>
        </a:p>
      </dsp:txBody>
      <dsp:txXfrm>
        <a:off x="2209338" y="2901508"/>
        <a:ext cx="7434967" cy="764123"/>
      </dsp:txXfrm>
    </dsp:sp>
    <dsp:sp modelId="{E5B9D499-C5B7-4896-B7A9-5C179D1A229C}">
      <dsp:nvSpPr>
        <dsp:cNvPr id="0" name=""/>
        <dsp:cNvSpPr/>
      </dsp:nvSpPr>
      <dsp:spPr>
        <a:xfrm>
          <a:off x="8214678" y="621664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8333384" y="621664"/>
        <a:ext cx="290172" cy="397007"/>
      </dsp:txXfrm>
    </dsp:sp>
    <dsp:sp modelId="{F71FD949-BC70-462D-857B-5936FA3FE12D}">
      <dsp:nvSpPr>
        <dsp:cNvPr id="0" name=""/>
        <dsp:cNvSpPr/>
      </dsp:nvSpPr>
      <dsp:spPr>
        <a:xfrm>
          <a:off x="8946842" y="1580910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9065548" y="1580910"/>
        <a:ext cx="290172" cy="397007"/>
      </dsp:txXfrm>
    </dsp:sp>
    <dsp:sp modelId="{D766C09F-39EB-4247-9BB8-B70E9E4F305D}">
      <dsp:nvSpPr>
        <dsp:cNvPr id="0" name=""/>
        <dsp:cNvSpPr/>
      </dsp:nvSpPr>
      <dsp:spPr>
        <a:xfrm>
          <a:off x="9668079" y="2540155"/>
          <a:ext cx="527584" cy="527584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210" tIns="29210" rIns="29210" bIns="2921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9786785" y="2540155"/>
        <a:ext cx="290172" cy="39700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66C24C-83BC-4C1A-9149-7DB668817E21}">
      <dsp:nvSpPr>
        <dsp:cNvPr id="0" name=""/>
        <dsp:cNvSpPr/>
      </dsp:nvSpPr>
      <dsp:spPr>
        <a:xfrm>
          <a:off x="1243" y="1080997"/>
          <a:ext cx="2652260" cy="159135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Cost reduction (energy, losses)</a:t>
          </a:r>
        </a:p>
      </dsp:txBody>
      <dsp:txXfrm>
        <a:off x="47852" y="1127606"/>
        <a:ext cx="2559042" cy="1498138"/>
      </dsp:txXfrm>
    </dsp:sp>
    <dsp:sp modelId="{7AA30A13-A30D-4FE8-A777-91F136484400}">
      <dsp:nvSpPr>
        <dsp:cNvPr id="0" name=""/>
        <dsp:cNvSpPr/>
      </dsp:nvSpPr>
      <dsp:spPr>
        <a:xfrm>
          <a:off x="2886903" y="1547795"/>
          <a:ext cx="562279" cy="6577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2886903" y="1679347"/>
        <a:ext cx="393595" cy="394656"/>
      </dsp:txXfrm>
    </dsp:sp>
    <dsp:sp modelId="{2A3444A3-0840-4737-BF35-0B991AC19FAF}">
      <dsp:nvSpPr>
        <dsp:cNvPr id="0" name=""/>
        <dsp:cNvSpPr/>
      </dsp:nvSpPr>
      <dsp:spPr>
        <a:xfrm>
          <a:off x="3714408" y="1080997"/>
          <a:ext cx="2652260" cy="159135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Revenue generation (water, agriculture)</a:t>
          </a:r>
        </a:p>
      </dsp:txBody>
      <dsp:txXfrm>
        <a:off x="3761017" y="1127606"/>
        <a:ext cx="2559042" cy="1498138"/>
      </dsp:txXfrm>
    </dsp:sp>
    <dsp:sp modelId="{1CB5CC55-9D31-4D30-98D8-938162436831}">
      <dsp:nvSpPr>
        <dsp:cNvPr id="0" name=""/>
        <dsp:cNvSpPr/>
      </dsp:nvSpPr>
      <dsp:spPr>
        <a:xfrm rot="5400000">
          <a:off x="4759399" y="2858012"/>
          <a:ext cx="562279" cy="6577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 rot="-5400000">
        <a:off x="4843211" y="2905752"/>
        <a:ext cx="394656" cy="393595"/>
      </dsp:txXfrm>
    </dsp:sp>
    <dsp:sp modelId="{48058EE8-EE9E-423B-B0C0-8ABCA46498A7}">
      <dsp:nvSpPr>
        <dsp:cNvPr id="0" name=""/>
        <dsp:cNvSpPr/>
      </dsp:nvSpPr>
      <dsp:spPr>
        <a:xfrm>
          <a:off x="3714408" y="3733258"/>
          <a:ext cx="2652260" cy="159135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Risk mitigation (climate, price shocks)</a:t>
          </a:r>
        </a:p>
      </dsp:txBody>
      <dsp:txXfrm>
        <a:off x="3761017" y="3779867"/>
        <a:ext cx="2559042" cy="1498138"/>
      </dsp:txXfrm>
    </dsp:sp>
    <dsp:sp modelId="{F4EF1CD9-D332-4EE5-9D59-B80B1E73DCC9}">
      <dsp:nvSpPr>
        <dsp:cNvPr id="0" name=""/>
        <dsp:cNvSpPr/>
      </dsp:nvSpPr>
      <dsp:spPr>
        <a:xfrm rot="10800000">
          <a:off x="2918730" y="4200056"/>
          <a:ext cx="562279" cy="657760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 rot="10800000">
        <a:off x="3087414" y="4331608"/>
        <a:ext cx="393595" cy="394656"/>
      </dsp:txXfrm>
    </dsp:sp>
    <dsp:sp modelId="{9DB4ABD9-842D-42FF-A00C-4DB82D9EAABA}">
      <dsp:nvSpPr>
        <dsp:cNvPr id="0" name=""/>
        <dsp:cNvSpPr/>
      </dsp:nvSpPr>
      <dsp:spPr>
        <a:xfrm>
          <a:off x="1243" y="3733258"/>
          <a:ext cx="2652260" cy="1591356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Asset revaluation into investment-grade</a:t>
          </a:r>
        </a:p>
      </dsp:txBody>
      <dsp:txXfrm>
        <a:off x="47852" y="3779867"/>
        <a:ext cx="2559042" cy="149813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DAEEAF-B0E4-48CC-9857-DC47F2877B4F}">
      <dsp:nvSpPr>
        <dsp:cNvPr id="0" name=""/>
        <dsp:cNvSpPr/>
      </dsp:nvSpPr>
      <dsp:spPr>
        <a:xfrm>
          <a:off x="562927" y="788206"/>
          <a:ext cx="1445998" cy="1445998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5847EE-E855-499C-A7E6-5AA9C2C47F2C}">
      <dsp:nvSpPr>
        <dsp:cNvPr id="0" name=""/>
        <dsp:cNvSpPr/>
      </dsp:nvSpPr>
      <dsp:spPr>
        <a:xfrm>
          <a:off x="871091" y="1096370"/>
          <a:ext cx="829671" cy="8296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2FEC7B-3558-4F1F-89A5-E1ACA1582BC3}">
      <dsp:nvSpPr>
        <dsp:cNvPr id="0" name=""/>
        <dsp:cNvSpPr/>
      </dsp:nvSpPr>
      <dsp:spPr>
        <a:xfrm>
          <a:off x="10068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Water scarcity &lt;600 m3/capita/year</a:t>
          </a:r>
        </a:p>
      </dsp:txBody>
      <dsp:txXfrm>
        <a:off x="100682" y="2684598"/>
        <a:ext cx="2370489" cy="720000"/>
      </dsp:txXfrm>
    </dsp:sp>
    <dsp:sp modelId="{5484E843-7F8E-4A9A-B46F-50230CF1CCE5}">
      <dsp:nvSpPr>
        <dsp:cNvPr id="0" name=""/>
        <dsp:cNvSpPr/>
      </dsp:nvSpPr>
      <dsp:spPr>
        <a:xfrm>
          <a:off x="3348252" y="788206"/>
          <a:ext cx="1445998" cy="1445998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85E32C-6251-4185-AB0A-14092D373750}">
      <dsp:nvSpPr>
        <dsp:cNvPr id="0" name=""/>
        <dsp:cNvSpPr/>
      </dsp:nvSpPr>
      <dsp:spPr>
        <a:xfrm>
          <a:off x="3656416" y="1096370"/>
          <a:ext cx="829671" cy="8296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31FE2A-4AF5-442C-8DE8-7B6C1E74529E}">
      <dsp:nvSpPr>
        <dsp:cNvPr id="0" name=""/>
        <dsp:cNvSpPr/>
      </dsp:nvSpPr>
      <dsp:spPr>
        <a:xfrm>
          <a:off x="288600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Drainage reuse ~20 BCM/year</a:t>
          </a:r>
        </a:p>
      </dsp:txBody>
      <dsp:txXfrm>
        <a:off x="2886007" y="2684598"/>
        <a:ext cx="2370489" cy="720000"/>
      </dsp:txXfrm>
    </dsp:sp>
    <dsp:sp modelId="{87F6AE31-848A-4CDA-B164-162B8C5247FA}">
      <dsp:nvSpPr>
        <dsp:cNvPr id="0" name=""/>
        <dsp:cNvSpPr/>
      </dsp:nvSpPr>
      <dsp:spPr>
        <a:xfrm>
          <a:off x="6133577" y="788206"/>
          <a:ext cx="1445998" cy="1445998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F0C8C8-7A44-407A-A604-8893EA4B3711}">
      <dsp:nvSpPr>
        <dsp:cNvPr id="0" name=""/>
        <dsp:cNvSpPr/>
      </dsp:nvSpPr>
      <dsp:spPr>
        <a:xfrm>
          <a:off x="6441741" y="1096370"/>
          <a:ext cx="829671" cy="8296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1329A0-9552-40E1-B08E-80F666F88947}">
      <dsp:nvSpPr>
        <dsp:cNvPr id="0" name=""/>
        <dsp:cNvSpPr/>
      </dsp:nvSpPr>
      <dsp:spPr>
        <a:xfrm>
          <a:off x="567133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Mega projects: Bahr El-Baqar, Al Mahsama</a:t>
          </a:r>
        </a:p>
      </dsp:txBody>
      <dsp:txXfrm>
        <a:off x="5671332" y="2684598"/>
        <a:ext cx="2370489" cy="720000"/>
      </dsp:txXfrm>
    </dsp:sp>
    <dsp:sp modelId="{7E081309-DB35-4AA6-AD8B-1BFEBD13C0DB}">
      <dsp:nvSpPr>
        <dsp:cNvPr id="0" name=""/>
        <dsp:cNvSpPr/>
      </dsp:nvSpPr>
      <dsp:spPr>
        <a:xfrm>
          <a:off x="8918902" y="788206"/>
          <a:ext cx="1445998" cy="1445998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755AEF-93C1-4FD8-A4F2-0328FBFED403}">
      <dsp:nvSpPr>
        <dsp:cNvPr id="0" name=""/>
        <dsp:cNvSpPr/>
      </dsp:nvSpPr>
      <dsp:spPr>
        <a:xfrm>
          <a:off x="9227066" y="1096370"/>
          <a:ext cx="829671" cy="8296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405AB8-D253-4302-8592-E28596DD20FE}">
      <dsp:nvSpPr>
        <dsp:cNvPr id="0" name=""/>
        <dsp:cNvSpPr/>
      </dsp:nvSpPr>
      <dsp:spPr>
        <a:xfrm>
          <a:off x="845665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Challenges: salinity and energy cost</a:t>
          </a:r>
        </a:p>
      </dsp:txBody>
      <dsp:txXfrm>
        <a:off x="8456657" y="2684598"/>
        <a:ext cx="2370489" cy="720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A8536E-3DC8-443E-B911-8D0C4FCDA7F2}">
      <dsp:nvSpPr>
        <dsp:cNvPr id="0" name=""/>
        <dsp:cNvSpPr/>
      </dsp:nvSpPr>
      <dsp:spPr>
        <a:xfrm>
          <a:off x="752566" y="1045320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F1856F-D1A0-4024-9890-15726FA87231}">
      <dsp:nvSpPr>
        <dsp:cNvPr id="0" name=""/>
        <dsp:cNvSpPr/>
      </dsp:nvSpPr>
      <dsp:spPr>
        <a:xfrm>
          <a:off x="100682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Water: treatment and reuse</a:t>
          </a:r>
        </a:p>
      </dsp:txBody>
      <dsp:txXfrm>
        <a:off x="100682" y="2427484"/>
        <a:ext cx="2370489" cy="720000"/>
      </dsp:txXfrm>
    </dsp:sp>
    <dsp:sp modelId="{F3655CBB-3D75-4C8F-8859-E043C45A307D}">
      <dsp:nvSpPr>
        <dsp:cNvPr id="0" name=""/>
        <dsp:cNvSpPr/>
      </dsp:nvSpPr>
      <dsp:spPr>
        <a:xfrm>
          <a:off x="3537891" y="1045320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AA42E8-8E3C-4320-B5E2-BEC90BD72CA1}">
      <dsp:nvSpPr>
        <dsp:cNvPr id="0" name=""/>
        <dsp:cNvSpPr/>
      </dsp:nvSpPr>
      <dsp:spPr>
        <a:xfrm>
          <a:off x="2886007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Energy: pumping and desalination</a:t>
          </a:r>
        </a:p>
      </dsp:txBody>
      <dsp:txXfrm>
        <a:off x="2886007" y="2427484"/>
        <a:ext cx="2370489" cy="720000"/>
      </dsp:txXfrm>
    </dsp:sp>
    <dsp:sp modelId="{E68F1CD0-9148-4B2F-B042-D91F93449B11}">
      <dsp:nvSpPr>
        <dsp:cNvPr id="0" name=""/>
        <dsp:cNvSpPr/>
      </dsp:nvSpPr>
      <dsp:spPr>
        <a:xfrm>
          <a:off x="6323216" y="1045320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246836-1593-4C64-A75B-E53BFC649AF0}">
      <dsp:nvSpPr>
        <dsp:cNvPr id="0" name=""/>
        <dsp:cNvSpPr/>
      </dsp:nvSpPr>
      <dsp:spPr>
        <a:xfrm>
          <a:off x="5671332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Food: irrigation and yield</a:t>
          </a:r>
        </a:p>
      </dsp:txBody>
      <dsp:txXfrm>
        <a:off x="5671332" y="2427484"/>
        <a:ext cx="2370489" cy="720000"/>
      </dsp:txXfrm>
    </dsp:sp>
    <dsp:sp modelId="{DC0F53C6-6CA9-4F91-BE7D-82368A20A02E}">
      <dsp:nvSpPr>
        <dsp:cNvPr id="0" name=""/>
        <dsp:cNvSpPr/>
      </dsp:nvSpPr>
      <dsp:spPr>
        <a:xfrm>
          <a:off x="9108541" y="1045320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B504E5-FFEA-4CC5-BF98-5F3479C0E849}">
      <dsp:nvSpPr>
        <dsp:cNvPr id="0" name=""/>
        <dsp:cNvSpPr/>
      </dsp:nvSpPr>
      <dsp:spPr>
        <a:xfrm>
          <a:off x="8456657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Ecosystem: environmental impacts</a:t>
          </a:r>
        </a:p>
      </dsp:txBody>
      <dsp:txXfrm>
        <a:off x="8456657" y="2427484"/>
        <a:ext cx="2370489" cy="7200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246AE5-D6EF-4CC5-91EC-10ADB38102B0}">
      <dsp:nvSpPr>
        <dsp:cNvPr id="0" name=""/>
        <dsp:cNvSpPr/>
      </dsp:nvSpPr>
      <dsp:spPr>
        <a:xfrm>
          <a:off x="752566" y="1045320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71D4DE-B7E9-4431-AE55-CC71D598D913}">
      <dsp:nvSpPr>
        <dsp:cNvPr id="0" name=""/>
        <dsp:cNvSpPr/>
      </dsp:nvSpPr>
      <dsp:spPr>
        <a:xfrm>
          <a:off x="100682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Losses 25–40%</a:t>
          </a:r>
        </a:p>
      </dsp:txBody>
      <dsp:txXfrm>
        <a:off x="100682" y="2427484"/>
        <a:ext cx="2370489" cy="720000"/>
      </dsp:txXfrm>
    </dsp:sp>
    <dsp:sp modelId="{38FE8DAE-CB54-41B6-8634-2DA6D3A85A11}">
      <dsp:nvSpPr>
        <dsp:cNvPr id="0" name=""/>
        <dsp:cNvSpPr/>
      </dsp:nvSpPr>
      <dsp:spPr>
        <a:xfrm>
          <a:off x="3537891" y="1045320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E2D60A-E09E-478A-AFBE-0887F9198673}">
      <dsp:nvSpPr>
        <dsp:cNvPr id="0" name=""/>
        <dsp:cNvSpPr/>
      </dsp:nvSpPr>
      <dsp:spPr>
        <a:xfrm>
          <a:off x="2886007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High salinity increases treatment cost</a:t>
          </a:r>
        </a:p>
      </dsp:txBody>
      <dsp:txXfrm>
        <a:off x="2886007" y="2427484"/>
        <a:ext cx="2370489" cy="720000"/>
      </dsp:txXfrm>
    </dsp:sp>
    <dsp:sp modelId="{D39F017C-C41B-4F8B-B0DF-79DCECA3876E}">
      <dsp:nvSpPr>
        <dsp:cNvPr id="0" name=""/>
        <dsp:cNvSpPr/>
      </dsp:nvSpPr>
      <dsp:spPr>
        <a:xfrm>
          <a:off x="6323216" y="1045320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B74F8E-91D1-44C1-8DEE-477D6DF44FCB}">
      <dsp:nvSpPr>
        <dsp:cNvPr id="0" name=""/>
        <dsp:cNvSpPr/>
      </dsp:nvSpPr>
      <dsp:spPr>
        <a:xfrm>
          <a:off x="5671332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Inefficient reuse systems</a:t>
          </a:r>
        </a:p>
      </dsp:txBody>
      <dsp:txXfrm>
        <a:off x="5671332" y="2427484"/>
        <a:ext cx="2370489" cy="720000"/>
      </dsp:txXfrm>
    </dsp:sp>
    <dsp:sp modelId="{6B98815C-6D9F-4152-BCFD-21D7C7C9F545}">
      <dsp:nvSpPr>
        <dsp:cNvPr id="0" name=""/>
        <dsp:cNvSpPr/>
      </dsp:nvSpPr>
      <dsp:spPr>
        <a:xfrm>
          <a:off x="9108541" y="1045320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A0711F-A3AA-4FDD-8316-AA39B667CBBE}">
      <dsp:nvSpPr>
        <dsp:cNvPr id="0" name=""/>
        <dsp:cNvSpPr/>
      </dsp:nvSpPr>
      <dsp:spPr>
        <a:xfrm>
          <a:off x="8456657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Direct economic losses</a:t>
          </a:r>
        </a:p>
      </dsp:txBody>
      <dsp:txXfrm>
        <a:off x="8456657" y="2427484"/>
        <a:ext cx="2370489" cy="72000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913488-4FCE-41B8-B736-2C9239518784}">
      <dsp:nvSpPr>
        <dsp:cNvPr id="0" name=""/>
        <dsp:cNvSpPr/>
      </dsp:nvSpPr>
      <dsp:spPr>
        <a:xfrm>
          <a:off x="3201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F79B66-8784-4B47-B021-F6E12E680EC0}">
      <dsp:nvSpPr>
        <dsp:cNvPr id="0" name=""/>
        <dsp:cNvSpPr/>
      </dsp:nvSpPr>
      <dsp:spPr>
        <a:xfrm>
          <a:off x="257188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RO: 3–5 kWh/m3</a:t>
          </a:r>
        </a:p>
      </dsp:txBody>
      <dsp:txXfrm>
        <a:off x="299702" y="1282093"/>
        <a:ext cx="2200851" cy="1366505"/>
      </dsp:txXfrm>
    </dsp:sp>
    <dsp:sp modelId="{EA0D4B61-97C4-4D67-A66B-105CE3B79E6C}">
      <dsp:nvSpPr>
        <dsp:cNvPr id="0" name=""/>
        <dsp:cNvSpPr/>
      </dsp:nvSpPr>
      <dsp:spPr>
        <a:xfrm>
          <a:off x="2797054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CCBEA5-E19E-409B-87A8-47D59431FA2E}">
      <dsp:nvSpPr>
        <dsp:cNvPr id="0" name=""/>
        <dsp:cNvSpPr/>
      </dsp:nvSpPr>
      <dsp:spPr>
        <a:xfrm>
          <a:off x="3051041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Pumping significant share of cost</a:t>
          </a:r>
        </a:p>
      </dsp:txBody>
      <dsp:txXfrm>
        <a:off x="3093555" y="1282093"/>
        <a:ext cx="2200851" cy="1366505"/>
      </dsp:txXfrm>
    </dsp:sp>
    <dsp:sp modelId="{5B389481-EB75-4A2D-95CA-BF2A125C287A}">
      <dsp:nvSpPr>
        <dsp:cNvPr id="0" name=""/>
        <dsp:cNvSpPr/>
      </dsp:nvSpPr>
      <dsp:spPr>
        <a:xfrm>
          <a:off x="5590907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D24E01-4A43-451B-8C19-C2A761194A62}">
      <dsp:nvSpPr>
        <dsp:cNvPr id="0" name=""/>
        <dsp:cNvSpPr/>
      </dsp:nvSpPr>
      <dsp:spPr>
        <a:xfrm>
          <a:off x="5844894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Energy = 40–60% OPEX</a:t>
          </a:r>
        </a:p>
      </dsp:txBody>
      <dsp:txXfrm>
        <a:off x="5887408" y="1282093"/>
        <a:ext cx="2200851" cy="1366505"/>
      </dsp:txXfrm>
    </dsp:sp>
    <dsp:sp modelId="{3F41CABB-BC07-44F2-B89A-226AC09DAF9F}">
      <dsp:nvSpPr>
        <dsp:cNvPr id="0" name=""/>
        <dsp:cNvSpPr/>
      </dsp:nvSpPr>
      <dsp:spPr>
        <a:xfrm>
          <a:off x="8384760" y="998291"/>
          <a:ext cx="2285879" cy="1451533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3C4E53-6AB9-4DA9-8097-C997E75108CE}">
      <dsp:nvSpPr>
        <dsp:cNvPr id="0" name=""/>
        <dsp:cNvSpPr/>
      </dsp:nvSpPr>
      <dsp:spPr>
        <a:xfrm>
          <a:off x="8638747" y="1239579"/>
          <a:ext cx="2285879" cy="1451533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High exposure to price volatility</a:t>
          </a:r>
        </a:p>
      </dsp:txBody>
      <dsp:txXfrm>
        <a:off x="8681261" y="1282093"/>
        <a:ext cx="2200851" cy="1366505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3D9AAE-5B7D-4FBA-ACC0-A701415D369F}">
      <dsp:nvSpPr>
        <dsp:cNvPr id="0" name=""/>
        <dsp:cNvSpPr/>
      </dsp:nvSpPr>
      <dsp:spPr>
        <a:xfrm>
          <a:off x="752566" y="793641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71AC16-4CF4-49F3-AC1A-F2D66AF1D74D}">
      <dsp:nvSpPr>
        <dsp:cNvPr id="0" name=""/>
        <dsp:cNvSpPr/>
      </dsp:nvSpPr>
      <dsp:spPr>
        <a:xfrm>
          <a:off x="100682" y="2175763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Yield loss 10–30%</a:t>
          </a:r>
        </a:p>
      </dsp:txBody>
      <dsp:txXfrm>
        <a:off x="100682" y="2175763"/>
        <a:ext cx="2370489" cy="720000"/>
      </dsp:txXfrm>
    </dsp:sp>
    <dsp:sp modelId="{0E818F3F-51D4-43B7-8116-6142EEEDC474}">
      <dsp:nvSpPr>
        <dsp:cNvPr id="0" name=""/>
        <dsp:cNvSpPr/>
      </dsp:nvSpPr>
      <dsp:spPr>
        <a:xfrm>
          <a:off x="3537891" y="793641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2F3615-1A8B-4905-8EE3-B80830E3A192}">
      <dsp:nvSpPr>
        <dsp:cNvPr id="0" name=""/>
        <dsp:cNvSpPr/>
      </dsp:nvSpPr>
      <dsp:spPr>
        <a:xfrm>
          <a:off x="2886007" y="2175763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Over-irrigation practices</a:t>
          </a:r>
        </a:p>
      </dsp:txBody>
      <dsp:txXfrm>
        <a:off x="2886007" y="2175763"/>
        <a:ext cx="2370489" cy="720000"/>
      </dsp:txXfrm>
    </dsp:sp>
    <dsp:sp modelId="{A650264D-2C83-4B46-B0E1-2A6D895944F3}">
      <dsp:nvSpPr>
        <dsp:cNvPr id="0" name=""/>
        <dsp:cNvSpPr/>
      </dsp:nvSpPr>
      <dsp:spPr>
        <a:xfrm>
          <a:off x="6323216" y="793641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0D7714-9746-48A6-904C-2AAFDD8D5D89}">
      <dsp:nvSpPr>
        <dsp:cNvPr id="0" name=""/>
        <dsp:cNvSpPr/>
      </dsp:nvSpPr>
      <dsp:spPr>
        <a:xfrm>
          <a:off x="5671332" y="2175763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Soil salinity impacts productivity</a:t>
          </a:r>
        </a:p>
      </dsp:txBody>
      <dsp:txXfrm>
        <a:off x="5671332" y="2175763"/>
        <a:ext cx="2370489" cy="720000"/>
      </dsp:txXfrm>
    </dsp:sp>
    <dsp:sp modelId="{F2753BA3-DEC6-4D10-AB30-6D8C2A466B4B}">
      <dsp:nvSpPr>
        <dsp:cNvPr id="0" name=""/>
        <dsp:cNvSpPr/>
      </dsp:nvSpPr>
      <dsp:spPr>
        <a:xfrm>
          <a:off x="9108541" y="793641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EC6255-CF91-417E-A87F-F0212C9353A9}">
      <dsp:nvSpPr>
        <dsp:cNvPr id="0" name=""/>
        <dsp:cNvSpPr/>
      </dsp:nvSpPr>
      <dsp:spPr>
        <a:xfrm>
          <a:off x="8456657" y="2175763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Reduced farmer income</a:t>
          </a:r>
        </a:p>
      </dsp:txBody>
      <dsp:txXfrm>
        <a:off x="8456657" y="2175763"/>
        <a:ext cx="2370489" cy="72000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BC070B-F69F-49CD-8F12-B8382CABA15A}">
      <dsp:nvSpPr>
        <dsp:cNvPr id="0" name=""/>
        <dsp:cNvSpPr/>
      </dsp:nvSpPr>
      <dsp:spPr>
        <a:xfrm>
          <a:off x="752566" y="793641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924F7E-B668-49CC-8FDB-C0C17DA3C947}">
      <dsp:nvSpPr>
        <dsp:cNvPr id="0" name=""/>
        <dsp:cNvSpPr/>
      </dsp:nvSpPr>
      <dsp:spPr>
        <a:xfrm>
          <a:off x="100682" y="2175763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Pollution and eutrophication</a:t>
          </a:r>
        </a:p>
      </dsp:txBody>
      <dsp:txXfrm>
        <a:off x="100682" y="2175763"/>
        <a:ext cx="2370489" cy="720000"/>
      </dsp:txXfrm>
    </dsp:sp>
    <dsp:sp modelId="{10073E64-3890-46F0-9E9F-3626E5464989}">
      <dsp:nvSpPr>
        <dsp:cNvPr id="0" name=""/>
        <dsp:cNvSpPr/>
      </dsp:nvSpPr>
      <dsp:spPr>
        <a:xfrm>
          <a:off x="3537891" y="793641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4CEE48-4AA3-4378-89C7-8BD5F5E186E6}">
      <dsp:nvSpPr>
        <dsp:cNvPr id="0" name=""/>
        <dsp:cNvSpPr/>
      </dsp:nvSpPr>
      <dsp:spPr>
        <a:xfrm>
          <a:off x="2886007" y="2175763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Biodiversity loss</a:t>
          </a:r>
        </a:p>
      </dsp:txBody>
      <dsp:txXfrm>
        <a:off x="2886007" y="2175763"/>
        <a:ext cx="2370489" cy="720000"/>
      </dsp:txXfrm>
    </dsp:sp>
    <dsp:sp modelId="{5FFE2B7E-BC3F-4CA7-857E-E9AF5190A587}">
      <dsp:nvSpPr>
        <dsp:cNvPr id="0" name=""/>
        <dsp:cNvSpPr/>
      </dsp:nvSpPr>
      <dsp:spPr>
        <a:xfrm>
          <a:off x="6323216" y="793641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FF9036-6AD0-407F-86C1-DC33FDB1B142}">
      <dsp:nvSpPr>
        <dsp:cNvPr id="0" name=""/>
        <dsp:cNvSpPr/>
      </dsp:nvSpPr>
      <dsp:spPr>
        <a:xfrm>
          <a:off x="5671332" y="2175763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Impact on fisheries</a:t>
          </a:r>
        </a:p>
      </dsp:txBody>
      <dsp:txXfrm>
        <a:off x="5671332" y="2175763"/>
        <a:ext cx="2370489" cy="720000"/>
      </dsp:txXfrm>
    </dsp:sp>
    <dsp:sp modelId="{23AF954D-427D-4BC3-B6BD-32291E81A863}">
      <dsp:nvSpPr>
        <dsp:cNvPr id="0" name=""/>
        <dsp:cNvSpPr/>
      </dsp:nvSpPr>
      <dsp:spPr>
        <a:xfrm>
          <a:off x="9108541" y="793641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246F99-2D82-4EDD-A6FC-5A65AA408FA9}">
      <dsp:nvSpPr>
        <dsp:cNvPr id="0" name=""/>
        <dsp:cNvSpPr/>
      </dsp:nvSpPr>
      <dsp:spPr>
        <a:xfrm>
          <a:off x="8456657" y="2175763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Hidden economic costs</a:t>
          </a:r>
        </a:p>
      </dsp:txBody>
      <dsp:txXfrm>
        <a:off x="8456657" y="2175763"/>
        <a:ext cx="2370489" cy="72000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596B73-4BD7-4506-B7FB-C667009D1509}">
      <dsp:nvSpPr>
        <dsp:cNvPr id="0" name=""/>
        <dsp:cNvSpPr/>
      </dsp:nvSpPr>
      <dsp:spPr>
        <a:xfrm>
          <a:off x="718664" y="202202"/>
          <a:ext cx="1955812" cy="195581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30C511-C9BA-419A-886F-5EE86E2AD474}">
      <dsp:nvSpPr>
        <dsp:cNvPr id="0" name=""/>
        <dsp:cNvSpPr/>
      </dsp:nvSpPr>
      <dsp:spPr>
        <a:xfrm>
          <a:off x="1135476" y="619014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47FB3F-2EB5-448C-A8C7-9818861F2A65}">
      <dsp:nvSpPr>
        <dsp:cNvPr id="0" name=""/>
        <dsp:cNvSpPr/>
      </dsp:nvSpPr>
      <dsp:spPr>
        <a:xfrm>
          <a:off x="93445" y="27672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/>
            <a:t>Efficiency: low cost, fast impact</a:t>
          </a:r>
        </a:p>
      </dsp:txBody>
      <dsp:txXfrm>
        <a:off x="93445" y="2767202"/>
        <a:ext cx="3206250" cy="720000"/>
      </dsp:txXfrm>
    </dsp:sp>
    <dsp:sp modelId="{09FABB8B-2EC1-44A1-8BA0-811EB0A4DFB3}">
      <dsp:nvSpPr>
        <dsp:cNvPr id="0" name=""/>
        <dsp:cNvSpPr/>
      </dsp:nvSpPr>
      <dsp:spPr>
        <a:xfrm>
          <a:off x="4486008" y="202202"/>
          <a:ext cx="1955812" cy="195581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8E8869-A699-4FF6-BCB8-135958469844}">
      <dsp:nvSpPr>
        <dsp:cNvPr id="0" name=""/>
        <dsp:cNvSpPr/>
      </dsp:nvSpPr>
      <dsp:spPr>
        <a:xfrm>
          <a:off x="4902820" y="619014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126E96-04F7-4EBF-9641-5E42F6832150}">
      <dsp:nvSpPr>
        <dsp:cNvPr id="0" name=""/>
        <dsp:cNvSpPr/>
      </dsp:nvSpPr>
      <dsp:spPr>
        <a:xfrm>
          <a:off x="3860789" y="27672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/>
            <a:t>Integration: medium cost, high impact</a:t>
          </a:r>
        </a:p>
      </dsp:txBody>
      <dsp:txXfrm>
        <a:off x="3860789" y="2767202"/>
        <a:ext cx="3206250" cy="720000"/>
      </dsp:txXfrm>
    </dsp:sp>
    <dsp:sp modelId="{DE5ACE6D-E0FD-45BF-BC5F-87303BBCCD88}">
      <dsp:nvSpPr>
        <dsp:cNvPr id="0" name=""/>
        <dsp:cNvSpPr/>
      </dsp:nvSpPr>
      <dsp:spPr>
        <a:xfrm>
          <a:off x="8253352" y="202202"/>
          <a:ext cx="1955812" cy="195581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C99AC3-95EC-4665-A33F-20D56A8C5ABA}">
      <dsp:nvSpPr>
        <dsp:cNvPr id="0" name=""/>
        <dsp:cNvSpPr/>
      </dsp:nvSpPr>
      <dsp:spPr>
        <a:xfrm>
          <a:off x="8670164" y="619014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ED3745-39FC-4827-A1DA-686A7211E378}">
      <dsp:nvSpPr>
        <dsp:cNvPr id="0" name=""/>
        <dsp:cNvSpPr/>
      </dsp:nvSpPr>
      <dsp:spPr>
        <a:xfrm>
          <a:off x="7628133" y="27672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/>
            <a:t>Infrastructure: high cost, transformational</a:t>
          </a:r>
        </a:p>
      </dsp:txBody>
      <dsp:txXfrm>
        <a:off x="7628133" y="2767202"/>
        <a:ext cx="3206250" cy="72000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397343-9496-4EA4-A4B4-8C179421A940}">
      <dsp:nvSpPr>
        <dsp:cNvPr id="0" name=""/>
        <dsp:cNvSpPr/>
      </dsp:nvSpPr>
      <dsp:spPr>
        <a:xfrm>
          <a:off x="562927" y="5365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E8A7F5-D4CC-4AC4-B288-D0219205185A}">
      <dsp:nvSpPr>
        <dsp:cNvPr id="0" name=""/>
        <dsp:cNvSpPr/>
      </dsp:nvSpPr>
      <dsp:spPr>
        <a:xfrm>
          <a:off x="871091" y="844670"/>
          <a:ext cx="829671" cy="8296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89B445-9D20-4482-8FA2-BB28C0C7B2F5}">
      <dsp:nvSpPr>
        <dsp:cNvPr id="0" name=""/>
        <dsp:cNvSpPr/>
      </dsp:nvSpPr>
      <dsp:spPr>
        <a:xfrm>
          <a:off x="100682" y="24328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200" kern="1200"/>
            <a:t>Smart irrigation systems</a:t>
          </a:r>
        </a:p>
      </dsp:txBody>
      <dsp:txXfrm>
        <a:off x="100682" y="2432898"/>
        <a:ext cx="2370489" cy="720000"/>
      </dsp:txXfrm>
    </dsp:sp>
    <dsp:sp modelId="{148A27B2-EB03-46F2-8C39-2D467B407B8D}">
      <dsp:nvSpPr>
        <dsp:cNvPr id="0" name=""/>
        <dsp:cNvSpPr/>
      </dsp:nvSpPr>
      <dsp:spPr>
        <a:xfrm>
          <a:off x="3348252" y="5365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F352CC-98AB-4A98-89B2-356B4811F2AD}">
      <dsp:nvSpPr>
        <dsp:cNvPr id="0" name=""/>
        <dsp:cNvSpPr/>
      </dsp:nvSpPr>
      <dsp:spPr>
        <a:xfrm>
          <a:off x="3656416" y="844670"/>
          <a:ext cx="829671" cy="8296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C0F825-A912-4EA2-8155-35E049528E46}">
      <dsp:nvSpPr>
        <dsp:cNvPr id="0" name=""/>
        <dsp:cNvSpPr/>
      </dsp:nvSpPr>
      <dsp:spPr>
        <a:xfrm>
          <a:off x="2886007" y="24328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200" kern="1200"/>
            <a:t>AI-based allocation</a:t>
          </a:r>
        </a:p>
      </dsp:txBody>
      <dsp:txXfrm>
        <a:off x="2886007" y="2432898"/>
        <a:ext cx="2370489" cy="720000"/>
      </dsp:txXfrm>
    </dsp:sp>
    <dsp:sp modelId="{8C8F9F11-3061-491F-BD40-402163F0C588}">
      <dsp:nvSpPr>
        <dsp:cNvPr id="0" name=""/>
        <dsp:cNvSpPr/>
      </dsp:nvSpPr>
      <dsp:spPr>
        <a:xfrm>
          <a:off x="6133577" y="5365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789079-A700-4F1D-8C75-EDA4BA1F94F1}">
      <dsp:nvSpPr>
        <dsp:cNvPr id="0" name=""/>
        <dsp:cNvSpPr/>
      </dsp:nvSpPr>
      <dsp:spPr>
        <a:xfrm>
          <a:off x="6441741" y="844670"/>
          <a:ext cx="829671" cy="8296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10AACF-1974-45DC-9B54-0A69028CD83B}">
      <dsp:nvSpPr>
        <dsp:cNvPr id="0" name=""/>
        <dsp:cNvSpPr/>
      </dsp:nvSpPr>
      <dsp:spPr>
        <a:xfrm>
          <a:off x="5671332" y="24328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200" kern="1200"/>
            <a:t>Water blending strategies</a:t>
          </a:r>
        </a:p>
      </dsp:txBody>
      <dsp:txXfrm>
        <a:off x="5671332" y="2432898"/>
        <a:ext cx="2370489" cy="720000"/>
      </dsp:txXfrm>
    </dsp:sp>
    <dsp:sp modelId="{EDE2F6D4-F3C6-4DBC-ADF7-F79FDF635D67}">
      <dsp:nvSpPr>
        <dsp:cNvPr id="0" name=""/>
        <dsp:cNvSpPr/>
      </dsp:nvSpPr>
      <dsp:spPr>
        <a:xfrm>
          <a:off x="8918902" y="5365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F86F33-4D93-4367-9AFA-BBCEE57296EA}">
      <dsp:nvSpPr>
        <dsp:cNvPr id="0" name=""/>
        <dsp:cNvSpPr/>
      </dsp:nvSpPr>
      <dsp:spPr>
        <a:xfrm>
          <a:off x="9227066" y="844670"/>
          <a:ext cx="829671" cy="8296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09711A-CA20-4445-B41D-C9299730E224}">
      <dsp:nvSpPr>
        <dsp:cNvPr id="0" name=""/>
        <dsp:cNvSpPr/>
      </dsp:nvSpPr>
      <dsp:spPr>
        <a:xfrm>
          <a:off x="8456657" y="24328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200" kern="1200"/>
            <a:t>Water savings 20–30%</a:t>
          </a:r>
        </a:p>
      </dsp:txBody>
      <dsp:txXfrm>
        <a:off x="8456657" y="2432898"/>
        <a:ext cx="2370489" cy="720000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EDB39B-ED51-48B3-9428-6ED9D2072544}">
      <dsp:nvSpPr>
        <dsp:cNvPr id="0" name=""/>
        <dsp:cNvSpPr/>
      </dsp:nvSpPr>
      <dsp:spPr>
        <a:xfrm>
          <a:off x="0" y="529159"/>
          <a:ext cx="6666833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ADBFB3-57D8-4886-9FC9-D03F5C1CA41C}">
      <dsp:nvSpPr>
        <dsp:cNvPr id="0" name=""/>
        <dsp:cNvSpPr/>
      </dsp:nvSpPr>
      <dsp:spPr>
        <a:xfrm>
          <a:off x="333341" y="86359"/>
          <a:ext cx="4666783" cy="88560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Energy savings</a:t>
          </a:r>
        </a:p>
      </dsp:txBody>
      <dsp:txXfrm>
        <a:off x="376572" y="129590"/>
        <a:ext cx="4580321" cy="799138"/>
      </dsp:txXfrm>
    </dsp:sp>
    <dsp:sp modelId="{E7759F0E-962F-4FDD-A38E-08109176B455}">
      <dsp:nvSpPr>
        <dsp:cNvPr id="0" name=""/>
        <dsp:cNvSpPr/>
      </dsp:nvSpPr>
      <dsp:spPr>
        <a:xfrm>
          <a:off x="0" y="1889959"/>
          <a:ext cx="6666833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4050717"/>
              <a:satOff val="-275"/>
              <a:lumOff val="65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4E6087-40BF-437A-985C-D869875DB824}">
      <dsp:nvSpPr>
        <dsp:cNvPr id="0" name=""/>
        <dsp:cNvSpPr/>
      </dsp:nvSpPr>
      <dsp:spPr>
        <a:xfrm>
          <a:off x="333341" y="1447159"/>
          <a:ext cx="4666783" cy="885600"/>
        </a:xfrm>
        <a:prstGeom prst="roundRect">
          <a:avLst/>
        </a:prstGeom>
        <a:gradFill rotWithShape="0">
          <a:gsLst>
            <a:gs pos="0">
              <a:schemeClr val="accent5">
                <a:hueOff val="-4050717"/>
                <a:satOff val="-275"/>
                <a:lumOff val="65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050717"/>
                <a:satOff val="-275"/>
                <a:lumOff val="65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050717"/>
                <a:satOff val="-275"/>
                <a:lumOff val="65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Reduced losses</a:t>
          </a:r>
        </a:p>
      </dsp:txBody>
      <dsp:txXfrm>
        <a:off x="376572" y="1490390"/>
        <a:ext cx="4580321" cy="799138"/>
      </dsp:txXfrm>
    </dsp:sp>
    <dsp:sp modelId="{2BF9100E-8294-430C-AF94-18D6EB197DDD}">
      <dsp:nvSpPr>
        <dsp:cNvPr id="0" name=""/>
        <dsp:cNvSpPr/>
      </dsp:nvSpPr>
      <dsp:spPr>
        <a:xfrm>
          <a:off x="0" y="3250759"/>
          <a:ext cx="6666833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8101434"/>
              <a:satOff val="-551"/>
              <a:lumOff val="1307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4075E4-9A1C-429B-8AC4-321A79044F1C}">
      <dsp:nvSpPr>
        <dsp:cNvPr id="0" name=""/>
        <dsp:cNvSpPr/>
      </dsp:nvSpPr>
      <dsp:spPr>
        <a:xfrm>
          <a:off x="333341" y="2807959"/>
          <a:ext cx="4666783" cy="885600"/>
        </a:xfrm>
        <a:prstGeom prst="roundRect">
          <a:avLst/>
        </a:prstGeom>
        <a:gradFill rotWithShape="0">
          <a:gsLst>
            <a:gs pos="0">
              <a:schemeClr val="accent5">
                <a:hueOff val="-8101434"/>
                <a:satOff val="-551"/>
                <a:lumOff val="13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8101434"/>
                <a:satOff val="-551"/>
                <a:lumOff val="13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8101434"/>
                <a:satOff val="-551"/>
                <a:lumOff val="13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Lower chemical use</a:t>
          </a:r>
        </a:p>
      </dsp:txBody>
      <dsp:txXfrm>
        <a:off x="376572" y="2851190"/>
        <a:ext cx="4580321" cy="799138"/>
      </dsp:txXfrm>
    </dsp:sp>
    <dsp:sp modelId="{70538E9C-95DE-45AC-8999-6B671798B58C}">
      <dsp:nvSpPr>
        <dsp:cNvPr id="0" name=""/>
        <dsp:cNvSpPr/>
      </dsp:nvSpPr>
      <dsp:spPr>
        <a:xfrm>
          <a:off x="0" y="4611560"/>
          <a:ext cx="6666833" cy="756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D47B6C-C11B-4D7B-89F2-D7609DAA8FB3}">
      <dsp:nvSpPr>
        <dsp:cNvPr id="0" name=""/>
        <dsp:cNvSpPr/>
      </dsp:nvSpPr>
      <dsp:spPr>
        <a:xfrm>
          <a:off x="333341" y="4168760"/>
          <a:ext cx="4666783" cy="88560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Total reduction 20–40%</a:t>
          </a:r>
        </a:p>
      </dsp:txBody>
      <dsp:txXfrm>
        <a:off x="376572" y="4211991"/>
        <a:ext cx="4580321" cy="799138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6AA383-4323-4D6C-AC39-83E20A8D656D}">
      <dsp:nvSpPr>
        <dsp:cNvPr id="0" name=""/>
        <dsp:cNvSpPr/>
      </dsp:nvSpPr>
      <dsp:spPr>
        <a:xfrm>
          <a:off x="0" y="2439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1D124D-976F-4AA7-8B03-D3B3E41222C7}">
      <dsp:nvSpPr>
        <dsp:cNvPr id="0" name=""/>
        <dsp:cNvSpPr/>
      </dsp:nvSpPr>
      <dsp:spPr>
        <a:xfrm>
          <a:off x="374076" y="280678"/>
          <a:ext cx="680139" cy="680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E63BB1-F4AD-462D-97DD-EA666C70F517}">
      <dsp:nvSpPr>
        <dsp:cNvPr id="0" name=""/>
        <dsp:cNvSpPr/>
      </dsp:nvSpPr>
      <dsp:spPr>
        <a:xfrm>
          <a:off x="1428292" y="2439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Water productivity increase</a:t>
          </a:r>
        </a:p>
      </dsp:txBody>
      <dsp:txXfrm>
        <a:off x="1428292" y="2439"/>
        <a:ext cx="4873308" cy="1236616"/>
      </dsp:txXfrm>
    </dsp:sp>
    <dsp:sp modelId="{7A52026A-6CA8-4573-AC0B-25FA9D8D6971}">
      <dsp:nvSpPr>
        <dsp:cNvPr id="0" name=""/>
        <dsp:cNvSpPr/>
      </dsp:nvSpPr>
      <dsp:spPr>
        <a:xfrm>
          <a:off x="0" y="1548210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230B97-1D9B-445D-B778-79B9B98421B7}">
      <dsp:nvSpPr>
        <dsp:cNvPr id="0" name=""/>
        <dsp:cNvSpPr/>
      </dsp:nvSpPr>
      <dsp:spPr>
        <a:xfrm>
          <a:off x="374076" y="1826449"/>
          <a:ext cx="680139" cy="680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BADFDF-07EB-4F02-A04F-D066673CFAA6}">
      <dsp:nvSpPr>
        <dsp:cNvPr id="0" name=""/>
        <dsp:cNvSpPr/>
      </dsp:nvSpPr>
      <dsp:spPr>
        <a:xfrm>
          <a:off x="1428292" y="1548210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Energy intensity decrease</a:t>
          </a:r>
        </a:p>
      </dsp:txBody>
      <dsp:txXfrm>
        <a:off x="1428292" y="1548210"/>
        <a:ext cx="4873308" cy="1236616"/>
      </dsp:txXfrm>
    </dsp:sp>
    <dsp:sp modelId="{F9748BB4-CEA5-46C0-876A-B52068A5ED4F}">
      <dsp:nvSpPr>
        <dsp:cNvPr id="0" name=""/>
        <dsp:cNvSpPr/>
      </dsp:nvSpPr>
      <dsp:spPr>
        <a:xfrm>
          <a:off x="0" y="3093981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13B5FB-5BFE-4056-AD79-AE48DD7788B6}">
      <dsp:nvSpPr>
        <dsp:cNvPr id="0" name=""/>
        <dsp:cNvSpPr/>
      </dsp:nvSpPr>
      <dsp:spPr>
        <a:xfrm>
          <a:off x="374076" y="3372220"/>
          <a:ext cx="680139" cy="680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713A61-EA8C-49A7-BD5A-AF38EC0D44C1}">
      <dsp:nvSpPr>
        <dsp:cNvPr id="0" name=""/>
        <dsp:cNvSpPr/>
      </dsp:nvSpPr>
      <dsp:spPr>
        <a:xfrm>
          <a:off x="1428292" y="3093981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Land productivity improvement</a:t>
          </a:r>
        </a:p>
      </dsp:txBody>
      <dsp:txXfrm>
        <a:off x="1428292" y="3093981"/>
        <a:ext cx="4873308" cy="1236616"/>
      </dsp:txXfrm>
    </dsp:sp>
    <dsp:sp modelId="{D3EAB8A6-CCEB-4AE1-9877-5188830DA015}">
      <dsp:nvSpPr>
        <dsp:cNvPr id="0" name=""/>
        <dsp:cNvSpPr/>
      </dsp:nvSpPr>
      <dsp:spPr>
        <a:xfrm>
          <a:off x="0" y="4639752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689952-CA95-4D08-AE98-33A0AD687584}">
      <dsp:nvSpPr>
        <dsp:cNvPr id="0" name=""/>
        <dsp:cNvSpPr/>
      </dsp:nvSpPr>
      <dsp:spPr>
        <a:xfrm>
          <a:off x="374076" y="4917991"/>
          <a:ext cx="680139" cy="680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561C1E-EBCB-44D8-AE02-B1490F4A0638}">
      <dsp:nvSpPr>
        <dsp:cNvPr id="0" name=""/>
        <dsp:cNvSpPr/>
      </dsp:nvSpPr>
      <dsp:spPr>
        <a:xfrm>
          <a:off x="1428292" y="4639752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Higher economic output</a:t>
          </a:r>
        </a:p>
      </dsp:txBody>
      <dsp:txXfrm>
        <a:off x="1428292" y="4639752"/>
        <a:ext cx="4873308" cy="1236616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E3D65C-43B5-4B7A-B7B4-2459A4BDE42A}">
      <dsp:nvSpPr>
        <dsp:cNvPr id="0" name=""/>
        <dsp:cNvSpPr/>
      </dsp:nvSpPr>
      <dsp:spPr>
        <a:xfrm>
          <a:off x="0" y="2439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13A77D-D192-4640-A0BE-E686CB0333A2}">
      <dsp:nvSpPr>
        <dsp:cNvPr id="0" name=""/>
        <dsp:cNvSpPr/>
      </dsp:nvSpPr>
      <dsp:spPr>
        <a:xfrm>
          <a:off x="374076" y="280678"/>
          <a:ext cx="680139" cy="680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D6CA71-ED49-4772-AEC1-37E5CA8F06D5}">
      <dsp:nvSpPr>
        <dsp:cNvPr id="0" name=""/>
        <dsp:cNvSpPr/>
      </dsp:nvSpPr>
      <dsp:spPr>
        <a:xfrm>
          <a:off x="1428292" y="2439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Water tariffs</a:t>
          </a:r>
        </a:p>
      </dsp:txBody>
      <dsp:txXfrm>
        <a:off x="1428292" y="2439"/>
        <a:ext cx="4873308" cy="1236616"/>
      </dsp:txXfrm>
    </dsp:sp>
    <dsp:sp modelId="{152D36EF-8CBE-4FD2-BAB3-554D58EF4AF6}">
      <dsp:nvSpPr>
        <dsp:cNvPr id="0" name=""/>
        <dsp:cNvSpPr/>
      </dsp:nvSpPr>
      <dsp:spPr>
        <a:xfrm>
          <a:off x="0" y="1548210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6E3455-50B3-4D1D-A636-D7D78218C754}">
      <dsp:nvSpPr>
        <dsp:cNvPr id="0" name=""/>
        <dsp:cNvSpPr/>
      </dsp:nvSpPr>
      <dsp:spPr>
        <a:xfrm>
          <a:off x="374076" y="1826449"/>
          <a:ext cx="680139" cy="680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EA9584-D592-40F9-AD4E-8335BD9CEE05}">
      <dsp:nvSpPr>
        <dsp:cNvPr id="0" name=""/>
        <dsp:cNvSpPr/>
      </dsp:nvSpPr>
      <dsp:spPr>
        <a:xfrm>
          <a:off x="1428292" y="1548210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Agricultural output</a:t>
          </a:r>
        </a:p>
      </dsp:txBody>
      <dsp:txXfrm>
        <a:off x="1428292" y="1548210"/>
        <a:ext cx="4873308" cy="1236616"/>
      </dsp:txXfrm>
    </dsp:sp>
    <dsp:sp modelId="{0A96FA2A-7CE4-4568-9BE8-0C71E03638D3}">
      <dsp:nvSpPr>
        <dsp:cNvPr id="0" name=""/>
        <dsp:cNvSpPr/>
      </dsp:nvSpPr>
      <dsp:spPr>
        <a:xfrm>
          <a:off x="0" y="3093981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4153CE-12E6-4A01-8CF0-1AA4A0C92D6F}">
      <dsp:nvSpPr>
        <dsp:cNvPr id="0" name=""/>
        <dsp:cNvSpPr/>
      </dsp:nvSpPr>
      <dsp:spPr>
        <a:xfrm>
          <a:off x="374076" y="3372220"/>
          <a:ext cx="680139" cy="680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65AF62-F2B0-4F63-8E4B-DD3AE2DAD38F}">
      <dsp:nvSpPr>
        <dsp:cNvPr id="0" name=""/>
        <dsp:cNvSpPr/>
      </dsp:nvSpPr>
      <dsp:spPr>
        <a:xfrm>
          <a:off x="1428292" y="3093981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Carbon credits</a:t>
          </a:r>
        </a:p>
      </dsp:txBody>
      <dsp:txXfrm>
        <a:off x="1428292" y="3093981"/>
        <a:ext cx="4873308" cy="1236616"/>
      </dsp:txXfrm>
    </dsp:sp>
    <dsp:sp modelId="{C65CEB68-6C53-477C-BB82-1559CEE7069E}">
      <dsp:nvSpPr>
        <dsp:cNvPr id="0" name=""/>
        <dsp:cNvSpPr/>
      </dsp:nvSpPr>
      <dsp:spPr>
        <a:xfrm>
          <a:off x="0" y="4639752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BAA5F9-FCEE-436A-B0A0-EA8B9BD6B5C4}">
      <dsp:nvSpPr>
        <dsp:cNvPr id="0" name=""/>
        <dsp:cNvSpPr/>
      </dsp:nvSpPr>
      <dsp:spPr>
        <a:xfrm>
          <a:off x="374076" y="4917991"/>
          <a:ext cx="680139" cy="680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A098C7-F953-4CB8-A99D-1E28E04158DE}">
      <dsp:nvSpPr>
        <dsp:cNvPr id="0" name=""/>
        <dsp:cNvSpPr/>
      </dsp:nvSpPr>
      <dsp:spPr>
        <a:xfrm>
          <a:off x="1428292" y="4639752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Resource recovery</a:t>
          </a:r>
        </a:p>
      </dsp:txBody>
      <dsp:txXfrm>
        <a:off x="1428292" y="4639752"/>
        <a:ext cx="4873308" cy="1236616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AC0357-45E2-4D21-BD36-97F0B6FE3A12}">
      <dsp:nvSpPr>
        <dsp:cNvPr id="0" name=""/>
        <dsp:cNvSpPr/>
      </dsp:nvSpPr>
      <dsp:spPr>
        <a:xfrm>
          <a:off x="0" y="2439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4FD556-0E2B-4FE3-8C95-4868BBB93BA6}">
      <dsp:nvSpPr>
        <dsp:cNvPr id="0" name=""/>
        <dsp:cNvSpPr/>
      </dsp:nvSpPr>
      <dsp:spPr>
        <a:xfrm>
          <a:off x="374076" y="280678"/>
          <a:ext cx="680139" cy="680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E994EF-824A-4B2F-BE56-4E88D545593C}">
      <dsp:nvSpPr>
        <dsp:cNvPr id="0" name=""/>
        <dsp:cNvSpPr/>
      </dsp:nvSpPr>
      <dsp:spPr>
        <a:xfrm>
          <a:off x="1428292" y="2439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Reduced climate risks</a:t>
          </a:r>
        </a:p>
      </dsp:txBody>
      <dsp:txXfrm>
        <a:off x="1428292" y="2439"/>
        <a:ext cx="4873308" cy="1236616"/>
      </dsp:txXfrm>
    </dsp:sp>
    <dsp:sp modelId="{BB066F66-9957-4934-BC28-7D292548C6F4}">
      <dsp:nvSpPr>
        <dsp:cNvPr id="0" name=""/>
        <dsp:cNvSpPr/>
      </dsp:nvSpPr>
      <dsp:spPr>
        <a:xfrm>
          <a:off x="0" y="1548210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BB9D21-400D-4566-99E4-6428DA5AD9DB}">
      <dsp:nvSpPr>
        <dsp:cNvPr id="0" name=""/>
        <dsp:cNvSpPr/>
      </dsp:nvSpPr>
      <dsp:spPr>
        <a:xfrm>
          <a:off x="374076" y="1826449"/>
          <a:ext cx="680139" cy="680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67474D-9B91-4D13-83B2-FC40D0DFE0C2}">
      <dsp:nvSpPr>
        <dsp:cNvPr id="0" name=""/>
        <dsp:cNvSpPr/>
      </dsp:nvSpPr>
      <dsp:spPr>
        <a:xfrm>
          <a:off x="1428292" y="1548210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Lower energy price exposure</a:t>
          </a:r>
        </a:p>
      </dsp:txBody>
      <dsp:txXfrm>
        <a:off x="1428292" y="1548210"/>
        <a:ext cx="4873308" cy="1236616"/>
      </dsp:txXfrm>
    </dsp:sp>
    <dsp:sp modelId="{6B95D291-D0BD-42AD-912B-8603891C23C9}">
      <dsp:nvSpPr>
        <dsp:cNvPr id="0" name=""/>
        <dsp:cNvSpPr/>
      </dsp:nvSpPr>
      <dsp:spPr>
        <a:xfrm>
          <a:off x="0" y="3093981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FB84F1-EC66-4919-AFDE-0078468842D1}">
      <dsp:nvSpPr>
        <dsp:cNvPr id="0" name=""/>
        <dsp:cNvSpPr/>
      </dsp:nvSpPr>
      <dsp:spPr>
        <a:xfrm>
          <a:off x="374076" y="3372220"/>
          <a:ext cx="680139" cy="680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2C8DDE-1E14-4F10-BD74-2CC6058C8BC0}">
      <dsp:nvSpPr>
        <dsp:cNvPr id="0" name=""/>
        <dsp:cNvSpPr/>
      </dsp:nvSpPr>
      <dsp:spPr>
        <a:xfrm>
          <a:off x="1428292" y="3093981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Improved resilience</a:t>
          </a:r>
        </a:p>
      </dsp:txBody>
      <dsp:txXfrm>
        <a:off x="1428292" y="3093981"/>
        <a:ext cx="4873308" cy="1236616"/>
      </dsp:txXfrm>
    </dsp:sp>
    <dsp:sp modelId="{E2E8DACC-8BFB-4313-B3FE-7662AAF972B3}">
      <dsp:nvSpPr>
        <dsp:cNvPr id="0" name=""/>
        <dsp:cNvSpPr/>
      </dsp:nvSpPr>
      <dsp:spPr>
        <a:xfrm>
          <a:off x="0" y="4639752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94C21D-770C-4B0D-ADB5-A490B54E25DE}">
      <dsp:nvSpPr>
        <dsp:cNvPr id="0" name=""/>
        <dsp:cNvSpPr/>
      </dsp:nvSpPr>
      <dsp:spPr>
        <a:xfrm>
          <a:off x="374076" y="4917991"/>
          <a:ext cx="680139" cy="680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329842-8291-4662-B074-69FF2FA319FB}">
      <dsp:nvSpPr>
        <dsp:cNvPr id="0" name=""/>
        <dsp:cNvSpPr/>
      </dsp:nvSpPr>
      <dsp:spPr>
        <a:xfrm>
          <a:off x="1428292" y="4639752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Lower cost of capital</a:t>
          </a:r>
        </a:p>
      </dsp:txBody>
      <dsp:txXfrm>
        <a:off x="1428292" y="4639752"/>
        <a:ext cx="4873308" cy="1236616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C55F15-737F-4778-A6A3-447C588FBFD1}">
      <dsp:nvSpPr>
        <dsp:cNvPr id="0" name=""/>
        <dsp:cNvSpPr/>
      </dsp:nvSpPr>
      <dsp:spPr>
        <a:xfrm>
          <a:off x="0" y="2439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593CC4-5855-47E4-9AD6-82C75FB6C74D}">
      <dsp:nvSpPr>
        <dsp:cNvPr id="0" name=""/>
        <dsp:cNvSpPr/>
      </dsp:nvSpPr>
      <dsp:spPr>
        <a:xfrm>
          <a:off x="374076" y="280678"/>
          <a:ext cx="680139" cy="680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B23871-4517-45C7-858D-DACD0B57AD63}">
      <dsp:nvSpPr>
        <dsp:cNvPr id="0" name=""/>
        <dsp:cNvSpPr/>
      </dsp:nvSpPr>
      <dsp:spPr>
        <a:xfrm>
          <a:off x="1428292" y="2439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From cost-heavy infrastructure</a:t>
          </a:r>
        </a:p>
      </dsp:txBody>
      <dsp:txXfrm>
        <a:off x="1428292" y="2439"/>
        <a:ext cx="4873308" cy="1236616"/>
      </dsp:txXfrm>
    </dsp:sp>
    <dsp:sp modelId="{3CD4D99D-8795-42F8-A70F-4B9E3B707420}">
      <dsp:nvSpPr>
        <dsp:cNvPr id="0" name=""/>
        <dsp:cNvSpPr/>
      </dsp:nvSpPr>
      <dsp:spPr>
        <a:xfrm>
          <a:off x="0" y="1548210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96D2D1-45E5-4898-82E9-AE3E4973C752}">
      <dsp:nvSpPr>
        <dsp:cNvPr id="0" name=""/>
        <dsp:cNvSpPr/>
      </dsp:nvSpPr>
      <dsp:spPr>
        <a:xfrm>
          <a:off x="374076" y="1826449"/>
          <a:ext cx="680139" cy="680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89E692-E8CD-403B-82C6-E22DF85EEB6B}">
      <dsp:nvSpPr>
        <dsp:cNvPr id="0" name=""/>
        <dsp:cNvSpPr/>
      </dsp:nvSpPr>
      <dsp:spPr>
        <a:xfrm>
          <a:off x="1428292" y="1548210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To revenue-generating asset</a:t>
          </a:r>
        </a:p>
      </dsp:txBody>
      <dsp:txXfrm>
        <a:off x="1428292" y="1548210"/>
        <a:ext cx="4873308" cy="1236616"/>
      </dsp:txXfrm>
    </dsp:sp>
    <dsp:sp modelId="{52511EF4-D109-479C-B35B-439906164E26}">
      <dsp:nvSpPr>
        <dsp:cNvPr id="0" name=""/>
        <dsp:cNvSpPr/>
      </dsp:nvSpPr>
      <dsp:spPr>
        <a:xfrm>
          <a:off x="0" y="3093981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CDBE72-E4B3-4069-9F4D-457F4AD37C1A}">
      <dsp:nvSpPr>
        <dsp:cNvPr id="0" name=""/>
        <dsp:cNvSpPr/>
      </dsp:nvSpPr>
      <dsp:spPr>
        <a:xfrm>
          <a:off x="374076" y="3372220"/>
          <a:ext cx="680139" cy="680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ED4817-8E1C-4135-B044-033CD9959A34}">
      <dsp:nvSpPr>
        <dsp:cNvPr id="0" name=""/>
        <dsp:cNvSpPr/>
      </dsp:nvSpPr>
      <dsp:spPr>
        <a:xfrm>
          <a:off x="1428292" y="3093981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Improved investment profile</a:t>
          </a:r>
        </a:p>
      </dsp:txBody>
      <dsp:txXfrm>
        <a:off x="1428292" y="3093981"/>
        <a:ext cx="4873308" cy="1236616"/>
      </dsp:txXfrm>
    </dsp:sp>
    <dsp:sp modelId="{BF1E0B31-28CA-43DB-8047-59F6E12C08AA}">
      <dsp:nvSpPr>
        <dsp:cNvPr id="0" name=""/>
        <dsp:cNvSpPr/>
      </dsp:nvSpPr>
      <dsp:spPr>
        <a:xfrm>
          <a:off x="0" y="4639752"/>
          <a:ext cx="63016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0E3482-A386-4700-819A-89565AFD336E}">
      <dsp:nvSpPr>
        <dsp:cNvPr id="0" name=""/>
        <dsp:cNvSpPr/>
      </dsp:nvSpPr>
      <dsp:spPr>
        <a:xfrm>
          <a:off x="374076" y="4917991"/>
          <a:ext cx="680139" cy="68013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F8F7D5-9D9A-407D-9823-06DAAAC8568D}">
      <dsp:nvSpPr>
        <dsp:cNvPr id="0" name=""/>
        <dsp:cNvSpPr/>
      </dsp:nvSpPr>
      <dsp:spPr>
        <a:xfrm>
          <a:off x="1428292" y="4639752"/>
          <a:ext cx="48733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Enhanced sustainability</a:t>
          </a:r>
        </a:p>
      </dsp:txBody>
      <dsp:txXfrm>
        <a:off x="1428292" y="4639752"/>
        <a:ext cx="4873308" cy="1236616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F38B49-A2FC-4061-A8F0-BC8155565ABD}">
      <dsp:nvSpPr>
        <dsp:cNvPr id="0" name=""/>
        <dsp:cNvSpPr/>
      </dsp:nvSpPr>
      <dsp:spPr>
        <a:xfrm>
          <a:off x="3080" y="1361187"/>
          <a:ext cx="2199649" cy="13967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8E3DD2E-B8D2-4C4D-A8C0-CDF375DCFF75}">
      <dsp:nvSpPr>
        <dsp:cNvPr id="0" name=""/>
        <dsp:cNvSpPr/>
      </dsp:nvSpPr>
      <dsp:spPr>
        <a:xfrm>
          <a:off x="247486" y="1593372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Guarantees</a:t>
          </a:r>
        </a:p>
      </dsp:txBody>
      <dsp:txXfrm>
        <a:off x="288396" y="1634282"/>
        <a:ext cx="2117829" cy="1314957"/>
      </dsp:txXfrm>
    </dsp:sp>
    <dsp:sp modelId="{70981D14-74B8-4993-A739-6544E60DCB24}">
      <dsp:nvSpPr>
        <dsp:cNvPr id="0" name=""/>
        <dsp:cNvSpPr/>
      </dsp:nvSpPr>
      <dsp:spPr>
        <a:xfrm>
          <a:off x="2691541" y="1361187"/>
          <a:ext cx="2199649" cy="13967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CD91CB3-7607-4316-A6B4-EECC1C56D6E2}">
      <dsp:nvSpPr>
        <dsp:cNvPr id="0" name=""/>
        <dsp:cNvSpPr/>
      </dsp:nvSpPr>
      <dsp:spPr>
        <a:xfrm>
          <a:off x="2935947" y="1593372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Insurance mechanisms</a:t>
          </a:r>
        </a:p>
      </dsp:txBody>
      <dsp:txXfrm>
        <a:off x="2976857" y="1634282"/>
        <a:ext cx="2117829" cy="1314957"/>
      </dsp:txXfrm>
    </dsp:sp>
    <dsp:sp modelId="{8C02D6F8-4E04-485D-A1B9-767FF6F14EE2}">
      <dsp:nvSpPr>
        <dsp:cNvPr id="0" name=""/>
        <dsp:cNvSpPr/>
      </dsp:nvSpPr>
      <dsp:spPr>
        <a:xfrm>
          <a:off x="5380002" y="1361187"/>
          <a:ext cx="2199649" cy="13967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1861C9A-8D4A-4FE0-8754-25594E1CAD5C}">
      <dsp:nvSpPr>
        <dsp:cNvPr id="0" name=""/>
        <dsp:cNvSpPr/>
      </dsp:nvSpPr>
      <dsp:spPr>
        <a:xfrm>
          <a:off x="5624408" y="1593372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Catastrophe bonds</a:t>
          </a:r>
        </a:p>
      </dsp:txBody>
      <dsp:txXfrm>
        <a:off x="5665318" y="1634282"/>
        <a:ext cx="2117829" cy="1314957"/>
      </dsp:txXfrm>
    </dsp:sp>
    <dsp:sp modelId="{7E2879A3-B9A6-48A0-A40B-3A254E999742}">
      <dsp:nvSpPr>
        <dsp:cNvPr id="0" name=""/>
        <dsp:cNvSpPr/>
      </dsp:nvSpPr>
      <dsp:spPr>
        <a:xfrm>
          <a:off x="8068463" y="1361187"/>
          <a:ext cx="2199649" cy="13967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4A30C7D-2FFB-4F58-B75A-152B1DB3136F}">
      <dsp:nvSpPr>
        <dsp:cNvPr id="0" name=""/>
        <dsp:cNvSpPr/>
      </dsp:nvSpPr>
      <dsp:spPr>
        <a:xfrm>
          <a:off x="8312869" y="1593372"/>
          <a:ext cx="2199649" cy="139677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Improved investor confidence</a:t>
          </a:r>
        </a:p>
      </dsp:txBody>
      <dsp:txXfrm>
        <a:off x="8353779" y="1634282"/>
        <a:ext cx="2117829" cy="1314957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4CD563-71D8-492B-B47A-8907667E3B59}">
      <dsp:nvSpPr>
        <dsp:cNvPr id="0" name=""/>
        <dsp:cNvSpPr/>
      </dsp:nvSpPr>
      <dsp:spPr>
        <a:xfrm>
          <a:off x="212335" y="469890"/>
          <a:ext cx="1335915" cy="133591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D50030-1A5F-4A0F-80C8-6028B7A1B2FF}">
      <dsp:nvSpPr>
        <dsp:cNvPr id="0" name=""/>
        <dsp:cNvSpPr/>
      </dsp:nvSpPr>
      <dsp:spPr>
        <a:xfrm>
          <a:off x="492877" y="750432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C77099-C9B1-48E6-B16F-2B3B5C921FAC}">
      <dsp:nvSpPr>
        <dsp:cNvPr id="0" name=""/>
        <dsp:cNvSpPr/>
      </dsp:nvSpPr>
      <dsp:spPr>
        <a:xfrm>
          <a:off x="1834517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Higher IRR</a:t>
          </a:r>
        </a:p>
      </dsp:txBody>
      <dsp:txXfrm>
        <a:off x="1834517" y="469890"/>
        <a:ext cx="3148942" cy="1335915"/>
      </dsp:txXfrm>
    </dsp:sp>
    <dsp:sp modelId="{D8A8D427-FC11-4F37-BE78-8BDB1C1368AF}">
      <dsp:nvSpPr>
        <dsp:cNvPr id="0" name=""/>
        <dsp:cNvSpPr/>
      </dsp:nvSpPr>
      <dsp:spPr>
        <a:xfrm>
          <a:off x="5532139" y="469890"/>
          <a:ext cx="1335915" cy="133591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44E50F-81BD-4C40-A9DC-6362F871872D}">
      <dsp:nvSpPr>
        <dsp:cNvPr id="0" name=""/>
        <dsp:cNvSpPr/>
      </dsp:nvSpPr>
      <dsp:spPr>
        <a:xfrm>
          <a:off x="5812681" y="750432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5C4923-8144-4DB3-83DA-72C47AE702A2}">
      <dsp:nvSpPr>
        <dsp:cNvPr id="0" name=""/>
        <dsp:cNvSpPr/>
      </dsp:nvSpPr>
      <dsp:spPr>
        <a:xfrm>
          <a:off x="7154322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Stable cash flows</a:t>
          </a:r>
        </a:p>
      </dsp:txBody>
      <dsp:txXfrm>
        <a:off x="7154322" y="469890"/>
        <a:ext cx="3148942" cy="1335915"/>
      </dsp:txXfrm>
    </dsp:sp>
    <dsp:sp modelId="{24A72FDF-0096-4E44-90C6-A95792D79DE7}">
      <dsp:nvSpPr>
        <dsp:cNvPr id="0" name=""/>
        <dsp:cNvSpPr/>
      </dsp:nvSpPr>
      <dsp:spPr>
        <a:xfrm>
          <a:off x="212335" y="2545532"/>
          <a:ext cx="1335915" cy="133591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87B92D-9ED5-41F7-8299-54BC9759DE76}">
      <dsp:nvSpPr>
        <dsp:cNvPr id="0" name=""/>
        <dsp:cNvSpPr/>
      </dsp:nvSpPr>
      <dsp:spPr>
        <a:xfrm>
          <a:off x="492877" y="2826074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526C80-6DC8-4D3D-A621-DC291A6BFC8C}">
      <dsp:nvSpPr>
        <dsp:cNvPr id="0" name=""/>
        <dsp:cNvSpPr/>
      </dsp:nvSpPr>
      <dsp:spPr>
        <a:xfrm>
          <a:off x="1834517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Improved creditworthiness</a:t>
          </a:r>
        </a:p>
      </dsp:txBody>
      <dsp:txXfrm>
        <a:off x="1834517" y="2545532"/>
        <a:ext cx="3148942" cy="1335915"/>
      </dsp:txXfrm>
    </dsp:sp>
    <dsp:sp modelId="{66B440FF-517D-43B8-B81E-6902B7DAF94B}">
      <dsp:nvSpPr>
        <dsp:cNvPr id="0" name=""/>
        <dsp:cNvSpPr/>
      </dsp:nvSpPr>
      <dsp:spPr>
        <a:xfrm>
          <a:off x="5532139" y="2545532"/>
          <a:ext cx="1335915" cy="1335915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7456D3-CF65-4FA5-B50D-B770E9CB5D63}">
      <dsp:nvSpPr>
        <dsp:cNvPr id="0" name=""/>
        <dsp:cNvSpPr/>
      </dsp:nvSpPr>
      <dsp:spPr>
        <a:xfrm>
          <a:off x="5812681" y="2826074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E41A24-71A9-4BBA-8F09-490F074603A5}">
      <dsp:nvSpPr>
        <dsp:cNvPr id="0" name=""/>
        <dsp:cNvSpPr/>
      </dsp:nvSpPr>
      <dsp:spPr>
        <a:xfrm>
          <a:off x="7154322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Attract private investors</a:t>
          </a:r>
        </a:p>
      </dsp:txBody>
      <dsp:txXfrm>
        <a:off x="7154322" y="2545532"/>
        <a:ext cx="3148942" cy="1335915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2EAA02-FAE1-46F5-86F1-2C630A9EDF89}">
      <dsp:nvSpPr>
        <dsp:cNvPr id="0" name=""/>
        <dsp:cNvSpPr/>
      </dsp:nvSpPr>
      <dsp:spPr>
        <a:xfrm>
          <a:off x="212335" y="469890"/>
          <a:ext cx="1335915" cy="1335915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1AC3C6-BC7B-45BB-9343-26192A18B6FD}">
      <dsp:nvSpPr>
        <dsp:cNvPr id="0" name=""/>
        <dsp:cNvSpPr/>
      </dsp:nvSpPr>
      <dsp:spPr>
        <a:xfrm>
          <a:off x="492877" y="750432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7D00F6-115D-4A40-99A2-AED651370DB7}">
      <dsp:nvSpPr>
        <dsp:cNvPr id="0" name=""/>
        <dsp:cNvSpPr/>
      </dsp:nvSpPr>
      <dsp:spPr>
        <a:xfrm>
          <a:off x="1834517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Energy-intensive system</a:t>
          </a:r>
        </a:p>
      </dsp:txBody>
      <dsp:txXfrm>
        <a:off x="1834517" y="469890"/>
        <a:ext cx="3148942" cy="1335915"/>
      </dsp:txXfrm>
    </dsp:sp>
    <dsp:sp modelId="{C9E4EFBC-49EA-4D22-A9ED-0491B7E10397}">
      <dsp:nvSpPr>
        <dsp:cNvPr id="0" name=""/>
        <dsp:cNvSpPr/>
      </dsp:nvSpPr>
      <dsp:spPr>
        <a:xfrm>
          <a:off x="5532139" y="469890"/>
          <a:ext cx="1335915" cy="1335915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8FDAA8-CC74-4AF7-9D5B-C07508DC51C6}">
      <dsp:nvSpPr>
        <dsp:cNvPr id="0" name=""/>
        <dsp:cNvSpPr/>
      </dsp:nvSpPr>
      <dsp:spPr>
        <a:xfrm>
          <a:off x="5812681" y="750432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402E3F-1448-4EBA-A179-3563A87C1AF2}">
      <dsp:nvSpPr>
        <dsp:cNvPr id="0" name=""/>
        <dsp:cNvSpPr/>
      </dsp:nvSpPr>
      <dsp:spPr>
        <a:xfrm>
          <a:off x="7154322" y="469890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Water losses present</a:t>
          </a:r>
        </a:p>
      </dsp:txBody>
      <dsp:txXfrm>
        <a:off x="7154322" y="469890"/>
        <a:ext cx="3148942" cy="1335915"/>
      </dsp:txXfrm>
    </dsp:sp>
    <dsp:sp modelId="{C339E768-5E1C-4273-8F9D-26BBF5CA8720}">
      <dsp:nvSpPr>
        <dsp:cNvPr id="0" name=""/>
        <dsp:cNvSpPr/>
      </dsp:nvSpPr>
      <dsp:spPr>
        <a:xfrm>
          <a:off x="212335" y="2545532"/>
          <a:ext cx="1335915" cy="1335915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5C9A13-CE87-4C2B-A3C5-B6F088004BF6}">
      <dsp:nvSpPr>
        <dsp:cNvPr id="0" name=""/>
        <dsp:cNvSpPr/>
      </dsp:nvSpPr>
      <dsp:spPr>
        <a:xfrm>
          <a:off x="492877" y="2826074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CDB10C-120E-47EF-9EDF-A74C114B45FF}">
      <dsp:nvSpPr>
        <dsp:cNvPr id="0" name=""/>
        <dsp:cNvSpPr/>
      </dsp:nvSpPr>
      <dsp:spPr>
        <a:xfrm>
          <a:off x="1834517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Limited integration</a:t>
          </a:r>
        </a:p>
      </dsp:txBody>
      <dsp:txXfrm>
        <a:off x="1834517" y="2545532"/>
        <a:ext cx="3148942" cy="1335915"/>
      </dsp:txXfrm>
    </dsp:sp>
    <dsp:sp modelId="{DD36B6A3-A202-43A8-A17B-FB372779D310}">
      <dsp:nvSpPr>
        <dsp:cNvPr id="0" name=""/>
        <dsp:cNvSpPr/>
      </dsp:nvSpPr>
      <dsp:spPr>
        <a:xfrm>
          <a:off x="5532139" y="2545532"/>
          <a:ext cx="1335915" cy="1335915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CCA65B-95AB-4720-824C-10A886CB2CAD}">
      <dsp:nvSpPr>
        <dsp:cNvPr id="0" name=""/>
        <dsp:cNvSpPr/>
      </dsp:nvSpPr>
      <dsp:spPr>
        <a:xfrm>
          <a:off x="5812681" y="2826074"/>
          <a:ext cx="774830" cy="7748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1E0B24-35F6-44C1-9F2D-2B0E03B2A8DA}">
      <dsp:nvSpPr>
        <dsp:cNvPr id="0" name=""/>
        <dsp:cNvSpPr/>
      </dsp:nvSpPr>
      <dsp:spPr>
        <a:xfrm>
          <a:off x="7154322" y="2545532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Environmental impacts</a:t>
          </a:r>
        </a:p>
      </dsp:txBody>
      <dsp:txXfrm>
        <a:off x="7154322" y="2545532"/>
        <a:ext cx="3148942" cy="1335915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1A0A7D-90E1-43FF-B5E8-5E0FEA2FE522}">
      <dsp:nvSpPr>
        <dsp:cNvPr id="0" name=""/>
        <dsp:cNvSpPr/>
      </dsp:nvSpPr>
      <dsp:spPr>
        <a:xfrm>
          <a:off x="562927" y="7882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A947F3-D621-4E0E-A8F1-ED92133FCEF8}">
      <dsp:nvSpPr>
        <dsp:cNvPr id="0" name=""/>
        <dsp:cNvSpPr/>
      </dsp:nvSpPr>
      <dsp:spPr>
        <a:xfrm>
          <a:off x="871091" y="1096370"/>
          <a:ext cx="829671" cy="8296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1DBDB4-0B13-4400-8FEA-3D61EEE41EF8}">
      <dsp:nvSpPr>
        <dsp:cNvPr id="0" name=""/>
        <dsp:cNvSpPr/>
      </dsp:nvSpPr>
      <dsp:spPr>
        <a:xfrm>
          <a:off x="10068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Energy audits</a:t>
          </a:r>
        </a:p>
      </dsp:txBody>
      <dsp:txXfrm>
        <a:off x="100682" y="2684598"/>
        <a:ext cx="2370489" cy="720000"/>
      </dsp:txXfrm>
    </dsp:sp>
    <dsp:sp modelId="{AA7EC724-9BA6-4B0E-BCBE-ED4211DB0709}">
      <dsp:nvSpPr>
        <dsp:cNvPr id="0" name=""/>
        <dsp:cNvSpPr/>
      </dsp:nvSpPr>
      <dsp:spPr>
        <a:xfrm>
          <a:off x="3348252" y="7882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0F43E0-5805-4FEF-8090-BEB8A2959931}">
      <dsp:nvSpPr>
        <dsp:cNvPr id="0" name=""/>
        <dsp:cNvSpPr/>
      </dsp:nvSpPr>
      <dsp:spPr>
        <a:xfrm>
          <a:off x="3656416" y="1096370"/>
          <a:ext cx="829671" cy="8296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716109-0048-49E8-A41D-4463875B4E8C}">
      <dsp:nvSpPr>
        <dsp:cNvPr id="0" name=""/>
        <dsp:cNvSpPr/>
      </dsp:nvSpPr>
      <dsp:spPr>
        <a:xfrm>
          <a:off x="288600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Leak reduction</a:t>
          </a:r>
        </a:p>
      </dsp:txBody>
      <dsp:txXfrm>
        <a:off x="2886007" y="2684598"/>
        <a:ext cx="2370489" cy="720000"/>
      </dsp:txXfrm>
    </dsp:sp>
    <dsp:sp modelId="{38F93A53-012E-42F1-A3A2-31758474F525}">
      <dsp:nvSpPr>
        <dsp:cNvPr id="0" name=""/>
        <dsp:cNvSpPr/>
      </dsp:nvSpPr>
      <dsp:spPr>
        <a:xfrm>
          <a:off x="6133577" y="7882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2102D0-46D3-4FE7-9B4E-768F5FF53BFF}">
      <dsp:nvSpPr>
        <dsp:cNvPr id="0" name=""/>
        <dsp:cNvSpPr/>
      </dsp:nvSpPr>
      <dsp:spPr>
        <a:xfrm>
          <a:off x="6441741" y="1096370"/>
          <a:ext cx="829671" cy="8296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34128F-74F1-4977-AEC4-A369CEA5B256}">
      <dsp:nvSpPr>
        <dsp:cNvPr id="0" name=""/>
        <dsp:cNvSpPr/>
      </dsp:nvSpPr>
      <dsp:spPr>
        <a:xfrm>
          <a:off x="567133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Operational improvements</a:t>
          </a:r>
        </a:p>
      </dsp:txBody>
      <dsp:txXfrm>
        <a:off x="5671332" y="2684598"/>
        <a:ext cx="2370489" cy="720000"/>
      </dsp:txXfrm>
    </dsp:sp>
    <dsp:sp modelId="{93411839-AC7F-49B4-B91E-C945F391A5C1}">
      <dsp:nvSpPr>
        <dsp:cNvPr id="0" name=""/>
        <dsp:cNvSpPr/>
      </dsp:nvSpPr>
      <dsp:spPr>
        <a:xfrm>
          <a:off x="8918902" y="788206"/>
          <a:ext cx="1445998" cy="1445998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EF4D6D-FE39-4DB6-92CE-B7B55687D60E}">
      <dsp:nvSpPr>
        <dsp:cNvPr id="0" name=""/>
        <dsp:cNvSpPr/>
      </dsp:nvSpPr>
      <dsp:spPr>
        <a:xfrm>
          <a:off x="9227066" y="1096370"/>
          <a:ext cx="829671" cy="8296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CF0AFD-C862-4D30-A74A-813980085E02}">
      <dsp:nvSpPr>
        <dsp:cNvPr id="0" name=""/>
        <dsp:cNvSpPr/>
      </dsp:nvSpPr>
      <dsp:spPr>
        <a:xfrm>
          <a:off x="845665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Payback &lt;2 years</a:t>
          </a:r>
        </a:p>
      </dsp:txBody>
      <dsp:txXfrm>
        <a:off x="8456657" y="2684598"/>
        <a:ext cx="2370489" cy="720000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89853B-B52E-4622-932E-E31D672495F2}">
      <dsp:nvSpPr>
        <dsp:cNvPr id="0" name=""/>
        <dsp:cNvSpPr/>
      </dsp:nvSpPr>
      <dsp:spPr>
        <a:xfrm>
          <a:off x="562927" y="788206"/>
          <a:ext cx="1445998" cy="1445998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038E70-118C-4BE5-B0A8-76E8BAEB6FE0}">
      <dsp:nvSpPr>
        <dsp:cNvPr id="0" name=""/>
        <dsp:cNvSpPr/>
      </dsp:nvSpPr>
      <dsp:spPr>
        <a:xfrm>
          <a:off x="871091" y="1096370"/>
          <a:ext cx="829671" cy="8296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BFCFD7-9F21-48FF-89CE-4B6851542F65}">
      <dsp:nvSpPr>
        <dsp:cNvPr id="0" name=""/>
        <dsp:cNvSpPr/>
      </dsp:nvSpPr>
      <dsp:spPr>
        <a:xfrm>
          <a:off x="10068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Solar integration</a:t>
          </a:r>
        </a:p>
      </dsp:txBody>
      <dsp:txXfrm>
        <a:off x="100682" y="2684598"/>
        <a:ext cx="2370489" cy="720000"/>
      </dsp:txXfrm>
    </dsp:sp>
    <dsp:sp modelId="{112B739B-C9E7-4412-B29F-FCB37C88354C}">
      <dsp:nvSpPr>
        <dsp:cNvPr id="0" name=""/>
        <dsp:cNvSpPr/>
      </dsp:nvSpPr>
      <dsp:spPr>
        <a:xfrm>
          <a:off x="3348252" y="788206"/>
          <a:ext cx="1445998" cy="1445998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BB6BE9-219E-4DEB-A4AC-D53CC1382A60}">
      <dsp:nvSpPr>
        <dsp:cNvPr id="0" name=""/>
        <dsp:cNvSpPr/>
      </dsp:nvSpPr>
      <dsp:spPr>
        <a:xfrm>
          <a:off x="3656416" y="1096370"/>
          <a:ext cx="829671" cy="8296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16D8DD-C4E9-46F1-AE04-AF0C651C0B20}">
      <dsp:nvSpPr>
        <dsp:cNvPr id="0" name=""/>
        <dsp:cNvSpPr/>
      </dsp:nvSpPr>
      <dsp:spPr>
        <a:xfrm>
          <a:off x="288600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Advanced membranes</a:t>
          </a:r>
        </a:p>
      </dsp:txBody>
      <dsp:txXfrm>
        <a:off x="2886007" y="2684598"/>
        <a:ext cx="2370489" cy="720000"/>
      </dsp:txXfrm>
    </dsp:sp>
    <dsp:sp modelId="{F965CACE-07A1-4279-9F1F-51CAE64DAB96}">
      <dsp:nvSpPr>
        <dsp:cNvPr id="0" name=""/>
        <dsp:cNvSpPr/>
      </dsp:nvSpPr>
      <dsp:spPr>
        <a:xfrm>
          <a:off x="6133577" y="788206"/>
          <a:ext cx="1445998" cy="1445998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A1419A-3EC6-4248-BB46-7A1B751D1ED4}">
      <dsp:nvSpPr>
        <dsp:cNvPr id="0" name=""/>
        <dsp:cNvSpPr/>
      </dsp:nvSpPr>
      <dsp:spPr>
        <a:xfrm>
          <a:off x="6441741" y="1096370"/>
          <a:ext cx="829671" cy="8296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C1662B-83C3-4BA7-BAA9-8EA24A0EBDD9}">
      <dsp:nvSpPr>
        <dsp:cNvPr id="0" name=""/>
        <dsp:cNvSpPr/>
      </dsp:nvSpPr>
      <dsp:spPr>
        <a:xfrm>
          <a:off x="567133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System integration</a:t>
          </a:r>
        </a:p>
      </dsp:txBody>
      <dsp:txXfrm>
        <a:off x="5671332" y="2684598"/>
        <a:ext cx="2370489" cy="720000"/>
      </dsp:txXfrm>
    </dsp:sp>
    <dsp:sp modelId="{E1784380-4E99-4685-B486-959F7A32754C}">
      <dsp:nvSpPr>
        <dsp:cNvPr id="0" name=""/>
        <dsp:cNvSpPr/>
      </dsp:nvSpPr>
      <dsp:spPr>
        <a:xfrm>
          <a:off x="8918902" y="788206"/>
          <a:ext cx="1445998" cy="1445998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9F0F28-79E8-4148-8D58-8E37BA813120}">
      <dsp:nvSpPr>
        <dsp:cNvPr id="0" name=""/>
        <dsp:cNvSpPr/>
      </dsp:nvSpPr>
      <dsp:spPr>
        <a:xfrm>
          <a:off x="9227066" y="1096370"/>
          <a:ext cx="829671" cy="82967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A0D329-C343-4EB1-91BC-5708473D5C0F}">
      <dsp:nvSpPr>
        <dsp:cNvPr id="0" name=""/>
        <dsp:cNvSpPr/>
      </dsp:nvSpPr>
      <dsp:spPr>
        <a:xfrm>
          <a:off x="845665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Digital monitoring</a:t>
          </a:r>
        </a:p>
      </dsp:txBody>
      <dsp:txXfrm>
        <a:off x="8456657" y="2684598"/>
        <a:ext cx="2370489" cy="720000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8247A5-3E81-4355-9F2A-988B86204199}">
      <dsp:nvSpPr>
        <dsp:cNvPr id="0" name=""/>
        <dsp:cNvSpPr/>
      </dsp:nvSpPr>
      <dsp:spPr>
        <a:xfrm>
          <a:off x="0" y="411422"/>
          <a:ext cx="10927829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50FBA4-87CC-4F54-A520-4EEAAE333BA0}">
      <dsp:nvSpPr>
        <dsp:cNvPr id="0" name=""/>
        <dsp:cNvSpPr/>
      </dsp:nvSpPr>
      <dsp:spPr>
        <a:xfrm>
          <a:off x="546391" y="71942"/>
          <a:ext cx="7649480" cy="67896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132" tIns="0" rIns="289132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OPEX reduction 20–40%</a:t>
          </a:r>
        </a:p>
      </dsp:txBody>
      <dsp:txXfrm>
        <a:off x="579535" y="105086"/>
        <a:ext cx="7583192" cy="612672"/>
      </dsp:txXfrm>
    </dsp:sp>
    <dsp:sp modelId="{0B7D6818-D75B-4000-AEFC-CAD9FCDA4A74}">
      <dsp:nvSpPr>
        <dsp:cNvPr id="0" name=""/>
        <dsp:cNvSpPr/>
      </dsp:nvSpPr>
      <dsp:spPr>
        <a:xfrm>
          <a:off x="0" y="1454702"/>
          <a:ext cx="10927829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FBE748-4FCD-48FC-AB76-48903F4BF885}">
      <dsp:nvSpPr>
        <dsp:cNvPr id="0" name=""/>
        <dsp:cNvSpPr/>
      </dsp:nvSpPr>
      <dsp:spPr>
        <a:xfrm>
          <a:off x="546391" y="1115222"/>
          <a:ext cx="7649480" cy="67896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132" tIns="0" rIns="289132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Yield increase 10–30%</a:t>
          </a:r>
        </a:p>
      </dsp:txBody>
      <dsp:txXfrm>
        <a:off x="579535" y="1148366"/>
        <a:ext cx="7583192" cy="612672"/>
      </dsp:txXfrm>
    </dsp:sp>
    <dsp:sp modelId="{1171AF84-ADF5-45B3-BF1D-2770F2133966}">
      <dsp:nvSpPr>
        <dsp:cNvPr id="0" name=""/>
        <dsp:cNvSpPr/>
      </dsp:nvSpPr>
      <dsp:spPr>
        <a:xfrm>
          <a:off x="0" y="2497982"/>
          <a:ext cx="10927829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1DEFCF-299C-41A3-8255-675053E95F24}">
      <dsp:nvSpPr>
        <dsp:cNvPr id="0" name=""/>
        <dsp:cNvSpPr/>
      </dsp:nvSpPr>
      <dsp:spPr>
        <a:xfrm>
          <a:off x="546391" y="2158502"/>
          <a:ext cx="7649480" cy="67896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132" tIns="0" rIns="289132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Revenue diversification</a:t>
          </a:r>
        </a:p>
      </dsp:txBody>
      <dsp:txXfrm>
        <a:off x="579535" y="2191646"/>
        <a:ext cx="7583192" cy="612672"/>
      </dsp:txXfrm>
    </dsp:sp>
    <dsp:sp modelId="{183E7F66-4105-4A8D-A589-B985C4D1D667}">
      <dsp:nvSpPr>
        <dsp:cNvPr id="0" name=""/>
        <dsp:cNvSpPr/>
      </dsp:nvSpPr>
      <dsp:spPr>
        <a:xfrm>
          <a:off x="0" y="3541262"/>
          <a:ext cx="10927829" cy="57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7AF04F-8FD5-4CD7-985F-7A339404F219}">
      <dsp:nvSpPr>
        <dsp:cNvPr id="0" name=""/>
        <dsp:cNvSpPr/>
      </dsp:nvSpPr>
      <dsp:spPr>
        <a:xfrm>
          <a:off x="546391" y="3201782"/>
          <a:ext cx="7649480" cy="6789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9132" tIns="0" rIns="289132" bIns="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Improved profitability</a:t>
          </a:r>
        </a:p>
      </dsp:txBody>
      <dsp:txXfrm>
        <a:off x="579535" y="3234926"/>
        <a:ext cx="7583192" cy="612672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A00370-10E3-4C35-893F-383D19C8E9C6}">
      <dsp:nvSpPr>
        <dsp:cNvPr id="0" name=""/>
        <dsp:cNvSpPr/>
      </dsp:nvSpPr>
      <dsp:spPr>
        <a:xfrm>
          <a:off x="0" y="11462"/>
          <a:ext cx="10927829" cy="95823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Lower perceived risk</a:t>
          </a:r>
        </a:p>
      </dsp:txBody>
      <dsp:txXfrm>
        <a:off x="46777" y="58239"/>
        <a:ext cx="10834275" cy="864676"/>
      </dsp:txXfrm>
    </dsp:sp>
    <dsp:sp modelId="{1C58DE65-53FB-494F-B355-EA4D0BD2E1D4}">
      <dsp:nvSpPr>
        <dsp:cNvPr id="0" name=""/>
        <dsp:cNvSpPr/>
      </dsp:nvSpPr>
      <dsp:spPr>
        <a:xfrm>
          <a:off x="0" y="1082012"/>
          <a:ext cx="10927829" cy="958230"/>
        </a:xfrm>
        <a:prstGeom prst="round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Reduced cost of capital</a:t>
          </a:r>
        </a:p>
      </dsp:txBody>
      <dsp:txXfrm>
        <a:off x="46777" y="1128789"/>
        <a:ext cx="10834275" cy="864676"/>
      </dsp:txXfrm>
    </dsp:sp>
    <dsp:sp modelId="{8403CAC0-73D4-4387-9BEB-CEB5B41B8151}">
      <dsp:nvSpPr>
        <dsp:cNvPr id="0" name=""/>
        <dsp:cNvSpPr/>
      </dsp:nvSpPr>
      <dsp:spPr>
        <a:xfrm>
          <a:off x="0" y="2152562"/>
          <a:ext cx="10927829" cy="958230"/>
        </a:xfrm>
        <a:prstGeom prst="roundRect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Higher returns</a:t>
          </a:r>
        </a:p>
      </dsp:txBody>
      <dsp:txXfrm>
        <a:off x="46777" y="2199339"/>
        <a:ext cx="10834275" cy="864676"/>
      </dsp:txXfrm>
    </dsp:sp>
    <dsp:sp modelId="{699397E8-DA01-4BD5-B24E-F678B5FA24EA}">
      <dsp:nvSpPr>
        <dsp:cNvPr id="0" name=""/>
        <dsp:cNvSpPr/>
      </dsp:nvSpPr>
      <dsp:spPr>
        <a:xfrm>
          <a:off x="0" y="3223112"/>
          <a:ext cx="10927829" cy="958230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148590" rIns="148590" bIns="148590" numCol="1" spcCol="1270" anchor="ctr" anchorCtr="0">
          <a:noAutofit/>
        </a:bodyPr>
        <a:lstStyle/>
        <a:p>
          <a:pPr marL="0" lvl="0" indent="0" algn="l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Stronger investment case</a:t>
          </a:r>
        </a:p>
      </dsp:txBody>
      <dsp:txXfrm>
        <a:off x="46777" y="3269889"/>
        <a:ext cx="10834275" cy="864676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B07F1A-ED05-4AF6-BF9C-ECFE12BFE3C0}">
      <dsp:nvSpPr>
        <dsp:cNvPr id="0" name=""/>
        <dsp:cNvSpPr/>
      </dsp:nvSpPr>
      <dsp:spPr>
        <a:xfrm>
          <a:off x="3040" y="801093"/>
          <a:ext cx="2170958" cy="137855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795B8D-60AD-423D-8947-006FB7172F94}">
      <dsp:nvSpPr>
        <dsp:cNvPr id="0" name=""/>
        <dsp:cNvSpPr/>
      </dsp:nvSpPr>
      <dsp:spPr>
        <a:xfrm>
          <a:off x="244258" y="1030249"/>
          <a:ext cx="2170958" cy="1378558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WEFE is not only technical</a:t>
          </a:r>
        </a:p>
      </dsp:txBody>
      <dsp:txXfrm>
        <a:off x="284635" y="1070626"/>
        <a:ext cx="2090204" cy="1297804"/>
      </dsp:txXfrm>
    </dsp:sp>
    <dsp:sp modelId="{1FCE5E75-CF35-429D-B513-039859C31636}">
      <dsp:nvSpPr>
        <dsp:cNvPr id="0" name=""/>
        <dsp:cNvSpPr/>
      </dsp:nvSpPr>
      <dsp:spPr>
        <a:xfrm>
          <a:off x="2656434" y="801093"/>
          <a:ext cx="2170958" cy="137855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D0C32E-D6B2-450B-BA38-2700E3FC55A0}">
      <dsp:nvSpPr>
        <dsp:cNvPr id="0" name=""/>
        <dsp:cNvSpPr/>
      </dsp:nvSpPr>
      <dsp:spPr>
        <a:xfrm>
          <a:off x="2897652" y="1030249"/>
          <a:ext cx="2170958" cy="1378558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It is financial structuring tool</a:t>
          </a:r>
        </a:p>
      </dsp:txBody>
      <dsp:txXfrm>
        <a:off x="2938029" y="1070626"/>
        <a:ext cx="2090204" cy="1297804"/>
      </dsp:txXfrm>
    </dsp:sp>
    <dsp:sp modelId="{6F45C69C-F6F2-433F-AA5F-A636EF55FF2D}">
      <dsp:nvSpPr>
        <dsp:cNvPr id="0" name=""/>
        <dsp:cNvSpPr/>
      </dsp:nvSpPr>
      <dsp:spPr>
        <a:xfrm>
          <a:off x="5309828" y="801093"/>
          <a:ext cx="2170958" cy="137855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76E5B9-6E5A-4146-A220-2AC2BC912837}">
      <dsp:nvSpPr>
        <dsp:cNvPr id="0" name=""/>
        <dsp:cNvSpPr/>
      </dsp:nvSpPr>
      <dsp:spPr>
        <a:xfrm>
          <a:off x="5551046" y="1030249"/>
          <a:ext cx="2170958" cy="1378558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Aligns engineering with finance</a:t>
          </a:r>
        </a:p>
      </dsp:txBody>
      <dsp:txXfrm>
        <a:off x="5591423" y="1070626"/>
        <a:ext cx="2090204" cy="1297804"/>
      </dsp:txXfrm>
    </dsp:sp>
    <dsp:sp modelId="{BF489FDD-F5A7-48EF-BDCA-3953ED65A83F}">
      <dsp:nvSpPr>
        <dsp:cNvPr id="0" name=""/>
        <dsp:cNvSpPr/>
      </dsp:nvSpPr>
      <dsp:spPr>
        <a:xfrm>
          <a:off x="7963222" y="801093"/>
          <a:ext cx="2170958" cy="137855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8D28FB-E10C-4CAF-B3FB-2B942DE56F73}">
      <dsp:nvSpPr>
        <dsp:cNvPr id="0" name=""/>
        <dsp:cNvSpPr/>
      </dsp:nvSpPr>
      <dsp:spPr>
        <a:xfrm>
          <a:off x="8204440" y="1030249"/>
          <a:ext cx="2170958" cy="1378558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Enables scalable investments</a:t>
          </a:r>
        </a:p>
      </dsp:txBody>
      <dsp:txXfrm>
        <a:off x="8244817" y="1070626"/>
        <a:ext cx="2090204" cy="1297804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04EBD1-5480-47B8-9BBD-BF3CFE0BD092}">
      <dsp:nvSpPr>
        <dsp:cNvPr id="0" name=""/>
        <dsp:cNvSpPr/>
      </dsp:nvSpPr>
      <dsp:spPr>
        <a:xfrm>
          <a:off x="913472" y="417720"/>
          <a:ext cx="1261526" cy="126152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3DE9BE-7A42-4F36-8DD0-3982ADD21087}">
      <dsp:nvSpPr>
        <dsp:cNvPr id="0" name=""/>
        <dsp:cNvSpPr/>
      </dsp:nvSpPr>
      <dsp:spPr>
        <a:xfrm>
          <a:off x="1182322" y="686570"/>
          <a:ext cx="723826" cy="7238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1773C8-1D99-4AE4-9755-AF6F26763483}">
      <dsp:nvSpPr>
        <dsp:cNvPr id="0" name=""/>
        <dsp:cNvSpPr/>
      </dsp:nvSpPr>
      <dsp:spPr>
        <a:xfrm>
          <a:off x="510197" y="2072181"/>
          <a:ext cx="206807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Integration creates value</a:t>
          </a:r>
        </a:p>
      </dsp:txBody>
      <dsp:txXfrm>
        <a:off x="510197" y="2072181"/>
        <a:ext cx="2068076" cy="720000"/>
      </dsp:txXfrm>
    </dsp:sp>
    <dsp:sp modelId="{4BA7DB0F-A934-4F8E-A0E9-15D4D3DED7EC}">
      <dsp:nvSpPr>
        <dsp:cNvPr id="0" name=""/>
        <dsp:cNvSpPr/>
      </dsp:nvSpPr>
      <dsp:spPr>
        <a:xfrm>
          <a:off x="3343461" y="417720"/>
          <a:ext cx="1261526" cy="126152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596851-4587-4D4F-8D5A-848192264D7D}">
      <dsp:nvSpPr>
        <dsp:cNvPr id="0" name=""/>
        <dsp:cNvSpPr/>
      </dsp:nvSpPr>
      <dsp:spPr>
        <a:xfrm>
          <a:off x="3612311" y="686570"/>
          <a:ext cx="723826" cy="7238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961820-E230-4BD8-BF66-B41DFAC74107}">
      <dsp:nvSpPr>
        <dsp:cNvPr id="0" name=""/>
        <dsp:cNvSpPr/>
      </dsp:nvSpPr>
      <dsp:spPr>
        <a:xfrm>
          <a:off x="2940187" y="2072181"/>
          <a:ext cx="206807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Efficiency drives profitability</a:t>
          </a:r>
        </a:p>
      </dsp:txBody>
      <dsp:txXfrm>
        <a:off x="2940187" y="2072181"/>
        <a:ext cx="2068076" cy="720000"/>
      </dsp:txXfrm>
    </dsp:sp>
    <dsp:sp modelId="{8792E8E6-1590-4F17-9EA5-8B180BFA80D4}">
      <dsp:nvSpPr>
        <dsp:cNvPr id="0" name=""/>
        <dsp:cNvSpPr/>
      </dsp:nvSpPr>
      <dsp:spPr>
        <a:xfrm>
          <a:off x="5773451" y="417720"/>
          <a:ext cx="1261526" cy="126152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9E373E-D29F-468F-B301-F71D14FD83E9}">
      <dsp:nvSpPr>
        <dsp:cNvPr id="0" name=""/>
        <dsp:cNvSpPr/>
      </dsp:nvSpPr>
      <dsp:spPr>
        <a:xfrm>
          <a:off x="6042301" y="686570"/>
          <a:ext cx="723826" cy="7238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7E5709-C173-4BFD-82C0-F799B7C23582}">
      <dsp:nvSpPr>
        <dsp:cNvPr id="0" name=""/>
        <dsp:cNvSpPr/>
      </dsp:nvSpPr>
      <dsp:spPr>
        <a:xfrm>
          <a:off x="5370176" y="2072181"/>
          <a:ext cx="206807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Finance follows risk reduction</a:t>
          </a:r>
        </a:p>
      </dsp:txBody>
      <dsp:txXfrm>
        <a:off x="5370176" y="2072181"/>
        <a:ext cx="2068076" cy="720000"/>
      </dsp:txXfrm>
    </dsp:sp>
    <dsp:sp modelId="{D943DA8C-11F5-4D9E-AE08-2DD8562ADF13}">
      <dsp:nvSpPr>
        <dsp:cNvPr id="0" name=""/>
        <dsp:cNvSpPr/>
      </dsp:nvSpPr>
      <dsp:spPr>
        <a:xfrm>
          <a:off x="8203441" y="417720"/>
          <a:ext cx="1261526" cy="1261526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C4F0EB-C801-4720-BA91-D716D48C2F53}">
      <dsp:nvSpPr>
        <dsp:cNvPr id="0" name=""/>
        <dsp:cNvSpPr/>
      </dsp:nvSpPr>
      <dsp:spPr>
        <a:xfrm>
          <a:off x="8472291" y="686570"/>
          <a:ext cx="723826" cy="7238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247D11-E4DF-4B03-8DC4-60F1790DB095}">
      <dsp:nvSpPr>
        <dsp:cNvPr id="0" name=""/>
        <dsp:cNvSpPr/>
      </dsp:nvSpPr>
      <dsp:spPr>
        <a:xfrm>
          <a:off x="7800166" y="2072181"/>
          <a:ext cx="206807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Systems thinking is essential</a:t>
          </a:r>
        </a:p>
      </dsp:txBody>
      <dsp:txXfrm>
        <a:off x="7800166" y="2072181"/>
        <a:ext cx="2068076" cy="720000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D2667B-956F-4D51-8520-A6B68648D62B}">
      <dsp:nvSpPr>
        <dsp:cNvPr id="0" name=""/>
        <dsp:cNvSpPr/>
      </dsp:nvSpPr>
      <dsp:spPr>
        <a:xfrm>
          <a:off x="1078918" y="633965"/>
          <a:ext cx="930634" cy="93063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9457D9-9E02-4939-95D8-653DC204EC05}">
      <dsp:nvSpPr>
        <dsp:cNvPr id="0" name=""/>
        <dsp:cNvSpPr/>
      </dsp:nvSpPr>
      <dsp:spPr>
        <a:xfrm>
          <a:off x="510197" y="1855936"/>
          <a:ext cx="206807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Future infrastructure is integrated</a:t>
          </a:r>
        </a:p>
      </dsp:txBody>
      <dsp:txXfrm>
        <a:off x="510197" y="1855936"/>
        <a:ext cx="2068076" cy="720000"/>
      </dsp:txXfrm>
    </dsp:sp>
    <dsp:sp modelId="{DFBEF4D3-729F-4FD8-B383-88584C3DEB75}">
      <dsp:nvSpPr>
        <dsp:cNvPr id="0" name=""/>
        <dsp:cNvSpPr/>
      </dsp:nvSpPr>
      <dsp:spPr>
        <a:xfrm>
          <a:off x="3508908" y="633965"/>
          <a:ext cx="930634" cy="93063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9EB020-B92C-498E-88E1-FD7285401651}">
      <dsp:nvSpPr>
        <dsp:cNvPr id="0" name=""/>
        <dsp:cNvSpPr/>
      </dsp:nvSpPr>
      <dsp:spPr>
        <a:xfrm>
          <a:off x="2940187" y="1855936"/>
          <a:ext cx="206807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Climate resilience is mandatory</a:t>
          </a:r>
        </a:p>
      </dsp:txBody>
      <dsp:txXfrm>
        <a:off x="2940187" y="1855936"/>
        <a:ext cx="2068076" cy="720000"/>
      </dsp:txXfrm>
    </dsp:sp>
    <dsp:sp modelId="{9ADDD909-035A-4DDD-83A9-FB79BDD1A0F8}">
      <dsp:nvSpPr>
        <dsp:cNvPr id="0" name=""/>
        <dsp:cNvSpPr/>
      </dsp:nvSpPr>
      <dsp:spPr>
        <a:xfrm>
          <a:off x="5938897" y="633965"/>
          <a:ext cx="930634" cy="93063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7E9B61-C4A7-43BC-9539-F39BDD47FC0D}">
      <dsp:nvSpPr>
        <dsp:cNvPr id="0" name=""/>
        <dsp:cNvSpPr/>
      </dsp:nvSpPr>
      <dsp:spPr>
        <a:xfrm>
          <a:off x="5370176" y="1855936"/>
          <a:ext cx="206807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WEFE enables sustainable growth</a:t>
          </a:r>
        </a:p>
      </dsp:txBody>
      <dsp:txXfrm>
        <a:off x="5370176" y="1855936"/>
        <a:ext cx="2068076" cy="720000"/>
      </dsp:txXfrm>
    </dsp:sp>
    <dsp:sp modelId="{C9FCC592-5942-4A8C-8214-47BE577D2A99}">
      <dsp:nvSpPr>
        <dsp:cNvPr id="0" name=""/>
        <dsp:cNvSpPr/>
      </dsp:nvSpPr>
      <dsp:spPr>
        <a:xfrm>
          <a:off x="8368887" y="633965"/>
          <a:ext cx="930634" cy="93063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59157E-B58D-4647-8E23-5C7DEA498F02}">
      <dsp:nvSpPr>
        <dsp:cNvPr id="0" name=""/>
        <dsp:cNvSpPr/>
      </dsp:nvSpPr>
      <dsp:spPr>
        <a:xfrm>
          <a:off x="7800166" y="1855936"/>
          <a:ext cx="206807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Investment flows follow integration</a:t>
          </a:r>
        </a:p>
      </dsp:txBody>
      <dsp:txXfrm>
        <a:off x="7800166" y="1855936"/>
        <a:ext cx="2068076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AA1A02-3F72-4E57-A74D-EC371D690397}" type="datetimeFigureOut">
              <a:rPr lang="de-DE" smtClean="0"/>
              <a:t>28.03.2026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93C1E9-1C91-4910-B76F-28C3130F257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529664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88E66-B906-99AA-D718-62A5D7AC58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5E2170-7778-C0D8-4177-CFFEAC03A5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28E5E0-8D40-DF52-75F4-0466CC7D6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B520C-107A-430D-A7BF-C4CF4FA80026}" type="datetimeFigureOut">
              <a:rPr lang="de-DE" smtClean="0"/>
              <a:t>28.03.2026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B319F9-2AD3-37BF-8EC7-EE60D0DE5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C2C049-E6D6-1655-F9DB-78B94F3EF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7A7AD-B31A-46D7-8649-C9BB160BF76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2741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1EE60-BFE4-48D0-8013-A489C8E44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6BDE9-9BAA-EA22-F20C-102FEF29B3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895007-2D30-2601-61AB-ADB0B2B50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B520C-107A-430D-A7BF-C4CF4FA80026}" type="datetimeFigureOut">
              <a:rPr lang="de-DE" smtClean="0"/>
              <a:t>28.03.2026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2AEDF-6654-E1AA-775D-F5ADFD138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E4AFF8-F11F-9B9D-B237-EEB8373C5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7A7AD-B31A-46D7-8649-C9BB160BF76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32278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5EDC6-901D-775C-CD97-1A029621F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C5D653-AF4B-9743-736B-BFB0EA28C1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49840C-D24D-6A75-3111-743661696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B520C-107A-430D-A7BF-C4CF4FA80026}" type="datetimeFigureOut">
              <a:rPr lang="de-DE" smtClean="0"/>
              <a:t>28.03.2026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7C4BEF-CC0F-2ED9-1AFA-52B13A019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091D4D-87BD-D4FD-1194-CC623CB80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7A7AD-B31A-46D7-8649-C9BB160BF76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4929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C5CC-B687-F6B0-B93B-85A0B6A44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B1532-766F-C1C1-A35F-35DF91EA99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9B0CC1-CAEE-9038-B2A6-0FD84F78A8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520F4A-53BC-FE5E-76BB-8BB05A53E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B520C-107A-430D-A7BF-C4CF4FA80026}" type="datetimeFigureOut">
              <a:rPr lang="de-DE" smtClean="0"/>
              <a:t>28.03.2026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6455B0-7C0A-F5B7-3AB7-5193D992E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398D12-2470-E101-9CB5-A666CB8185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7A7AD-B31A-46D7-8649-C9BB160BF76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0503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4EE20-6AE4-9C8C-2A69-E46D8F88B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45D6F8-F86A-5EB5-BB3C-EA063D845B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4DE5C6-C48D-B995-4658-09BE3E45A2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4DE655-E3FC-6CBB-CFA7-4E9D253450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483FAC-B57A-56B5-48EC-6ED8CDA793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A7D745-2E0C-672B-2E40-E879F22F4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B520C-107A-430D-A7BF-C4CF4FA80026}" type="datetimeFigureOut">
              <a:rPr lang="de-DE" smtClean="0"/>
              <a:t>28.03.2026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3596CE-BFD2-DBDB-EF74-46F688A97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50180F-8569-594A-FED4-93E0DF424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7A7AD-B31A-46D7-8649-C9BB160BF76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36372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46B72-1EB5-37C7-23EA-16830B395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3C22B3-16AA-B9BB-EAF9-954312A28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B520C-107A-430D-A7BF-C4CF4FA80026}" type="datetimeFigureOut">
              <a:rPr lang="de-DE" smtClean="0"/>
              <a:t>28.03.2026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9172DF-9F8F-3E90-93F1-9AEF3B12A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ACDB27-F928-A636-71B6-FB2AC4A34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7A7AD-B31A-46D7-8649-C9BB160BF76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99389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27F26E-79E1-2B9D-AA1F-48CC46300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B520C-107A-430D-A7BF-C4CF4FA80026}" type="datetimeFigureOut">
              <a:rPr lang="de-DE" smtClean="0"/>
              <a:t>28.03.2026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175DB3-06D4-2E45-976C-C9FC61FCF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6E09D7-F3F4-FA6D-FAC0-FA36C6100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7A7AD-B31A-46D7-8649-C9BB160BF76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89903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BE8C9-84FE-ACB7-8A4C-17E9DE8CB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DE51A-4DF4-21BE-27FE-7E62F599F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A1BC4C-D7A8-65EC-9979-B6AF52A65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A17623-ACFA-2C4A-430A-DC4B20BCA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B520C-107A-430D-A7BF-C4CF4FA80026}" type="datetimeFigureOut">
              <a:rPr lang="de-DE" smtClean="0"/>
              <a:t>28.03.2026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1A6D9A-73EB-6423-1122-485F0F386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12D431-03EA-ECFB-D058-439839CF8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7A7AD-B31A-46D7-8649-C9BB160BF76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3331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9FC3E-5E45-A78C-1E1B-226877D8D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FD283C-21F6-AC4B-9BBA-E2E79B710F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046C61-74B1-56D6-C2FB-3C93FD881D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88BA6B-5442-F4CA-5E49-3D92BFCA0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B520C-107A-430D-A7BF-C4CF4FA80026}" type="datetimeFigureOut">
              <a:rPr lang="de-DE" smtClean="0"/>
              <a:t>28.03.2026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513B2D-50F5-698F-4389-14BBEA6FD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73BBAF-F35E-DA98-65C2-0FD617552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7A7AD-B31A-46D7-8649-C9BB160BF76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15891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DFBCB-43E0-04E4-BEFA-CF987639A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D94396-257C-4544-7D10-7526D85EBB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EB6E4D-2DD5-94B3-170B-E7E5A37155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B520C-107A-430D-A7BF-C4CF4FA80026}" type="datetimeFigureOut">
              <a:rPr lang="de-DE" smtClean="0"/>
              <a:t>28.03.2026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388B7A-C960-9A32-EF3F-B6E14EF53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EB6D1-3725-A1AA-5F29-1ACC4A928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7A7AD-B31A-46D7-8649-C9BB160BF76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1077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CE400A-01A3-7D7A-632D-1CD2E9D798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4BE2E4-DE18-1E52-7653-BCE2A983AB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0E5E8-6AEC-979C-23CA-90191F1B2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B520C-107A-430D-A7BF-C4CF4FA80026}" type="datetimeFigureOut">
              <a:rPr lang="de-DE" smtClean="0"/>
              <a:t>28.03.2026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35AB13-393E-D87B-BB01-6698D5ECB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0B1BEC-FB21-B904-F70F-49FF10199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7A7AD-B31A-46D7-8649-C9BB160BF76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57003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7CA1A5-C0C2-F1EE-486C-ED1F95836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61C320-9DEF-582C-5E8C-61275227DE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E4F33-3155-0D8C-0F89-6FD21575E7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AB520C-107A-430D-A7BF-C4CF4FA80026}" type="datetimeFigureOut">
              <a:rPr lang="de-DE" smtClean="0"/>
              <a:t>28.03.2026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695C62-CB82-C6DA-1491-2C7E9DF32D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D2F1B8-CC43-C0C2-CBA4-E073D5D6D8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17A7AD-B31A-46D7-8649-C9BB160BF767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21776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.jpeg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0.xml"/><Relationship Id="rId7" Type="http://schemas.microsoft.com/office/2007/relationships/diagramDrawing" Target="../diagrams/drawing20.xml"/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0.xml"/><Relationship Id="rId5" Type="http://schemas.openxmlformats.org/officeDocument/2006/relationships/diagramQuickStyle" Target="../diagrams/quickStyle20.xml"/><Relationship Id="rId4" Type="http://schemas.openxmlformats.org/officeDocument/2006/relationships/diagramLayout" Target="../diagrams/layout20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1.xml"/><Relationship Id="rId7" Type="http://schemas.microsoft.com/office/2007/relationships/diagramDrawing" Target="../diagrams/drawing21.xml"/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1.xml"/><Relationship Id="rId5" Type="http://schemas.openxmlformats.org/officeDocument/2006/relationships/diagramQuickStyle" Target="../diagrams/quickStyle21.xml"/><Relationship Id="rId4" Type="http://schemas.openxmlformats.org/officeDocument/2006/relationships/diagramLayout" Target="../diagrams/layout2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2.xml"/><Relationship Id="rId7" Type="http://schemas.microsoft.com/office/2007/relationships/diagramDrawing" Target="../diagrams/drawing22.xml"/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2.xml"/><Relationship Id="rId5" Type="http://schemas.openxmlformats.org/officeDocument/2006/relationships/diagramQuickStyle" Target="../diagrams/quickStyle22.xml"/><Relationship Id="rId4" Type="http://schemas.openxmlformats.org/officeDocument/2006/relationships/diagramLayout" Target="../diagrams/layout2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3.xml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4.xml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4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5.xml"/><Relationship Id="rId2" Type="http://schemas.openxmlformats.org/officeDocument/2006/relationships/diagramData" Target="../diagrams/data2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5.xml"/><Relationship Id="rId5" Type="http://schemas.openxmlformats.org/officeDocument/2006/relationships/diagramColors" Target="../diagrams/colors25.xml"/><Relationship Id="rId4" Type="http://schemas.openxmlformats.org/officeDocument/2006/relationships/diagramQuickStyle" Target="../diagrams/quickStyle2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6.xml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6.xml"/><Relationship Id="rId5" Type="http://schemas.openxmlformats.org/officeDocument/2006/relationships/diagramColors" Target="../diagrams/colors26.xml"/><Relationship Id="rId4" Type="http://schemas.openxmlformats.org/officeDocument/2006/relationships/diagramQuickStyle" Target="../diagrams/quickStyle2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7.xml"/><Relationship Id="rId2" Type="http://schemas.openxmlformats.org/officeDocument/2006/relationships/diagramData" Target="../diagrams/data2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7.xml"/><Relationship Id="rId5" Type="http://schemas.openxmlformats.org/officeDocument/2006/relationships/diagramColors" Target="../diagrams/colors27.xml"/><Relationship Id="rId4" Type="http://schemas.openxmlformats.org/officeDocument/2006/relationships/diagramQuickStyle" Target="../diagrams/quickStyle2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8.xml"/><Relationship Id="rId2" Type="http://schemas.openxmlformats.org/officeDocument/2006/relationships/diagramData" Target="../diagrams/data2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8.xml"/><Relationship Id="rId5" Type="http://schemas.openxmlformats.org/officeDocument/2006/relationships/diagramColors" Target="../diagrams/colors28.xml"/><Relationship Id="rId4" Type="http://schemas.openxmlformats.org/officeDocument/2006/relationships/diagramQuickStyle" Target="../diagrams/quickStyle2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9.xml"/><Relationship Id="rId2" Type="http://schemas.openxmlformats.org/officeDocument/2006/relationships/diagramData" Target="../diagrams/data2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9.xml"/><Relationship Id="rId5" Type="http://schemas.openxmlformats.org/officeDocument/2006/relationships/diagramColors" Target="../diagrams/colors29.xml"/><Relationship Id="rId4" Type="http://schemas.openxmlformats.org/officeDocument/2006/relationships/diagramQuickStyle" Target="../diagrams/quickStyle2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Video 4" descr="Man Walking Touching Wheat Grass">
            <a:extLst>
              <a:ext uri="{FF2B5EF4-FFF2-40B4-BE49-F238E27FC236}">
                <a16:creationId xmlns:a16="http://schemas.microsoft.com/office/drawing/2014/main" id="{E7DD9378-6996-7788-C576-0807278D1D2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t="284" r="1" b="1"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B801EA-02E8-8AA3-DF83-4AF67EE664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2785956"/>
            <a:ext cx="10058400" cy="13814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br>
              <a:rPr lang="en-US" sz="4800" b="1" dirty="0">
                <a:solidFill>
                  <a:srgbClr val="FFFFFF"/>
                </a:solidFill>
              </a:rPr>
            </a:br>
            <a:r>
              <a:rPr lang="en-US" sz="4800" b="1" dirty="0">
                <a:solidFill>
                  <a:srgbClr val="FFFFFF"/>
                </a:solidFill>
              </a:rPr>
              <a:t>Unlocking Finance for a Resilient WEFE (Water-Energy-Food-Ecosystems) Nexus in Egypt</a:t>
            </a:r>
            <a:endParaRPr lang="de-DE" sz="48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6AC8BB-A74C-4E53-F197-FBA17FF3E6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580455"/>
            <a:ext cx="10058400" cy="77429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Dr. Hassan Tolba Aboelnga</a:t>
            </a:r>
            <a:endParaRPr lang="de-DE" dirty="0">
              <a:solidFill>
                <a:srgbClr val="FFFFFF"/>
              </a:solidFill>
            </a:endParaRPr>
          </a:p>
        </p:txBody>
      </p:sp>
      <p:pic>
        <p:nvPicPr>
          <p:cNvPr id="4098" name="Picture 2" descr="No photo description available.">
            <a:extLst>
              <a:ext uri="{FF2B5EF4-FFF2-40B4-BE49-F238E27FC236}">
                <a16:creationId xmlns:a16="http://schemas.microsoft.com/office/drawing/2014/main" id="{997D072A-FE2F-5109-A54F-CE3E4C5DDF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23" t="19217" r="13671" b="19179"/>
          <a:stretch>
            <a:fillRect/>
          </a:stretch>
        </p:blipFill>
        <p:spPr bwMode="auto">
          <a:xfrm>
            <a:off x="10012679" y="46889"/>
            <a:ext cx="2176271" cy="1747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Irrigation Ministry issues statement on Egypt's water situation">
            <a:extLst>
              <a:ext uri="{FF2B5EF4-FFF2-40B4-BE49-F238E27FC236}">
                <a16:creationId xmlns:a16="http://schemas.microsoft.com/office/drawing/2014/main" id="{EE45B79D-4302-9B93-3F9F-61A6FABF11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74" r="18233"/>
          <a:stretch>
            <a:fillRect/>
          </a:stretch>
        </p:blipFill>
        <p:spPr bwMode="auto">
          <a:xfrm>
            <a:off x="64009" y="21499"/>
            <a:ext cx="2176271" cy="1747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5146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9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8835F1-5ECB-D23E-B51E-7469B9842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1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WEFE Nexus Professional Series: Driving Finance and Resilience for Egypt’s Future”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3A773A4-5D74-63FF-7ED4-5871FE1928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3383756"/>
              </p:ext>
            </p:extLst>
          </p:nvPr>
        </p:nvGraphicFramePr>
        <p:xfrm>
          <a:off x="432225" y="2226081"/>
          <a:ext cx="11327549" cy="393258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1711479">
                  <a:extLst>
                    <a:ext uri="{9D8B030D-6E8A-4147-A177-3AD203B41FA5}">
                      <a16:colId xmlns:a16="http://schemas.microsoft.com/office/drawing/2014/main" val="3575606572"/>
                    </a:ext>
                  </a:extLst>
                </a:gridCol>
                <a:gridCol w="4795005">
                  <a:extLst>
                    <a:ext uri="{9D8B030D-6E8A-4147-A177-3AD203B41FA5}">
                      <a16:colId xmlns:a16="http://schemas.microsoft.com/office/drawing/2014/main" val="644805830"/>
                    </a:ext>
                  </a:extLst>
                </a:gridCol>
                <a:gridCol w="4821065">
                  <a:extLst>
                    <a:ext uri="{9D8B030D-6E8A-4147-A177-3AD203B41FA5}">
                      <a16:colId xmlns:a16="http://schemas.microsoft.com/office/drawing/2014/main" val="150531240"/>
                    </a:ext>
                  </a:extLst>
                </a:gridCol>
              </a:tblGrid>
              <a:tr h="3906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700" b="1"/>
                        <a:t>Lecture</a:t>
                      </a:r>
                    </a:p>
                  </a:txBody>
                  <a:tcPr marL="86242" marR="86242" marT="43121" marB="431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700" b="1"/>
                        <a:t>Title</a:t>
                      </a:r>
                    </a:p>
                  </a:txBody>
                  <a:tcPr marL="86242" marR="86242" marT="43121" marB="431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700" b="1"/>
                        <a:t>Objective</a:t>
                      </a:r>
                    </a:p>
                  </a:txBody>
                  <a:tcPr marL="86242" marR="86242" marT="43121" marB="43121" anchor="ctr"/>
                </a:tc>
                <a:extLst>
                  <a:ext uri="{0D108BD9-81ED-4DB2-BD59-A6C34878D82A}">
                    <a16:rowId xmlns:a16="http://schemas.microsoft.com/office/drawing/2014/main" val="1127424578"/>
                  </a:ext>
                </a:extLst>
              </a:tr>
              <a:tr h="6554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700"/>
                        <a:t>1</a:t>
                      </a:r>
                    </a:p>
                  </a:txBody>
                  <a:tcPr marL="86242" marR="86242" marT="43121" marB="431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WEFE Nexus Project Identification and Classification – Financing Perspective</a:t>
                      </a:r>
                    </a:p>
                  </a:txBody>
                  <a:tcPr marL="86242" marR="86242" marT="43121" marB="431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Identify WEFE projects, classify for financiers, understand bankability and risk.</a:t>
                      </a:r>
                    </a:p>
                  </a:txBody>
                  <a:tcPr marL="86242" marR="86242" marT="43121" marB="43121" anchor="ctr"/>
                </a:tc>
                <a:extLst>
                  <a:ext uri="{0D108BD9-81ED-4DB2-BD59-A6C34878D82A}">
                    <a16:rowId xmlns:a16="http://schemas.microsoft.com/office/drawing/2014/main" val="2441546026"/>
                  </a:ext>
                </a:extLst>
              </a:tr>
              <a:tr h="6554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700"/>
                        <a:t>2</a:t>
                      </a:r>
                    </a:p>
                  </a:txBody>
                  <a:tcPr marL="86242" marR="86242" marT="43121" marB="431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Integrating WEFE Nexus into Existing Projects to Enhance Economic Value</a:t>
                      </a:r>
                    </a:p>
                  </a:txBody>
                  <a:tcPr marL="86242" marR="86242" marT="43121" marB="431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Apply integration to reduce costs, improve revenues, increase financing attractiveness.</a:t>
                      </a:r>
                    </a:p>
                  </a:txBody>
                  <a:tcPr marL="86242" marR="86242" marT="43121" marB="43121" anchor="ctr"/>
                </a:tc>
                <a:extLst>
                  <a:ext uri="{0D108BD9-81ED-4DB2-BD59-A6C34878D82A}">
                    <a16:rowId xmlns:a16="http://schemas.microsoft.com/office/drawing/2014/main" val="3666566018"/>
                  </a:ext>
                </a:extLst>
              </a:tr>
              <a:tr h="6554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700"/>
                        <a:t>3</a:t>
                      </a:r>
                    </a:p>
                  </a:txBody>
                  <a:tcPr marL="86242" marR="86242" marT="43121" marB="431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Financing Instruments &amp; Capital Stack in WEFE Nexus Projects</a:t>
                      </a:r>
                    </a:p>
                  </a:txBody>
                  <a:tcPr marL="86242" marR="86242" marT="43121" marB="431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Understand instruments, capital stack, blended finance, and matching to project stages.</a:t>
                      </a:r>
                    </a:p>
                  </a:txBody>
                  <a:tcPr marL="86242" marR="86242" marT="43121" marB="43121" anchor="ctr"/>
                </a:tc>
                <a:extLst>
                  <a:ext uri="{0D108BD9-81ED-4DB2-BD59-A6C34878D82A}">
                    <a16:rowId xmlns:a16="http://schemas.microsoft.com/office/drawing/2014/main" val="53244003"/>
                  </a:ext>
                </a:extLst>
              </a:tr>
              <a:tr h="6554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700"/>
                        <a:t>4</a:t>
                      </a:r>
                    </a:p>
                  </a:txBody>
                  <a:tcPr marL="86242" marR="86242" marT="43121" marB="431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Financing Risks During Operations &amp; How to Manage Them</a:t>
                      </a:r>
                    </a:p>
                  </a:txBody>
                  <a:tcPr marL="86242" marR="86242" marT="43121" marB="431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Identify operational risks, manage cashflow stress, apply mitigation tools.</a:t>
                      </a:r>
                    </a:p>
                  </a:txBody>
                  <a:tcPr marL="86242" marR="86242" marT="43121" marB="43121" anchor="ctr"/>
                </a:tc>
                <a:extLst>
                  <a:ext uri="{0D108BD9-81ED-4DB2-BD59-A6C34878D82A}">
                    <a16:rowId xmlns:a16="http://schemas.microsoft.com/office/drawing/2014/main" val="691740654"/>
                  </a:ext>
                </a:extLst>
              </a:tr>
              <a:tr h="92017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e-DE" sz="1700"/>
                        <a:t>5</a:t>
                      </a:r>
                    </a:p>
                  </a:txBody>
                  <a:tcPr marL="86242" marR="86242" marT="43121" marB="431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Navigating WEFE Nexus Funding Calls — Where to Find Them &amp; How to Understand Them</a:t>
                      </a:r>
                    </a:p>
                  </a:txBody>
                  <a:tcPr marL="86242" marR="86242" marT="43121" marB="4312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Recognize funding sources, decode calls, apply fit-scoring, organize response workflows.</a:t>
                      </a:r>
                    </a:p>
                  </a:txBody>
                  <a:tcPr marL="86242" marR="86242" marT="43121" marB="43121" anchor="ctr"/>
                </a:tc>
                <a:extLst>
                  <a:ext uri="{0D108BD9-81ED-4DB2-BD59-A6C34878D82A}">
                    <a16:rowId xmlns:a16="http://schemas.microsoft.com/office/drawing/2014/main" val="15682043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0163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3C4E5EE-93CF-053B-CA1F-6992AA4F5F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3442" y="921715"/>
            <a:ext cx="5163022" cy="2635993"/>
          </a:xfrm>
        </p:spPr>
        <p:txBody>
          <a:bodyPr anchor="b">
            <a:normAutofit/>
          </a:bodyPr>
          <a:lstStyle/>
          <a:p>
            <a:pPr algn="l"/>
            <a:r>
              <a:rPr lang="en-US" sz="4400" dirty="0"/>
              <a:t>Integrating WEFE Nexus into Existing Projects to Enhance Economic Value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C05CA36-AD6A-4ABF-9A05-52E5A143D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4022214"/>
            <a:ext cx="12192000" cy="2835786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4331EE8-85A4-4588-8D9E-70E534D47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4022220"/>
            <a:ext cx="8153398" cy="2835780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9D6C862-61CC-4B46-8080-96583D653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022219"/>
            <a:ext cx="12253472" cy="2835781"/>
          </a:xfrm>
          <a:prstGeom prst="rect">
            <a:avLst/>
          </a:prstGeom>
          <a:gradFill>
            <a:gsLst>
              <a:gs pos="39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72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98C6A22-81F3-F224-22A0-E0A0DE103D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3442" y="4541263"/>
            <a:ext cx="4662957" cy="1395022"/>
          </a:xfrm>
        </p:spPr>
        <p:txBody>
          <a:bodyPr anchor="t">
            <a:normAutofit/>
          </a:bodyPr>
          <a:lstStyle/>
          <a:p>
            <a:pPr algn="l"/>
            <a:r>
              <a:rPr lang="en-US">
                <a:solidFill>
                  <a:srgbClr val="FFFFFF"/>
                </a:solidFill>
              </a:rPr>
              <a:t>Training professionals to design bankable, resilient, and integrated WEFE projects</a:t>
            </a:r>
            <a:endParaRPr lang="de-DE" dirty="0">
              <a:solidFill>
                <a:srgbClr val="FFFFFF"/>
              </a:solidFill>
            </a:endParaRPr>
          </a:p>
        </p:txBody>
      </p:sp>
      <p:pic>
        <p:nvPicPr>
          <p:cNvPr id="6" name="Picture 2" descr="No photo description available.">
            <a:extLst>
              <a:ext uri="{FF2B5EF4-FFF2-40B4-BE49-F238E27FC236}">
                <a16:creationId xmlns:a16="http://schemas.microsoft.com/office/drawing/2014/main" id="{C1253426-49EF-A622-7935-46ED976A1E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23" t="19217" r="13671" b="19179"/>
          <a:stretch>
            <a:fillRect/>
          </a:stretch>
        </p:blipFill>
        <p:spPr bwMode="auto">
          <a:xfrm>
            <a:off x="6573907" y="1150829"/>
            <a:ext cx="5163022" cy="4178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0797"/>
            <a:ext cx="12191998" cy="457203"/>
          </a:xfrm>
          <a:prstGeom prst="rect">
            <a:avLst/>
          </a:prstGeom>
          <a:gradFill>
            <a:gsLst>
              <a:gs pos="0">
                <a:srgbClr val="000000">
                  <a:alpha val="43000"/>
                </a:srgbClr>
              </a:gs>
              <a:gs pos="79000">
                <a:schemeClr val="accent1">
                  <a:lumMod val="75000"/>
                  <a:alpha val="22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437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US" sz="4100">
                <a:solidFill>
                  <a:schemeClr val="bg1"/>
                </a:solidFill>
              </a:rPr>
              <a:t>Integrating WEFE Nexus into Existing Infrastructure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0BDCF3E-99F3-F0D5-4680-4D54FC69B8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2917595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de-DE">
                <a:solidFill>
                  <a:schemeClr val="bg1"/>
                </a:solidFill>
              </a:rPr>
              <a:t>Strategic Framing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6EC63E7-6A48-8089-9550-E2C5FB4DBB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4095387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Lecture Objectives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F47EC47-441B-ADFD-C0FC-0F8BAE9868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8122922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Core Problem: Sectoral Inefficiency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E426F70-C94E-59AF-4777-A3AEB5AD03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2262461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WEFE Nexus Model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E567F85-1370-4B12-F16C-6DD3EE08A9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4411745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Slide background fill">
            <a:extLst>
              <a:ext uri="{FF2B5EF4-FFF2-40B4-BE49-F238E27FC236}">
                <a16:creationId xmlns:a16="http://schemas.microsoft.com/office/drawing/2014/main" id="{1D63C574-BFD2-41A1-A567-B0C3CC7FD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Color 2">
            <a:extLst>
              <a:ext uri="{FF2B5EF4-FFF2-40B4-BE49-F238E27FC236}">
                <a16:creationId xmlns:a16="http://schemas.microsoft.com/office/drawing/2014/main" id="{E2A46BAB-8C31-42B2-90E8-B26DD3E8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3F7A3C7-0737-4E57-B30E-8EEFE638B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707053" cy="6858000"/>
            <a:chOff x="651279" y="598259"/>
            <a:chExt cx="10889442" cy="5680742"/>
          </a:xfrm>
        </p:grpSpPr>
        <p:sp>
          <p:nvSpPr>
            <p:cNvPr id="25" name="Color">
              <a:extLst>
                <a:ext uri="{FF2B5EF4-FFF2-40B4-BE49-F238E27FC236}">
                  <a16:creationId xmlns:a16="http://schemas.microsoft.com/office/drawing/2014/main" id="{3BE6D516-DFC6-4698-B3F1-5F591C113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9" name="Color">
              <a:extLst>
                <a:ext uri="{FF2B5EF4-FFF2-40B4-BE49-F238E27FC236}">
                  <a16:creationId xmlns:a16="http://schemas.microsoft.com/office/drawing/2014/main" id="{C2580FB0-D146-458C-AF1B-8E8BBF6BBA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385" y="841248"/>
            <a:ext cx="3515244" cy="5340097"/>
          </a:xfrm>
        </p:spPr>
        <p:txBody>
          <a:bodyPr anchor="ctr">
            <a:normAutofit/>
          </a:bodyPr>
          <a:lstStyle/>
          <a:p>
            <a:r>
              <a:rPr lang="de-DE" sz="4800">
                <a:solidFill>
                  <a:schemeClr val="bg1"/>
                </a:solidFill>
              </a:rPr>
              <a:t>Economic Logic of WEFE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2FDCA49-5036-4324-AEB1-1BC0228EBA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3492876"/>
              </p:ext>
            </p:extLst>
          </p:nvPr>
        </p:nvGraphicFramePr>
        <p:xfrm>
          <a:off x="4985886" y="231006"/>
          <a:ext cx="6367913" cy="6405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Egypt Context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82BBE9C-AB60-FC4F-F4D5-C5DEFDCAEF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157029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System Complexity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F9A8D77-2169-37E9-37DB-2B85B16ABF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4002702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Water Inefficiencies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0787CD5-54FB-BA9E-4545-68FCD19D2C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3264873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Energy Inefficiencies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7469A88-5CAD-15EE-4A4D-F4106C3A59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9364235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Food Inefficiencies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85723FD-8A08-21B1-2CF8-FF3476C927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2354110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Ecosystem Externalities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9B10A14-86F8-94D5-F169-E6222E97A3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1097508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de-DE" sz="4000"/>
              <a:t>Hidden Costs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US" sz="2000"/>
              <a:t>Environmental degradation</a:t>
            </a:r>
          </a:p>
          <a:p>
            <a:r>
              <a:rPr lang="en-US" sz="2000"/>
              <a:t>Energy price risks</a:t>
            </a:r>
          </a:p>
          <a:p>
            <a:r>
              <a:rPr lang="en-US" sz="2000"/>
              <a:t>Water scarcity risks</a:t>
            </a:r>
          </a:p>
          <a:p>
            <a:r>
              <a:rPr lang="en-US" sz="2000"/>
              <a:t>Soil productivity decline</a:t>
            </a:r>
          </a:p>
        </p:txBody>
      </p:sp>
      <p:pic>
        <p:nvPicPr>
          <p:cNvPr id="19" name="Picture 18" descr="Growing plant">
            <a:extLst>
              <a:ext uri="{FF2B5EF4-FFF2-40B4-BE49-F238E27FC236}">
                <a16:creationId xmlns:a16="http://schemas.microsoft.com/office/drawing/2014/main" id="{7DA37E9D-8264-2EE7-B87F-0977BDC7ED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209" r="19391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WEFE Entry Points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E5BCB5F-2998-60EC-AABE-68697F1735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65175727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79978" y="741391"/>
            <a:ext cx="3369234" cy="1616203"/>
          </a:xfrm>
        </p:spPr>
        <p:txBody>
          <a:bodyPr anchor="b">
            <a:normAutofit/>
          </a:bodyPr>
          <a:lstStyle/>
          <a:p>
            <a:r>
              <a:rPr lang="de-DE" sz="3200"/>
              <a:t>Renewable Energy Integration</a:t>
            </a:r>
          </a:p>
        </p:txBody>
      </p:sp>
      <p:pic>
        <p:nvPicPr>
          <p:cNvPr id="5" name="Picture 4" descr="A solar panel farm">
            <a:extLst>
              <a:ext uri="{FF2B5EF4-FFF2-40B4-BE49-F238E27FC236}">
                <a16:creationId xmlns:a16="http://schemas.microsoft.com/office/drawing/2014/main" id="{841AC808-29C4-F289-038C-9B27BDCAB6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888" r="9720" b="-1"/>
          <a:stretch>
            <a:fillRect/>
          </a:stretch>
        </p:blipFill>
        <p:spPr>
          <a:xfrm>
            <a:off x="20" y="10"/>
            <a:ext cx="7390243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E3A741D-C19B-960A-5803-1C5887147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879677" y="2347416"/>
            <a:ext cx="1630908" cy="7390262"/>
          </a:xfrm>
          <a:prstGeom prst="rect">
            <a:avLst/>
          </a:prstGeom>
          <a:gradFill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39DE25-0E4E-0AA7-0932-1D78C2372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 flipV="1">
            <a:off x="-1919061" y="1919060"/>
            <a:ext cx="6854280" cy="3016159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47000">
                <a:schemeClr val="accent2">
                  <a:alpha val="0"/>
                </a:schemeClr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6EA299-0840-6DEA-E670-C49AEBC87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4461657" y="4425055"/>
            <a:ext cx="2928605" cy="243294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1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79978" y="2533476"/>
            <a:ext cx="3369234" cy="3447832"/>
          </a:xfrm>
        </p:spPr>
        <p:txBody>
          <a:bodyPr anchor="t">
            <a:normAutofit/>
          </a:bodyPr>
          <a:lstStyle/>
          <a:p>
            <a:r>
              <a:rPr lang="de-DE" sz="2000"/>
              <a:t>Solar PV for desalination</a:t>
            </a:r>
          </a:p>
          <a:p>
            <a:r>
              <a:rPr lang="de-DE" sz="2000"/>
              <a:t>Hybrid grid systems</a:t>
            </a:r>
          </a:p>
          <a:p>
            <a:r>
              <a:rPr lang="de-DE" sz="2000"/>
              <a:t>Energy storage integration</a:t>
            </a:r>
          </a:p>
          <a:p>
            <a:r>
              <a:rPr lang="de-DE" sz="2000"/>
              <a:t>Reduce OPEX 20–50%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Water Optimization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DB466C01-CE30-37BD-82AF-C91B734C7D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3396360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de-DE" sz="4000"/>
              <a:t>Circular Economy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US" sz="2000"/>
              <a:t>Sludge to biogas</a:t>
            </a:r>
          </a:p>
          <a:p>
            <a:r>
              <a:rPr lang="en-US" sz="2000"/>
              <a:t>Nutrient recovery</a:t>
            </a:r>
          </a:p>
          <a:p>
            <a:r>
              <a:rPr lang="en-US" sz="2000"/>
              <a:t>Reduced waste costs</a:t>
            </a:r>
          </a:p>
          <a:p>
            <a:r>
              <a:rPr lang="en-US" sz="2000"/>
              <a:t>New revenue streams</a:t>
            </a:r>
          </a:p>
        </p:txBody>
      </p:sp>
      <p:pic>
        <p:nvPicPr>
          <p:cNvPr id="5" name="Picture 4" descr="Green building in a cornfield">
            <a:extLst>
              <a:ext uri="{FF2B5EF4-FFF2-40B4-BE49-F238E27FC236}">
                <a16:creationId xmlns:a16="http://schemas.microsoft.com/office/drawing/2014/main" id="{4D06F2DC-9CD3-B7DF-C09E-B2D8F457A6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633" r="27967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de-DE" sz="4000"/>
              <a:t>Nature-Based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US" sz="2000"/>
              <a:t>Constructed wetlands</a:t>
            </a:r>
          </a:p>
          <a:p>
            <a:r>
              <a:rPr lang="en-US" sz="2000"/>
              <a:t>Biofiltration systems</a:t>
            </a:r>
          </a:p>
          <a:p>
            <a:r>
              <a:rPr lang="en-US" sz="2000"/>
              <a:t>Lower treatment costs</a:t>
            </a:r>
          </a:p>
          <a:p>
            <a:r>
              <a:rPr lang="en-US" sz="2000"/>
              <a:t>Improved ecosystem services</a:t>
            </a:r>
          </a:p>
        </p:txBody>
      </p:sp>
      <p:pic>
        <p:nvPicPr>
          <p:cNvPr id="5" name="Picture 4" descr="Aerial view of valley map">
            <a:extLst>
              <a:ext uri="{FF2B5EF4-FFF2-40B4-BE49-F238E27FC236}">
                <a16:creationId xmlns:a16="http://schemas.microsoft.com/office/drawing/2014/main" id="{28217D99-D0F2-CBF4-6EEC-58549FC2D9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449" r="29828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de-DE" sz="4000">
                <a:solidFill>
                  <a:srgbClr val="FFFFFF"/>
                </a:solidFill>
              </a:rPr>
              <a:t>OPEX Reduction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5C738D1-D1F8-16F3-F324-C6723FC43D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60182072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de-DE">
                <a:solidFill>
                  <a:schemeClr val="bg1"/>
                </a:solidFill>
              </a:rPr>
              <a:t>Efficiency Gains</a:t>
            </a:r>
          </a:p>
        </p:txBody>
      </p:sp>
      <p:grpSp>
        <p:nvGrpSpPr>
          <p:cNvPr id="37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9" name="Oval 38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41" name="Content Placeholder 2">
            <a:extLst>
              <a:ext uri="{FF2B5EF4-FFF2-40B4-BE49-F238E27FC236}">
                <a16:creationId xmlns:a16="http://schemas.microsoft.com/office/drawing/2014/main" id="{113BDAE0-6592-AF69-C910-FB148E5F10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6454086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de-DE">
                <a:solidFill>
                  <a:schemeClr val="bg1"/>
                </a:solidFill>
              </a:rPr>
              <a:t>Revenue Streams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C84ECDB-8B85-B359-07E0-D3BC677212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2581612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de-DE">
                <a:solidFill>
                  <a:schemeClr val="bg1"/>
                </a:solidFill>
              </a:rPr>
              <a:t>Risk Reduction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B9A984C-6473-8969-9CA2-64F4344530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98756254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de-DE" sz="4100">
                <a:solidFill>
                  <a:schemeClr val="bg1"/>
                </a:solidFill>
              </a:rPr>
              <a:t>Asset Repositioning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565DDCA-54CA-15E0-76A8-31E352DF8B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2734167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de-DE" sz="4000"/>
              <a:t>Climate Finance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r>
              <a:rPr lang="en-US" sz="2000"/>
              <a:t>Green bonds</a:t>
            </a:r>
          </a:p>
          <a:p>
            <a:r>
              <a:rPr lang="en-US" sz="2000"/>
              <a:t>GCF and GEF</a:t>
            </a:r>
          </a:p>
          <a:p>
            <a:r>
              <a:rPr lang="en-US" sz="2000"/>
              <a:t>Blended finance instruments</a:t>
            </a:r>
          </a:p>
          <a:p>
            <a:r>
              <a:rPr lang="en-US" sz="2000"/>
              <a:t>ESG alignment</a:t>
            </a:r>
          </a:p>
        </p:txBody>
      </p:sp>
      <p:pic>
        <p:nvPicPr>
          <p:cNvPr id="5" name="Picture 4" descr="Calculator, pen, compass, money and a paper with graphs printed on it">
            <a:extLst>
              <a:ext uri="{FF2B5EF4-FFF2-40B4-BE49-F238E27FC236}">
                <a16:creationId xmlns:a16="http://schemas.microsoft.com/office/drawing/2014/main" id="{786E55F3-14D3-D29E-6644-235C40E5F7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716" r="24496" b="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6693" y="741391"/>
            <a:ext cx="4355265" cy="1616203"/>
          </a:xfrm>
        </p:spPr>
        <p:txBody>
          <a:bodyPr anchor="b">
            <a:normAutofit/>
          </a:bodyPr>
          <a:lstStyle/>
          <a:p>
            <a:r>
              <a:rPr lang="de-DE" sz="3200"/>
              <a:t>Blended Finance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6692" y="2533476"/>
            <a:ext cx="4355265" cy="3447832"/>
          </a:xfrm>
        </p:spPr>
        <p:txBody>
          <a:bodyPr anchor="t">
            <a:normAutofit/>
          </a:bodyPr>
          <a:lstStyle/>
          <a:p>
            <a:r>
              <a:rPr lang="en-US" sz="2000"/>
              <a:t>Public capital reduces risk</a:t>
            </a:r>
          </a:p>
          <a:p>
            <a:r>
              <a:rPr lang="en-US" sz="2000"/>
              <a:t>Private capital scales investment</a:t>
            </a:r>
          </a:p>
          <a:p>
            <a:r>
              <a:rPr lang="en-US" sz="2000"/>
              <a:t>Leverage ratios up to 1:7</a:t>
            </a:r>
          </a:p>
          <a:p>
            <a:r>
              <a:rPr lang="en-US" sz="2000"/>
              <a:t>Improved project viability</a:t>
            </a:r>
          </a:p>
        </p:txBody>
      </p:sp>
      <p:pic>
        <p:nvPicPr>
          <p:cNvPr id="5" name="Picture 4" descr="A digital balance scale using circles">
            <a:extLst>
              <a:ext uri="{FF2B5EF4-FFF2-40B4-BE49-F238E27FC236}">
                <a16:creationId xmlns:a16="http://schemas.microsoft.com/office/drawing/2014/main" id="{B5246474-FAD7-C026-A0C9-45ACFB984F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420" r="21802" b="1"/>
          <a:stretch>
            <a:fillRect/>
          </a:stretch>
        </p:blipFill>
        <p:spPr>
          <a:xfrm>
            <a:off x="6096000" y="10"/>
            <a:ext cx="6095999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E3A741D-C19B-960A-5803-1C58871478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369424" y="3028872"/>
            <a:ext cx="1559464" cy="6106313"/>
          </a:xfrm>
          <a:prstGeom prst="rect">
            <a:avLst/>
          </a:prstGeom>
          <a:gradFill>
            <a:gsLst>
              <a:gs pos="0">
                <a:schemeClr val="accent5">
                  <a:alpha val="77000"/>
                </a:schemeClr>
              </a:gs>
              <a:gs pos="57000">
                <a:schemeClr val="accent5">
                  <a:lumMod val="60000"/>
                  <a:lumOff val="40000"/>
                  <a:alpha val="0"/>
                </a:schemeClr>
              </a:gs>
            </a:gsLst>
            <a:lin ang="11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3A50E9-9119-7BC3-083B-2D84CCC78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15441" y="-3760"/>
            <a:ext cx="2176557" cy="6857999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40000">
                <a:schemeClr val="accent2">
                  <a:alpha val="0"/>
                </a:schemeClr>
              </a:gs>
            </a:gsLst>
            <a:lin ang="11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C39DE25-0E4E-0AA7-0932-1D78C2372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096000" y="5502302"/>
            <a:ext cx="6106314" cy="1359456"/>
          </a:xfrm>
          <a:prstGeom prst="rect">
            <a:avLst/>
          </a:prstGeom>
          <a:gradFill flip="none" rotWithShape="1">
            <a:gsLst>
              <a:gs pos="0">
                <a:schemeClr val="accent2">
                  <a:alpha val="89000"/>
                </a:schemeClr>
              </a:gs>
              <a:gs pos="38000">
                <a:schemeClr val="accent5">
                  <a:lumMod val="60000"/>
                  <a:lumOff val="40000"/>
                  <a:alpha val="0"/>
                </a:schemeClr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6EA299-0840-6DEA-E670-C49AEBC87E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9026892" y="2939627"/>
            <a:ext cx="3162908" cy="3914612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0000"/>
                  <a:lumOff val="40000"/>
                </a:schemeClr>
              </a:gs>
              <a:gs pos="51000">
                <a:schemeClr val="accent5">
                  <a:lumMod val="60000"/>
                  <a:lumOff val="40000"/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7725AB1-A7EE-5B2D-FAB4-26EE7093BFB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t>Risk Instruments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9C8B455-F07D-CCF8-1F96-933FF6C42B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7873775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E01B4EF-D956-AFFF-8EEC-020A43019B0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t>Bankability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5AAC1E2-911B-828C-8461-451382DF09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45584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0E3F561-9DBD-D974-B2DE-82E50ACBA94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3743" b="125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t>Case Diagnosis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31EC035-83A2-1BF3-23A3-2CAB433821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091691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Quick Wins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B920A41-DA33-A3CF-E054-79CEEF0641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235269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Medium-Term Actions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3096186-4C83-3CDE-03C8-6F0ED92D26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926367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Financial Impact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6FB3CE5-0635-51B5-56B2-A1063C92EE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3681829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de-DE" sz="4000">
                <a:solidFill>
                  <a:srgbClr val="FFFFFF"/>
                </a:solidFill>
              </a:rPr>
              <a:t>Bankability Impact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E2551041-9BE0-DD64-6B54-ADAB9B111D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6585262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de-DE" sz="4800"/>
              <a:t>Strategic Insight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CF6FF51-C253-5FE1-4CC2-0463DBAB3A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3152621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de-DE" sz="4800"/>
              <a:t>Key Takeaways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2726D29-4C37-8967-FDF8-F8FC556CA3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6074218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de-DE" sz="4800"/>
              <a:t>Closing Insight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C3D48BE-E92B-AC76-FDD8-E3E93C65EE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2154276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5375B8-00C9-E999-74E9-DC4F1B815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66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D29BB015-431F-8BF8-69A9-ACD8109A37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9701667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780</Words>
  <Application>Microsoft Office PowerPoint</Application>
  <PresentationFormat>Widescreen</PresentationFormat>
  <Paragraphs>198</Paragraphs>
  <Slides>39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3" baseType="lpstr">
      <vt:lpstr>Aptos</vt:lpstr>
      <vt:lpstr>Aptos Display</vt:lpstr>
      <vt:lpstr>Arial</vt:lpstr>
      <vt:lpstr>Office Theme</vt:lpstr>
      <vt:lpstr> Unlocking Finance for a Resilient WEFE (Water-Energy-Food-Ecosystems) Nexus in Egypt</vt:lpstr>
      <vt:lpstr>WEFE Nexus Professional Series: Driving Finance and Resilience for Egypt’s Future”</vt:lpstr>
      <vt:lpstr>Integrating WEFE Nexus into Existing Projects to Enhance Economic Value</vt:lpstr>
      <vt:lpstr>Integrating WEFE Nexus into Existing Infrastructure</vt:lpstr>
      <vt:lpstr>Strategic Framing</vt:lpstr>
      <vt:lpstr>Lecture Objectives</vt:lpstr>
      <vt:lpstr>Core Problem: Sectoral Inefficiency</vt:lpstr>
      <vt:lpstr>WEFE Nexus Model</vt:lpstr>
      <vt:lpstr>Economic Logic of WEFE</vt:lpstr>
      <vt:lpstr>Egypt Context</vt:lpstr>
      <vt:lpstr>System Complexity</vt:lpstr>
      <vt:lpstr>Water Inefficiencies</vt:lpstr>
      <vt:lpstr>Energy Inefficiencies</vt:lpstr>
      <vt:lpstr>Food Inefficiencies</vt:lpstr>
      <vt:lpstr>Ecosystem Externalities</vt:lpstr>
      <vt:lpstr>Hidden Costs</vt:lpstr>
      <vt:lpstr>WEFE Entry Points</vt:lpstr>
      <vt:lpstr>Renewable Energy Integration</vt:lpstr>
      <vt:lpstr>Water Optimization</vt:lpstr>
      <vt:lpstr>Circular Economy</vt:lpstr>
      <vt:lpstr>Nature-Based Solutions</vt:lpstr>
      <vt:lpstr>OPEX Reduction</vt:lpstr>
      <vt:lpstr>Efficiency Gains</vt:lpstr>
      <vt:lpstr>Revenue Streams</vt:lpstr>
      <vt:lpstr>Risk Reduction</vt:lpstr>
      <vt:lpstr>Asset Repositioning</vt:lpstr>
      <vt:lpstr>Climate Finance</vt:lpstr>
      <vt:lpstr>Blended Finance</vt:lpstr>
      <vt:lpstr>Risk Instruments</vt:lpstr>
      <vt:lpstr>Bankability</vt:lpstr>
      <vt:lpstr>Case Diagnosis</vt:lpstr>
      <vt:lpstr>Quick Wins</vt:lpstr>
      <vt:lpstr>Medium-Term Actions</vt:lpstr>
      <vt:lpstr>Financial Impact</vt:lpstr>
      <vt:lpstr>Bankability Impact</vt:lpstr>
      <vt:lpstr>Strategic Insight</vt:lpstr>
      <vt:lpstr>Key Takeaways</vt:lpstr>
      <vt:lpstr>Closing Insight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Hassan Tolba Aboelnga</dc:creator>
  <cp:lastModifiedBy>k45836</cp:lastModifiedBy>
  <cp:revision>7</cp:revision>
  <dcterms:created xsi:type="dcterms:W3CDTF">2025-09-27T10:15:42Z</dcterms:created>
  <dcterms:modified xsi:type="dcterms:W3CDTF">2026-03-28T19:24:22Z</dcterms:modified>
</cp:coreProperties>
</file>