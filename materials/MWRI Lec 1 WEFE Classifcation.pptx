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508" r:id="rId3"/>
    <p:sldId id="509" r:id="rId4"/>
    <p:sldId id="510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511" r:id="rId26"/>
    <p:sldId id="512" r:id="rId27"/>
    <p:sldId id="513" r:id="rId28"/>
    <p:sldId id="514" r:id="rId29"/>
    <p:sldId id="516" r:id="rId30"/>
    <p:sldId id="517" r:id="rId31"/>
    <p:sldId id="518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491" r:id="rId5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9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1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69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svg"/><Relationship Id="rId1" Type="http://schemas.openxmlformats.org/officeDocument/2006/relationships/image" Target="../media/image84.png"/><Relationship Id="rId6" Type="http://schemas.openxmlformats.org/officeDocument/2006/relationships/image" Target="../media/image89.svg"/><Relationship Id="rId5" Type="http://schemas.openxmlformats.org/officeDocument/2006/relationships/image" Target="../media/image88.png"/><Relationship Id="rId4" Type="http://schemas.openxmlformats.org/officeDocument/2006/relationships/image" Target="../media/image87.sv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91.svg"/></Relationships>
</file>

<file path=ppt/diagrams/_rels/data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svg"/><Relationship Id="rId13" Type="http://schemas.openxmlformats.org/officeDocument/2006/relationships/image" Target="../media/image108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7.svg"/><Relationship Id="rId2" Type="http://schemas.openxmlformats.org/officeDocument/2006/relationships/image" Target="../media/image97.svg"/><Relationship Id="rId1" Type="http://schemas.openxmlformats.org/officeDocument/2006/relationships/image" Target="../media/image96.png"/><Relationship Id="rId6" Type="http://schemas.openxmlformats.org/officeDocument/2006/relationships/image" Target="../media/image101.sv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svg"/><Relationship Id="rId4" Type="http://schemas.openxmlformats.org/officeDocument/2006/relationships/image" Target="../media/image99.svg"/><Relationship Id="rId9" Type="http://schemas.openxmlformats.org/officeDocument/2006/relationships/image" Target="../media/image104.png"/><Relationship Id="rId14" Type="http://schemas.openxmlformats.org/officeDocument/2006/relationships/image" Target="../media/image109.svg"/></Relationships>
</file>

<file path=ppt/diagrams/_rels/data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svg"/><Relationship Id="rId13" Type="http://schemas.openxmlformats.org/officeDocument/2006/relationships/image" Target="../media/image122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12" Type="http://schemas.openxmlformats.org/officeDocument/2006/relationships/image" Target="../media/image121.svg"/><Relationship Id="rId2" Type="http://schemas.openxmlformats.org/officeDocument/2006/relationships/image" Target="../media/image111.svg"/><Relationship Id="rId16" Type="http://schemas.openxmlformats.org/officeDocument/2006/relationships/image" Target="../media/image125.svg"/><Relationship Id="rId1" Type="http://schemas.openxmlformats.org/officeDocument/2006/relationships/image" Target="../media/image110.png"/><Relationship Id="rId6" Type="http://schemas.openxmlformats.org/officeDocument/2006/relationships/image" Target="../media/image115.sv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5" Type="http://schemas.openxmlformats.org/officeDocument/2006/relationships/image" Target="../media/image124.png"/><Relationship Id="rId10" Type="http://schemas.openxmlformats.org/officeDocument/2006/relationships/image" Target="../media/image119.svg"/><Relationship Id="rId4" Type="http://schemas.openxmlformats.org/officeDocument/2006/relationships/image" Target="../media/image113.svg"/><Relationship Id="rId9" Type="http://schemas.openxmlformats.org/officeDocument/2006/relationships/image" Target="../media/image118.png"/><Relationship Id="rId14" Type="http://schemas.openxmlformats.org/officeDocument/2006/relationships/image" Target="../media/image123.svg"/></Relationships>
</file>

<file path=ppt/diagrams/_rels/data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svg"/><Relationship Id="rId3" Type="http://schemas.openxmlformats.org/officeDocument/2006/relationships/image" Target="../media/image68.png"/><Relationship Id="rId7" Type="http://schemas.openxmlformats.org/officeDocument/2006/relationships/image" Target="../media/image128.png"/><Relationship Id="rId2" Type="http://schemas.openxmlformats.org/officeDocument/2006/relationships/image" Target="../media/image127.svg"/><Relationship Id="rId1" Type="http://schemas.openxmlformats.org/officeDocument/2006/relationships/image" Target="../media/image126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69.svg"/></Relationships>
</file>

<file path=ppt/diagrams/_rels/data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133.svg"/><Relationship Id="rId5" Type="http://schemas.openxmlformats.org/officeDocument/2006/relationships/image" Target="../media/image132.png"/><Relationship Id="rId4" Type="http://schemas.openxmlformats.org/officeDocument/2006/relationships/image" Target="../media/image131.svg"/></Relationships>
</file>

<file path=ppt/diagrams/_rels/data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7.svg"/><Relationship Id="rId1" Type="http://schemas.openxmlformats.org/officeDocument/2006/relationships/image" Target="../media/image126.png"/><Relationship Id="rId6" Type="http://schemas.openxmlformats.org/officeDocument/2006/relationships/image" Target="../media/image135.svg"/><Relationship Id="rId5" Type="http://schemas.openxmlformats.org/officeDocument/2006/relationships/image" Target="../media/image134.png"/><Relationship Id="rId4" Type="http://schemas.openxmlformats.org/officeDocument/2006/relationships/image" Target="../media/image21.svg"/></Relationships>
</file>

<file path=ppt/diagrams/_rels/data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139.svg"/><Relationship Id="rId5" Type="http://schemas.openxmlformats.org/officeDocument/2006/relationships/image" Target="../media/image138.png"/><Relationship Id="rId4" Type="http://schemas.openxmlformats.org/officeDocument/2006/relationships/image" Target="../media/image137.svg"/></Relationships>
</file>

<file path=ppt/diagrams/_rels/data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diagrams/_rels/data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143.svg"/><Relationship Id="rId5" Type="http://schemas.openxmlformats.org/officeDocument/2006/relationships/image" Target="../media/image142.png"/><Relationship Id="rId4" Type="http://schemas.openxmlformats.org/officeDocument/2006/relationships/image" Target="../media/image14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9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1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69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svg"/><Relationship Id="rId1" Type="http://schemas.openxmlformats.org/officeDocument/2006/relationships/image" Target="../media/image72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75.sv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svg"/><Relationship Id="rId1" Type="http://schemas.openxmlformats.org/officeDocument/2006/relationships/image" Target="../media/image78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81.svg"/></Relationships>
</file>

<file path=ppt/diagrams/_rels/drawing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svg"/><Relationship Id="rId1" Type="http://schemas.openxmlformats.org/officeDocument/2006/relationships/image" Target="../media/image84.png"/><Relationship Id="rId6" Type="http://schemas.openxmlformats.org/officeDocument/2006/relationships/image" Target="../media/image89.svg"/><Relationship Id="rId5" Type="http://schemas.openxmlformats.org/officeDocument/2006/relationships/image" Target="../media/image88.png"/><Relationship Id="rId4" Type="http://schemas.openxmlformats.org/officeDocument/2006/relationships/image" Target="../media/image87.sv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91.svg"/></Relationships>
</file>

<file path=ppt/diagrams/_rels/drawing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svg"/><Relationship Id="rId13" Type="http://schemas.openxmlformats.org/officeDocument/2006/relationships/image" Target="../media/image108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7.svg"/><Relationship Id="rId2" Type="http://schemas.openxmlformats.org/officeDocument/2006/relationships/image" Target="../media/image97.svg"/><Relationship Id="rId1" Type="http://schemas.openxmlformats.org/officeDocument/2006/relationships/image" Target="../media/image96.png"/><Relationship Id="rId6" Type="http://schemas.openxmlformats.org/officeDocument/2006/relationships/image" Target="../media/image101.sv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svg"/><Relationship Id="rId4" Type="http://schemas.openxmlformats.org/officeDocument/2006/relationships/image" Target="../media/image99.svg"/><Relationship Id="rId9" Type="http://schemas.openxmlformats.org/officeDocument/2006/relationships/image" Target="../media/image104.png"/><Relationship Id="rId14" Type="http://schemas.openxmlformats.org/officeDocument/2006/relationships/image" Target="../media/image109.svg"/></Relationships>
</file>

<file path=ppt/diagrams/_rels/drawing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svg"/><Relationship Id="rId13" Type="http://schemas.openxmlformats.org/officeDocument/2006/relationships/image" Target="../media/image122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12" Type="http://schemas.openxmlformats.org/officeDocument/2006/relationships/image" Target="../media/image121.svg"/><Relationship Id="rId2" Type="http://schemas.openxmlformats.org/officeDocument/2006/relationships/image" Target="../media/image111.svg"/><Relationship Id="rId16" Type="http://schemas.openxmlformats.org/officeDocument/2006/relationships/image" Target="../media/image125.svg"/><Relationship Id="rId1" Type="http://schemas.openxmlformats.org/officeDocument/2006/relationships/image" Target="../media/image110.png"/><Relationship Id="rId6" Type="http://schemas.openxmlformats.org/officeDocument/2006/relationships/image" Target="../media/image115.svg"/><Relationship Id="rId11" Type="http://schemas.openxmlformats.org/officeDocument/2006/relationships/image" Target="../media/image120.png"/><Relationship Id="rId5" Type="http://schemas.openxmlformats.org/officeDocument/2006/relationships/image" Target="../media/image114.png"/><Relationship Id="rId15" Type="http://schemas.openxmlformats.org/officeDocument/2006/relationships/image" Target="../media/image124.png"/><Relationship Id="rId10" Type="http://schemas.openxmlformats.org/officeDocument/2006/relationships/image" Target="../media/image119.svg"/><Relationship Id="rId4" Type="http://schemas.openxmlformats.org/officeDocument/2006/relationships/image" Target="../media/image113.svg"/><Relationship Id="rId9" Type="http://schemas.openxmlformats.org/officeDocument/2006/relationships/image" Target="../media/image118.png"/><Relationship Id="rId14" Type="http://schemas.openxmlformats.org/officeDocument/2006/relationships/image" Target="../media/image123.svg"/></Relationships>
</file>

<file path=ppt/diagrams/_rels/drawing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svg"/><Relationship Id="rId3" Type="http://schemas.openxmlformats.org/officeDocument/2006/relationships/image" Target="../media/image68.png"/><Relationship Id="rId7" Type="http://schemas.openxmlformats.org/officeDocument/2006/relationships/image" Target="../media/image128.png"/><Relationship Id="rId2" Type="http://schemas.openxmlformats.org/officeDocument/2006/relationships/image" Target="../media/image127.svg"/><Relationship Id="rId1" Type="http://schemas.openxmlformats.org/officeDocument/2006/relationships/image" Target="../media/image126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69.svg"/></Relationships>
</file>

<file path=ppt/diagrams/_rels/drawing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133.svg"/><Relationship Id="rId5" Type="http://schemas.openxmlformats.org/officeDocument/2006/relationships/image" Target="../media/image132.png"/><Relationship Id="rId4" Type="http://schemas.openxmlformats.org/officeDocument/2006/relationships/image" Target="../media/image131.svg"/></Relationships>
</file>

<file path=ppt/diagrams/_rels/drawing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7.svg"/><Relationship Id="rId1" Type="http://schemas.openxmlformats.org/officeDocument/2006/relationships/image" Target="../media/image126.png"/><Relationship Id="rId6" Type="http://schemas.openxmlformats.org/officeDocument/2006/relationships/image" Target="../media/image135.svg"/><Relationship Id="rId5" Type="http://schemas.openxmlformats.org/officeDocument/2006/relationships/image" Target="../media/image134.png"/><Relationship Id="rId4" Type="http://schemas.openxmlformats.org/officeDocument/2006/relationships/image" Target="../media/image21.svg"/></Relationships>
</file>

<file path=ppt/diagrams/_rels/drawing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139.svg"/><Relationship Id="rId5" Type="http://schemas.openxmlformats.org/officeDocument/2006/relationships/image" Target="../media/image138.png"/><Relationship Id="rId4" Type="http://schemas.openxmlformats.org/officeDocument/2006/relationships/image" Target="../media/image137.svg"/></Relationships>
</file>

<file path=ppt/diagrams/_rels/drawing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63.svg"/></Relationships>
</file>

<file path=ppt/diagrams/_rels/drawing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143.svg"/><Relationship Id="rId5" Type="http://schemas.openxmlformats.org/officeDocument/2006/relationships/image" Target="../media/image142.png"/><Relationship Id="rId4" Type="http://schemas.openxmlformats.org/officeDocument/2006/relationships/image" Target="../media/image14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721468-B12D-4D97-9A03-B8FCF26374F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6578273-F714-488C-9CDE-80C3EBEBF50B}">
      <dgm:prSet/>
      <dgm:spPr/>
      <dgm:t>
        <a:bodyPr/>
        <a:lstStyle/>
        <a:p>
          <a:r>
            <a:rPr lang="en-US"/>
            <a:t>Water–Energy–Food–Environment (WEFE) Nexus</a:t>
          </a:r>
        </a:p>
      </dgm:t>
    </dgm:pt>
    <dgm:pt modelId="{F3D4CE59-8569-44EA-B155-7B2C6C8E03E5}" type="parTrans" cxnId="{740CD274-A4C3-494A-AD2B-FFDB97634648}">
      <dgm:prSet/>
      <dgm:spPr/>
      <dgm:t>
        <a:bodyPr/>
        <a:lstStyle/>
        <a:p>
          <a:endParaRPr lang="en-US"/>
        </a:p>
      </dgm:t>
    </dgm:pt>
    <dgm:pt modelId="{B2ED59C8-81DD-4A97-977B-AC7EA953417B}" type="sibTrans" cxnId="{740CD274-A4C3-494A-AD2B-FFDB97634648}">
      <dgm:prSet/>
      <dgm:spPr/>
      <dgm:t>
        <a:bodyPr/>
        <a:lstStyle/>
        <a:p>
          <a:endParaRPr lang="en-US"/>
        </a:p>
      </dgm:t>
    </dgm:pt>
    <dgm:pt modelId="{766BE997-2CC9-4D10-B350-C17E7BCB59D1}">
      <dgm:prSet/>
      <dgm:spPr/>
      <dgm:t>
        <a:bodyPr/>
        <a:lstStyle/>
        <a:p>
          <a:r>
            <a:rPr lang="en-US"/>
            <a:t>Focus: How integration affects bankability, risk, and access to finance</a:t>
          </a:r>
        </a:p>
      </dgm:t>
    </dgm:pt>
    <dgm:pt modelId="{8A43243E-C6E2-4A4C-8A98-1F7BF6953E56}" type="parTrans" cxnId="{E2D789C4-1A51-4076-B114-C61EE7374AB7}">
      <dgm:prSet/>
      <dgm:spPr/>
      <dgm:t>
        <a:bodyPr/>
        <a:lstStyle/>
        <a:p>
          <a:endParaRPr lang="en-US"/>
        </a:p>
      </dgm:t>
    </dgm:pt>
    <dgm:pt modelId="{7A380F7F-4E43-4FE0-9F3C-3CF9075A1D9C}" type="sibTrans" cxnId="{E2D789C4-1A51-4076-B114-C61EE7374AB7}">
      <dgm:prSet/>
      <dgm:spPr/>
      <dgm:t>
        <a:bodyPr/>
        <a:lstStyle/>
        <a:p>
          <a:endParaRPr lang="en-US"/>
        </a:p>
      </dgm:t>
    </dgm:pt>
    <dgm:pt modelId="{9F30A891-7DC1-4E78-A0B8-9F7650DEB108}">
      <dgm:prSet/>
      <dgm:spPr/>
      <dgm:t>
        <a:bodyPr/>
        <a:lstStyle/>
        <a:p>
          <a:r>
            <a:rPr lang="en-US"/>
            <a:t>Global and Egypt-focused examples</a:t>
          </a:r>
        </a:p>
      </dgm:t>
    </dgm:pt>
    <dgm:pt modelId="{3A8BECD8-3C41-4697-A9E1-FCFF94CECFA3}" type="parTrans" cxnId="{52D24D03-2287-4616-821E-D96A30139AB8}">
      <dgm:prSet/>
      <dgm:spPr/>
      <dgm:t>
        <a:bodyPr/>
        <a:lstStyle/>
        <a:p>
          <a:endParaRPr lang="en-US"/>
        </a:p>
      </dgm:t>
    </dgm:pt>
    <dgm:pt modelId="{4C59C9A2-4882-4CD4-AF4F-7AF0B09F615F}" type="sibTrans" cxnId="{52D24D03-2287-4616-821E-D96A30139AB8}">
      <dgm:prSet/>
      <dgm:spPr/>
      <dgm:t>
        <a:bodyPr/>
        <a:lstStyle/>
        <a:p>
          <a:endParaRPr lang="en-US"/>
        </a:p>
      </dgm:t>
    </dgm:pt>
    <dgm:pt modelId="{2B899B31-48F6-4F4D-B78D-AF1855505510}" type="pres">
      <dgm:prSet presAssocID="{C9721468-B12D-4D97-9A03-B8FCF26374F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48B00F2-49A3-4BE9-B590-264A21DFAAF6}" type="pres">
      <dgm:prSet presAssocID="{66578273-F714-488C-9CDE-80C3EBEBF50B}" presName="hierRoot1" presStyleCnt="0"/>
      <dgm:spPr/>
    </dgm:pt>
    <dgm:pt modelId="{2D728C5E-90F4-4B8F-BD5A-057FD9B4584D}" type="pres">
      <dgm:prSet presAssocID="{66578273-F714-488C-9CDE-80C3EBEBF50B}" presName="composite" presStyleCnt="0"/>
      <dgm:spPr/>
    </dgm:pt>
    <dgm:pt modelId="{CE63B312-E9E2-4F04-BF7A-5CFCC6EAAA63}" type="pres">
      <dgm:prSet presAssocID="{66578273-F714-488C-9CDE-80C3EBEBF50B}" presName="background" presStyleLbl="node0" presStyleIdx="0" presStyleCnt="3"/>
      <dgm:spPr/>
    </dgm:pt>
    <dgm:pt modelId="{BE02A002-7206-468A-83EC-FE5A4BD2B367}" type="pres">
      <dgm:prSet presAssocID="{66578273-F714-488C-9CDE-80C3EBEBF50B}" presName="text" presStyleLbl="fgAcc0" presStyleIdx="0" presStyleCnt="3">
        <dgm:presLayoutVars>
          <dgm:chPref val="3"/>
        </dgm:presLayoutVars>
      </dgm:prSet>
      <dgm:spPr/>
    </dgm:pt>
    <dgm:pt modelId="{B6E18E8A-E084-4656-935A-461E27EFF7FB}" type="pres">
      <dgm:prSet presAssocID="{66578273-F714-488C-9CDE-80C3EBEBF50B}" presName="hierChild2" presStyleCnt="0"/>
      <dgm:spPr/>
    </dgm:pt>
    <dgm:pt modelId="{B1306CA0-A1CD-4530-AF2A-6DB69881C591}" type="pres">
      <dgm:prSet presAssocID="{766BE997-2CC9-4D10-B350-C17E7BCB59D1}" presName="hierRoot1" presStyleCnt="0"/>
      <dgm:spPr/>
    </dgm:pt>
    <dgm:pt modelId="{3DF67305-4CEB-4222-94BC-BDE0661B7523}" type="pres">
      <dgm:prSet presAssocID="{766BE997-2CC9-4D10-B350-C17E7BCB59D1}" presName="composite" presStyleCnt="0"/>
      <dgm:spPr/>
    </dgm:pt>
    <dgm:pt modelId="{9CC2B8E6-387A-4417-88B7-AFCB6FDC57BD}" type="pres">
      <dgm:prSet presAssocID="{766BE997-2CC9-4D10-B350-C17E7BCB59D1}" presName="background" presStyleLbl="node0" presStyleIdx="1" presStyleCnt="3"/>
      <dgm:spPr/>
    </dgm:pt>
    <dgm:pt modelId="{27D99BC7-27D8-426B-BAE9-3EB7EE65B299}" type="pres">
      <dgm:prSet presAssocID="{766BE997-2CC9-4D10-B350-C17E7BCB59D1}" presName="text" presStyleLbl="fgAcc0" presStyleIdx="1" presStyleCnt="3">
        <dgm:presLayoutVars>
          <dgm:chPref val="3"/>
        </dgm:presLayoutVars>
      </dgm:prSet>
      <dgm:spPr/>
    </dgm:pt>
    <dgm:pt modelId="{8B34B26F-031E-49DE-88AC-34DAFE1697BA}" type="pres">
      <dgm:prSet presAssocID="{766BE997-2CC9-4D10-B350-C17E7BCB59D1}" presName="hierChild2" presStyleCnt="0"/>
      <dgm:spPr/>
    </dgm:pt>
    <dgm:pt modelId="{20ED3069-A6CF-4D9A-BFEF-8FB5FAA8303B}" type="pres">
      <dgm:prSet presAssocID="{9F30A891-7DC1-4E78-A0B8-9F7650DEB108}" presName="hierRoot1" presStyleCnt="0"/>
      <dgm:spPr/>
    </dgm:pt>
    <dgm:pt modelId="{8B7F8BE9-A5E7-44BF-9352-1977D304996B}" type="pres">
      <dgm:prSet presAssocID="{9F30A891-7DC1-4E78-A0B8-9F7650DEB108}" presName="composite" presStyleCnt="0"/>
      <dgm:spPr/>
    </dgm:pt>
    <dgm:pt modelId="{39980FBE-D939-46ED-9DE4-9EB2185A20C6}" type="pres">
      <dgm:prSet presAssocID="{9F30A891-7DC1-4E78-A0B8-9F7650DEB108}" presName="background" presStyleLbl="node0" presStyleIdx="2" presStyleCnt="3"/>
      <dgm:spPr/>
    </dgm:pt>
    <dgm:pt modelId="{F523AE8D-925C-408C-82A9-6A53D7D68DDE}" type="pres">
      <dgm:prSet presAssocID="{9F30A891-7DC1-4E78-A0B8-9F7650DEB108}" presName="text" presStyleLbl="fgAcc0" presStyleIdx="2" presStyleCnt="3">
        <dgm:presLayoutVars>
          <dgm:chPref val="3"/>
        </dgm:presLayoutVars>
      </dgm:prSet>
      <dgm:spPr/>
    </dgm:pt>
    <dgm:pt modelId="{605C619D-3919-4C00-B8FE-F1EEC3EAFE4C}" type="pres">
      <dgm:prSet presAssocID="{9F30A891-7DC1-4E78-A0B8-9F7650DEB108}" presName="hierChild2" presStyleCnt="0"/>
      <dgm:spPr/>
    </dgm:pt>
  </dgm:ptLst>
  <dgm:cxnLst>
    <dgm:cxn modelId="{52D24D03-2287-4616-821E-D96A30139AB8}" srcId="{C9721468-B12D-4D97-9A03-B8FCF26374FF}" destId="{9F30A891-7DC1-4E78-A0B8-9F7650DEB108}" srcOrd="2" destOrd="0" parTransId="{3A8BECD8-3C41-4697-A9E1-FCFF94CECFA3}" sibTransId="{4C59C9A2-4882-4CD4-AF4F-7AF0B09F615F}"/>
    <dgm:cxn modelId="{AFB56709-6553-48F8-8D59-EB76A3AF281C}" type="presOf" srcId="{766BE997-2CC9-4D10-B350-C17E7BCB59D1}" destId="{27D99BC7-27D8-426B-BAE9-3EB7EE65B299}" srcOrd="0" destOrd="0" presId="urn:microsoft.com/office/officeart/2005/8/layout/hierarchy1"/>
    <dgm:cxn modelId="{740CD274-A4C3-494A-AD2B-FFDB97634648}" srcId="{C9721468-B12D-4D97-9A03-B8FCF26374FF}" destId="{66578273-F714-488C-9CDE-80C3EBEBF50B}" srcOrd="0" destOrd="0" parTransId="{F3D4CE59-8569-44EA-B155-7B2C6C8E03E5}" sibTransId="{B2ED59C8-81DD-4A97-977B-AC7EA953417B}"/>
    <dgm:cxn modelId="{457CBD85-AA0E-42AC-971A-9E6AE2CB68CD}" type="presOf" srcId="{C9721468-B12D-4D97-9A03-B8FCF26374FF}" destId="{2B899B31-48F6-4F4D-B78D-AF1855505510}" srcOrd="0" destOrd="0" presId="urn:microsoft.com/office/officeart/2005/8/layout/hierarchy1"/>
    <dgm:cxn modelId="{E2D789C4-1A51-4076-B114-C61EE7374AB7}" srcId="{C9721468-B12D-4D97-9A03-B8FCF26374FF}" destId="{766BE997-2CC9-4D10-B350-C17E7BCB59D1}" srcOrd="1" destOrd="0" parTransId="{8A43243E-C6E2-4A4C-8A98-1F7BF6953E56}" sibTransId="{7A380F7F-4E43-4FE0-9F3C-3CF9075A1D9C}"/>
    <dgm:cxn modelId="{9D43EADF-11E9-41D2-85C8-7C04305AD83A}" type="presOf" srcId="{66578273-F714-488C-9CDE-80C3EBEBF50B}" destId="{BE02A002-7206-468A-83EC-FE5A4BD2B367}" srcOrd="0" destOrd="0" presId="urn:microsoft.com/office/officeart/2005/8/layout/hierarchy1"/>
    <dgm:cxn modelId="{0799B9ED-70CC-4245-B13B-21454DD9A2EF}" type="presOf" srcId="{9F30A891-7DC1-4E78-A0B8-9F7650DEB108}" destId="{F523AE8D-925C-408C-82A9-6A53D7D68DDE}" srcOrd="0" destOrd="0" presId="urn:microsoft.com/office/officeart/2005/8/layout/hierarchy1"/>
    <dgm:cxn modelId="{B4C0430F-3DB9-47E4-B794-BF2B2C35E379}" type="presParOf" srcId="{2B899B31-48F6-4F4D-B78D-AF1855505510}" destId="{248B00F2-49A3-4BE9-B590-264A21DFAAF6}" srcOrd="0" destOrd="0" presId="urn:microsoft.com/office/officeart/2005/8/layout/hierarchy1"/>
    <dgm:cxn modelId="{E2A29B0F-30D0-49E6-BC01-40E0DDF245B6}" type="presParOf" srcId="{248B00F2-49A3-4BE9-B590-264A21DFAAF6}" destId="{2D728C5E-90F4-4B8F-BD5A-057FD9B4584D}" srcOrd="0" destOrd="0" presId="urn:microsoft.com/office/officeart/2005/8/layout/hierarchy1"/>
    <dgm:cxn modelId="{62A3D212-2116-4977-8B57-14D5B1C873C3}" type="presParOf" srcId="{2D728C5E-90F4-4B8F-BD5A-057FD9B4584D}" destId="{CE63B312-E9E2-4F04-BF7A-5CFCC6EAAA63}" srcOrd="0" destOrd="0" presId="urn:microsoft.com/office/officeart/2005/8/layout/hierarchy1"/>
    <dgm:cxn modelId="{BA5C13BF-CA16-44BD-BBC4-B260F03BD3B2}" type="presParOf" srcId="{2D728C5E-90F4-4B8F-BD5A-057FD9B4584D}" destId="{BE02A002-7206-468A-83EC-FE5A4BD2B367}" srcOrd="1" destOrd="0" presId="urn:microsoft.com/office/officeart/2005/8/layout/hierarchy1"/>
    <dgm:cxn modelId="{CCDDD65B-C5ED-4479-914F-B8DEBBB03218}" type="presParOf" srcId="{248B00F2-49A3-4BE9-B590-264A21DFAAF6}" destId="{B6E18E8A-E084-4656-935A-461E27EFF7FB}" srcOrd="1" destOrd="0" presId="urn:microsoft.com/office/officeart/2005/8/layout/hierarchy1"/>
    <dgm:cxn modelId="{A0A885D8-A215-4151-8313-357E66B08DE3}" type="presParOf" srcId="{2B899B31-48F6-4F4D-B78D-AF1855505510}" destId="{B1306CA0-A1CD-4530-AF2A-6DB69881C591}" srcOrd="1" destOrd="0" presId="urn:microsoft.com/office/officeart/2005/8/layout/hierarchy1"/>
    <dgm:cxn modelId="{BD348E04-34D7-4884-94CA-2120944FE38E}" type="presParOf" srcId="{B1306CA0-A1CD-4530-AF2A-6DB69881C591}" destId="{3DF67305-4CEB-4222-94BC-BDE0661B7523}" srcOrd="0" destOrd="0" presId="urn:microsoft.com/office/officeart/2005/8/layout/hierarchy1"/>
    <dgm:cxn modelId="{CEB7EB19-6DAE-40E9-9710-EEA4FD8E7D9C}" type="presParOf" srcId="{3DF67305-4CEB-4222-94BC-BDE0661B7523}" destId="{9CC2B8E6-387A-4417-88B7-AFCB6FDC57BD}" srcOrd="0" destOrd="0" presId="urn:microsoft.com/office/officeart/2005/8/layout/hierarchy1"/>
    <dgm:cxn modelId="{9C778849-288F-4302-8E5A-79937F5114AC}" type="presParOf" srcId="{3DF67305-4CEB-4222-94BC-BDE0661B7523}" destId="{27D99BC7-27D8-426B-BAE9-3EB7EE65B299}" srcOrd="1" destOrd="0" presId="urn:microsoft.com/office/officeart/2005/8/layout/hierarchy1"/>
    <dgm:cxn modelId="{B3A2E556-96BD-4EEA-84EA-72E70B220AE0}" type="presParOf" srcId="{B1306CA0-A1CD-4530-AF2A-6DB69881C591}" destId="{8B34B26F-031E-49DE-88AC-34DAFE1697BA}" srcOrd="1" destOrd="0" presId="urn:microsoft.com/office/officeart/2005/8/layout/hierarchy1"/>
    <dgm:cxn modelId="{45F6BDDE-CA82-4461-B1B8-454A9831C808}" type="presParOf" srcId="{2B899B31-48F6-4F4D-B78D-AF1855505510}" destId="{20ED3069-A6CF-4D9A-BFEF-8FB5FAA8303B}" srcOrd="2" destOrd="0" presId="urn:microsoft.com/office/officeart/2005/8/layout/hierarchy1"/>
    <dgm:cxn modelId="{205FA544-7CD8-4604-A7A6-78CA3100561B}" type="presParOf" srcId="{20ED3069-A6CF-4D9A-BFEF-8FB5FAA8303B}" destId="{8B7F8BE9-A5E7-44BF-9352-1977D304996B}" srcOrd="0" destOrd="0" presId="urn:microsoft.com/office/officeart/2005/8/layout/hierarchy1"/>
    <dgm:cxn modelId="{76F4DB6B-E88D-4572-8F49-B61201EA99A5}" type="presParOf" srcId="{8B7F8BE9-A5E7-44BF-9352-1977D304996B}" destId="{39980FBE-D939-46ED-9DE4-9EB2185A20C6}" srcOrd="0" destOrd="0" presId="urn:microsoft.com/office/officeart/2005/8/layout/hierarchy1"/>
    <dgm:cxn modelId="{AA74EA6D-817F-4DD4-BDDD-F1F829028721}" type="presParOf" srcId="{8B7F8BE9-A5E7-44BF-9352-1977D304996B}" destId="{F523AE8D-925C-408C-82A9-6A53D7D68DDE}" srcOrd="1" destOrd="0" presId="urn:microsoft.com/office/officeart/2005/8/layout/hierarchy1"/>
    <dgm:cxn modelId="{5F1ABF0E-DFC7-4BC0-A817-7BE8CDA132AE}" type="presParOf" srcId="{20ED3069-A6CF-4D9A-BFEF-8FB5FAA8303B}" destId="{605C619D-3919-4C00-B8FE-F1EEC3EAFE4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AC8CF4-CE43-43CF-994B-C86F337E0B7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56CAB1F-BF61-446B-9548-053D77784E81}">
      <dgm:prSet/>
      <dgm:spPr/>
      <dgm:t>
        <a:bodyPr/>
        <a:lstStyle/>
        <a:p>
          <a:r>
            <a:rPr lang="en-US"/>
            <a:t>Enable identification and classification of WEFE Nexus projects</a:t>
          </a:r>
        </a:p>
      </dgm:t>
    </dgm:pt>
    <dgm:pt modelId="{60197CE7-2025-4575-8028-CF18EA3D8DAC}" type="parTrans" cxnId="{3C9F0ED3-ADB1-41AF-85E9-44099EC861A8}">
      <dgm:prSet/>
      <dgm:spPr/>
      <dgm:t>
        <a:bodyPr/>
        <a:lstStyle/>
        <a:p>
          <a:endParaRPr lang="en-US"/>
        </a:p>
      </dgm:t>
    </dgm:pt>
    <dgm:pt modelId="{AB575E43-27AA-45D7-8BD4-B123A34CFA3F}" type="sibTrans" cxnId="{3C9F0ED3-ADB1-41AF-85E9-44099EC861A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C7FC618-746A-4C12-8331-4A8A5970827C}">
      <dgm:prSet/>
      <dgm:spPr/>
      <dgm:t>
        <a:bodyPr/>
        <a:lstStyle/>
        <a:p>
          <a:r>
            <a:rPr lang="en-US"/>
            <a:t>Understand how WEFE integration changes financial risk perception</a:t>
          </a:r>
        </a:p>
      </dgm:t>
    </dgm:pt>
    <dgm:pt modelId="{9B375C90-EA07-45FE-B346-AD2BA33F29A4}" type="parTrans" cxnId="{A9E32C96-7BC3-46E5-A95F-2ADD825785E1}">
      <dgm:prSet/>
      <dgm:spPr/>
      <dgm:t>
        <a:bodyPr/>
        <a:lstStyle/>
        <a:p>
          <a:endParaRPr lang="en-US"/>
        </a:p>
      </dgm:t>
    </dgm:pt>
    <dgm:pt modelId="{F2D6BC86-2EDA-4493-A291-B011DFFDA55E}" type="sibTrans" cxnId="{A9E32C96-7BC3-46E5-A95F-2ADD825785E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FE7F9F5-4B7F-4D41-972D-D5AC60E19838}">
      <dgm:prSet/>
      <dgm:spPr/>
      <dgm:t>
        <a:bodyPr/>
        <a:lstStyle/>
        <a:p>
          <a:r>
            <a:rPr lang="en-US"/>
            <a:t>Link WEFE classification to financing instruments and opportunities</a:t>
          </a:r>
        </a:p>
      </dgm:t>
    </dgm:pt>
    <dgm:pt modelId="{A836F2B8-6652-4662-8F86-0749F7D8A7B1}" type="parTrans" cxnId="{C9DAF822-94B5-490A-BA2F-F7F5301ABB64}">
      <dgm:prSet/>
      <dgm:spPr/>
      <dgm:t>
        <a:bodyPr/>
        <a:lstStyle/>
        <a:p>
          <a:endParaRPr lang="en-US"/>
        </a:p>
      </dgm:t>
    </dgm:pt>
    <dgm:pt modelId="{F60A6958-3E56-4682-9667-38D911C16A3F}" type="sibTrans" cxnId="{C9DAF822-94B5-490A-BA2F-F7F5301ABB64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6DCDF86-6BC4-4D40-BDAB-E471DFFC9912}" type="pres">
      <dgm:prSet presAssocID="{B6AC8CF4-CE43-43CF-994B-C86F337E0B78}" presName="Name0" presStyleCnt="0">
        <dgm:presLayoutVars>
          <dgm:animLvl val="lvl"/>
          <dgm:resizeHandles val="exact"/>
        </dgm:presLayoutVars>
      </dgm:prSet>
      <dgm:spPr/>
    </dgm:pt>
    <dgm:pt modelId="{89AC08DD-E0A1-4DB6-9DDE-E38D2572A94E}" type="pres">
      <dgm:prSet presAssocID="{656CAB1F-BF61-446B-9548-053D77784E81}" presName="compositeNode" presStyleCnt="0">
        <dgm:presLayoutVars>
          <dgm:bulletEnabled val="1"/>
        </dgm:presLayoutVars>
      </dgm:prSet>
      <dgm:spPr/>
    </dgm:pt>
    <dgm:pt modelId="{2657EB0C-310D-4B60-A593-02866C75F64F}" type="pres">
      <dgm:prSet presAssocID="{656CAB1F-BF61-446B-9548-053D77784E81}" presName="bgRect" presStyleLbl="bgAccFollowNode1" presStyleIdx="0" presStyleCnt="3"/>
      <dgm:spPr/>
    </dgm:pt>
    <dgm:pt modelId="{FF508B1F-D5F2-4936-8E95-DE881D4857FE}" type="pres">
      <dgm:prSet presAssocID="{AB575E43-27AA-45D7-8BD4-B123A34CFA3F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312D5E69-46F9-45F2-AF9C-0CDFBE82F04D}" type="pres">
      <dgm:prSet presAssocID="{656CAB1F-BF61-446B-9548-053D77784E81}" presName="bottomLine" presStyleLbl="alignNode1" presStyleIdx="1" presStyleCnt="6">
        <dgm:presLayoutVars/>
      </dgm:prSet>
      <dgm:spPr/>
    </dgm:pt>
    <dgm:pt modelId="{4FE230D6-E1ED-4E16-9031-EA31C93821A7}" type="pres">
      <dgm:prSet presAssocID="{656CAB1F-BF61-446B-9548-053D77784E81}" presName="nodeText" presStyleLbl="bgAccFollowNode1" presStyleIdx="0" presStyleCnt="3">
        <dgm:presLayoutVars>
          <dgm:bulletEnabled val="1"/>
        </dgm:presLayoutVars>
      </dgm:prSet>
      <dgm:spPr/>
    </dgm:pt>
    <dgm:pt modelId="{EBC1480A-2E82-4B0D-847F-337F649F51E9}" type="pres">
      <dgm:prSet presAssocID="{AB575E43-27AA-45D7-8BD4-B123A34CFA3F}" presName="sibTrans" presStyleCnt="0"/>
      <dgm:spPr/>
    </dgm:pt>
    <dgm:pt modelId="{B42B2E63-6FCD-46E5-B639-C8D803CFC509}" type="pres">
      <dgm:prSet presAssocID="{7C7FC618-746A-4C12-8331-4A8A5970827C}" presName="compositeNode" presStyleCnt="0">
        <dgm:presLayoutVars>
          <dgm:bulletEnabled val="1"/>
        </dgm:presLayoutVars>
      </dgm:prSet>
      <dgm:spPr/>
    </dgm:pt>
    <dgm:pt modelId="{0C8FE8A2-64A6-494E-B6A6-1AD7E646CB2C}" type="pres">
      <dgm:prSet presAssocID="{7C7FC618-746A-4C12-8331-4A8A5970827C}" presName="bgRect" presStyleLbl="bgAccFollowNode1" presStyleIdx="1" presStyleCnt="3"/>
      <dgm:spPr/>
    </dgm:pt>
    <dgm:pt modelId="{B82E9A45-1786-45E4-8CFF-4AD712C7D293}" type="pres">
      <dgm:prSet presAssocID="{F2D6BC86-2EDA-4493-A291-B011DFFDA55E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B9BC6581-D74B-4E3C-A0B5-CE7FA3D04ACD}" type="pres">
      <dgm:prSet presAssocID="{7C7FC618-746A-4C12-8331-4A8A5970827C}" presName="bottomLine" presStyleLbl="alignNode1" presStyleIdx="3" presStyleCnt="6">
        <dgm:presLayoutVars/>
      </dgm:prSet>
      <dgm:spPr/>
    </dgm:pt>
    <dgm:pt modelId="{C0E84282-47E6-431F-8E99-A86390F3E640}" type="pres">
      <dgm:prSet presAssocID="{7C7FC618-746A-4C12-8331-4A8A5970827C}" presName="nodeText" presStyleLbl="bgAccFollowNode1" presStyleIdx="1" presStyleCnt="3">
        <dgm:presLayoutVars>
          <dgm:bulletEnabled val="1"/>
        </dgm:presLayoutVars>
      </dgm:prSet>
      <dgm:spPr/>
    </dgm:pt>
    <dgm:pt modelId="{818AF66E-96BA-4D2C-AC4E-B97167A02884}" type="pres">
      <dgm:prSet presAssocID="{F2D6BC86-2EDA-4493-A291-B011DFFDA55E}" presName="sibTrans" presStyleCnt="0"/>
      <dgm:spPr/>
    </dgm:pt>
    <dgm:pt modelId="{D358E7E2-4C31-467B-8B18-1DD108B18907}" type="pres">
      <dgm:prSet presAssocID="{DFE7F9F5-4B7F-4D41-972D-D5AC60E19838}" presName="compositeNode" presStyleCnt="0">
        <dgm:presLayoutVars>
          <dgm:bulletEnabled val="1"/>
        </dgm:presLayoutVars>
      </dgm:prSet>
      <dgm:spPr/>
    </dgm:pt>
    <dgm:pt modelId="{EF847473-5665-459F-9751-AF6209CBC678}" type="pres">
      <dgm:prSet presAssocID="{DFE7F9F5-4B7F-4D41-972D-D5AC60E19838}" presName="bgRect" presStyleLbl="bgAccFollowNode1" presStyleIdx="2" presStyleCnt="3"/>
      <dgm:spPr/>
    </dgm:pt>
    <dgm:pt modelId="{78BC3526-DA41-41B8-BE8D-17A3DEA6A07C}" type="pres">
      <dgm:prSet presAssocID="{F60A6958-3E56-4682-9667-38D911C16A3F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86FE25E-21C6-4CAF-9BBB-D726A9716DF3}" type="pres">
      <dgm:prSet presAssocID="{DFE7F9F5-4B7F-4D41-972D-D5AC60E19838}" presName="bottomLine" presStyleLbl="alignNode1" presStyleIdx="5" presStyleCnt="6">
        <dgm:presLayoutVars/>
      </dgm:prSet>
      <dgm:spPr/>
    </dgm:pt>
    <dgm:pt modelId="{4A38FD9C-8135-4D58-80BF-55843EA0B213}" type="pres">
      <dgm:prSet presAssocID="{DFE7F9F5-4B7F-4D41-972D-D5AC60E19838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3DE8201F-EDBF-4D32-A878-D9D6EB47A379}" type="presOf" srcId="{7C7FC618-746A-4C12-8331-4A8A5970827C}" destId="{C0E84282-47E6-431F-8E99-A86390F3E640}" srcOrd="1" destOrd="0" presId="urn:microsoft.com/office/officeart/2016/7/layout/BasicLinearProcessNumbered"/>
    <dgm:cxn modelId="{C9DAF822-94B5-490A-BA2F-F7F5301ABB64}" srcId="{B6AC8CF4-CE43-43CF-994B-C86F337E0B78}" destId="{DFE7F9F5-4B7F-4D41-972D-D5AC60E19838}" srcOrd="2" destOrd="0" parTransId="{A836F2B8-6652-4662-8F86-0749F7D8A7B1}" sibTransId="{F60A6958-3E56-4682-9667-38D911C16A3F}"/>
    <dgm:cxn modelId="{4887182A-60B8-466A-8E35-50DB99A98283}" type="presOf" srcId="{656CAB1F-BF61-446B-9548-053D77784E81}" destId="{4FE230D6-E1ED-4E16-9031-EA31C93821A7}" srcOrd="1" destOrd="0" presId="urn:microsoft.com/office/officeart/2016/7/layout/BasicLinearProcessNumbered"/>
    <dgm:cxn modelId="{B438523E-3141-456E-AC39-423318D46EFB}" type="presOf" srcId="{DFE7F9F5-4B7F-4D41-972D-D5AC60E19838}" destId="{4A38FD9C-8135-4D58-80BF-55843EA0B213}" srcOrd="1" destOrd="0" presId="urn:microsoft.com/office/officeart/2016/7/layout/BasicLinearProcessNumbered"/>
    <dgm:cxn modelId="{A4E9CD5E-D282-474B-9440-1F117A05BD4E}" type="presOf" srcId="{656CAB1F-BF61-446B-9548-053D77784E81}" destId="{2657EB0C-310D-4B60-A593-02866C75F64F}" srcOrd="0" destOrd="0" presId="urn:microsoft.com/office/officeart/2016/7/layout/BasicLinearProcessNumbered"/>
    <dgm:cxn modelId="{E3253F6B-012E-4BAD-9789-F235B0E509BA}" type="presOf" srcId="{F60A6958-3E56-4682-9667-38D911C16A3F}" destId="{78BC3526-DA41-41B8-BE8D-17A3DEA6A07C}" srcOrd="0" destOrd="0" presId="urn:microsoft.com/office/officeart/2016/7/layout/BasicLinearProcessNumbered"/>
    <dgm:cxn modelId="{A9E32C96-7BC3-46E5-A95F-2ADD825785E1}" srcId="{B6AC8CF4-CE43-43CF-994B-C86F337E0B78}" destId="{7C7FC618-746A-4C12-8331-4A8A5970827C}" srcOrd="1" destOrd="0" parTransId="{9B375C90-EA07-45FE-B346-AD2BA33F29A4}" sibTransId="{F2D6BC86-2EDA-4493-A291-B011DFFDA55E}"/>
    <dgm:cxn modelId="{9FBFAEBC-9F4A-4AF0-9DE9-A451AE47B8F6}" type="presOf" srcId="{AB575E43-27AA-45D7-8BD4-B123A34CFA3F}" destId="{FF508B1F-D5F2-4936-8E95-DE881D4857FE}" srcOrd="0" destOrd="0" presId="urn:microsoft.com/office/officeart/2016/7/layout/BasicLinearProcessNumbered"/>
    <dgm:cxn modelId="{35D4B1BD-C0D7-45FE-B3A8-DCE52C566072}" type="presOf" srcId="{F2D6BC86-2EDA-4493-A291-B011DFFDA55E}" destId="{B82E9A45-1786-45E4-8CFF-4AD712C7D293}" srcOrd="0" destOrd="0" presId="urn:microsoft.com/office/officeart/2016/7/layout/BasicLinearProcessNumbered"/>
    <dgm:cxn modelId="{3C9F0ED3-ADB1-41AF-85E9-44099EC861A8}" srcId="{B6AC8CF4-CE43-43CF-994B-C86F337E0B78}" destId="{656CAB1F-BF61-446B-9548-053D77784E81}" srcOrd="0" destOrd="0" parTransId="{60197CE7-2025-4575-8028-CF18EA3D8DAC}" sibTransId="{AB575E43-27AA-45D7-8BD4-B123A34CFA3F}"/>
    <dgm:cxn modelId="{B0306AE4-25A2-44C4-951B-D22261703E9F}" type="presOf" srcId="{B6AC8CF4-CE43-43CF-994B-C86F337E0B78}" destId="{E6DCDF86-6BC4-4D40-BDAB-E471DFFC9912}" srcOrd="0" destOrd="0" presId="urn:microsoft.com/office/officeart/2016/7/layout/BasicLinearProcessNumbered"/>
    <dgm:cxn modelId="{5E1437F0-E244-45F8-8BCD-837C32CBE936}" type="presOf" srcId="{DFE7F9F5-4B7F-4D41-972D-D5AC60E19838}" destId="{EF847473-5665-459F-9751-AF6209CBC678}" srcOrd="0" destOrd="0" presId="urn:microsoft.com/office/officeart/2016/7/layout/BasicLinearProcessNumbered"/>
    <dgm:cxn modelId="{6E2A69F4-CCFF-462E-AA67-45BA9F8D200F}" type="presOf" srcId="{7C7FC618-746A-4C12-8331-4A8A5970827C}" destId="{0C8FE8A2-64A6-494E-B6A6-1AD7E646CB2C}" srcOrd="0" destOrd="0" presId="urn:microsoft.com/office/officeart/2016/7/layout/BasicLinearProcessNumbered"/>
    <dgm:cxn modelId="{D34950BC-1B83-4594-A817-898848089CCD}" type="presParOf" srcId="{E6DCDF86-6BC4-4D40-BDAB-E471DFFC9912}" destId="{89AC08DD-E0A1-4DB6-9DDE-E38D2572A94E}" srcOrd="0" destOrd="0" presId="urn:microsoft.com/office/officeart/2016/7/layout/BasicLinearProcessNumbered"/>
    <dgm:cxn modelId="{1A64DF72-40CC-4B52-AC4D-12FDFA49B39D}" type="presParOf" srcId="{89AC08DD-E0A1-4DB6-9DDE-E38D2572A94E}" destId="{2657EB0C-310D-4B60-A593-02866C75F64F}" srcOrd="0" destOrd="0" presId="urn:microsoft.com/office/officeart/2016/7/layout/BasicLinearProcessNumbered"/>
    <dgm:cxn modelId="{14CBFAF8-04FE-45CB-ABD3-E77F09CB856D}" type="presParOf" srcId="{89AC08DD-E0A1-4DB6-9DDE-E38D2572A94E}" destId="{FF508B1F-D5F2-4936-8E95-DE881D4857FE}" srcOrd="1" destOrd="0" presId="urn:microsoft.com/office/officeart/2016/7/layout/BasicLinearProcessNumbered"/>
    <dgm:cxn modelId="{513D426F-BEAA-4438-8355-40EEE02DEDB0}" type="presParOf" srcId="{89AC08DD-E0A1-4DB6-9DDE-E38D2572A94E}" destId="{312D5E69-46F9-45F2-AF9C-0CDFBE82F04D}" srcOrd="2" destOrd="0" presId="urn:microsoft.com/office/officeart/2016/7/layout/BasicLinearProcessNumbered"/>
    <dgm:cxn modelId="{06516355-1D5F-4396-BA1D-C51CCE10D1A1}" type="presParOf" srcId="{89AC08DD-E0A1-4DB6-9DDE-E38D2572A94E}" destId="{4FE230D6-E1ED-4E16-9031-EA31C93821A7}" srcOrd="3" destOrd="0" presId="urn:microsoft.com/office/officeart/2016/7/layout/BasicLinearProcessNumbered"/>
    <dgm:cxn modelId="{D38313E6-78AE-4049-8FD7-EA67C72D0DED}" type="presParOf" srcId="{E6DCDF86-6BC4-4D40-BDAB-E471DFFC9912}" destId="{EBC1480A-2E82-4B0D-847F-337F649F51E9}" srcOrd="1" destOrd="0" presId="urn:microsoft.com/office/officeart/2016/7/layout/BasicLinearProcessNumbered"/>
    <dgm:cxn modelId="{B4480D95-09A9-42A5-B3A7-CF17F5A50AA6}" type="presParOf" srcId="{E6DCDF86-6BC4-4D40-BDAB-E471DFFC9912}" destId="{B42B2E63-6FCD-46E5-B639-C8D803CFC509}" srcOrd="2" destOrd="0" presId="urn:microsoft.com/office/officeart/2016/7/layout/BasicLinearProcessNumbered"/>
    <dgm:cxn modelId="{A7E76A39-FCF5-4A41-A31C-2E26B133D3A8}" type="presParOf" srcId="{B42B2E63-6FCD-46E5-B639-C8D803CFC509}" destId="{0C8FE8A2-64A6-494E-B6A6-1AD7E646CB2C}" srcOrd="0" destOrd="0" presId="urn:microsoft.com/office/officeart/2016/7/layout/BasicLinearProcessNumbered"/>
    <dgm:cxn modelId="{501678EF-8D5D-4A1C-A54F-4F7B2E29B826}" type="presParOf" srcId="{B42B2E63-6FCD-46E5-B639-C8D803CFC509}" destId="{B82E9A45-1786-45E4-8CFF-4AD712C7D293}" srcOrd="1" destOrd="0" presId="urn:microsoft.com/office/officeart/2016/7/layout/BasicLinearProcessNumbered"/>
    <dgm:cxn modelId="{5ADFC4C2-7CF5-4C5D-9E00-1A4B89782AA1}" type="presParOf" srcId="{B42B2E63-6FCD-46E5-B639-C8D803CFC509}" destId="{B9BC6581-D74B-4E3C-A0B5-CE7FA3D04ACD}" srcOrd="2" destOrd="0" presId="urn:microsoft.com/office/officeart/2016/7/layout/BasicLinearProcessNumbered"/>
    <dgm:cxn modelId="{007186A9-8363-4122-9AE4-5A41D18A42BE}" type="presParOf" srcId="{B42B2E63-6FCD-46E5-B639-C8D803CFC509}" destId="{C0E84282-47E6-431F-8E99-A86390F3E640}" srcOrd="3" destOrd="0" presId="urn:microsoft.com/office/officeart/2016/7/layout/BasicLinearProcessNumbered"/>
    <dgm:cxn modelId="{3841AC7B-3A37-44D4-9549-581CB6A27695}" type="presParOf" srcId="{E6DCDF86-6BC4-4D40-BDAB-E471DFFC9912}" destId="{818AF66E-96BA-4D2C-AC4E-B97167A02884}" srcOrd="3" destOrd="0" presId="urn:microsoft.com/office/officeart/2016/7/layout/BasicLinearProcessNumbered"/>
    <dgm:cxn modelId="{70CFCBEE-9C72-48BC-9A47-C6EE6B0428B9}" type="presParOf" srcId="{E6DCDF86-6BC4-4D40-BDAB-E471DFFC9912}" destId="{D358E7E2-4C31-467B-8B18-1DD108B18907}" srcOrd="4" destOrd="0" presId="urn:microsoft.com/office/officeart/2016/7/layout/BasicLinearProcessNumbered"/>
    <dgm:cxn modelId="{7E57E339-B8E2-4D78-BE36-FF71095F166C}" type="presParOf" srcId="{D358E7E2-4C31-467B-8B18-1DD108B18907}" destId="{EF847473-5665-459F-9751-AF6209CBC678}" srcOrd="0" destOrd="0" presId="urn:microsoft.com/office/officeart/2016/7/layout/BasicLinearProcessNumbered"/>
    <dgm:cxn modelId="{ADCA4FC6-7309-4696-B18E-66F41500130F}" type="presParOf" srcId="{D358E7E2-4C31-467B-8B18-1DD108B18907}" destId="{78BC3526-DA41-41B8-BE8D-17A3DEA6A07C}" srcOrd="1" destOrd="0" presId="urn:microsoft.com/office/officeart/2016/7/layout/BasicLinearProcessNumbered"/>
    <dgm:cxn modelId="{9F8EF08F-CB6D-43B9-9DBB-986B75B03245}" type="presParOf" srcId="{D358E7E2-4C31-467B-8B18-1DD108B18907}" destId="{086FE25E-21C6-4CAF-9BBB-D726A9716DF3}" srcOrd="2" destOrd="0" presId="urn:microsoft.com/office/officeart/2016/7/layout/BasicLinearProcessNumbered"/>
    <dgm:cxn modelId="{091A8DCA-8AF1-49B4-AB5C-3D97167B661B}" type="presParOf" srcId="{D358E7E2-4C31-467B-8B18-1DD108B18907}" destId="{4A38FD9C-8135-4D58-80BF-55843EA0B21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266ED2-88CB-467D-AC82-1047488D023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A9114A5-9264-4D4B-BA30-618390641503}">
      <dgm:prSet/>
      <dgm:spPr/>
      <dgm:t>
        <a:bodyPr/>
        <a:lstStyle/>
        <a:p>
          <a:r>
            <a:rPr lang="en-US"/>
            <a:t>Resource constraints translate directly into financial risk</a:t>
          </a:r>
        </a:p>
      </dgm:t>
    </dgm:pt>
    <dgm:pt modelId="{237240CF-6E20-490B-A3DF-ABB5CD6F6B02}" type="parTrans" cxnId="{9750E412-751A-4A56-999A-3041D30BA55F}">
      <dgm:prSet/>
      <dgm:spPr/>
      <dgm:t>
        <a:bodyPr/>
        <a:lstStyle/>
        <a:p>
          <a:endParaRPr lang="en-US"/>
        </a:p>
      </dgm:t>
    </dgm:pt>
    <dgm:pt modelId="{9839CD90-427B-4EF0-8267-744E9E3C4FF8}" type="sibTrans" cxnId="{9750E412-751A-4A56-999A-3041D30BA55F}">
      <dgm:prSet/>
      <dgm:spPr/>
      <dgm:t>
        <a:bodyPr/>
        <a:lstStyle/>
        <a:p>
          <a:endParaRPr lang="en-US"/>
        </a:p>
      </dgm:t>
    </dgm:pt>
    <dgm:pt modelId="{E7BBD9F9-7FE8-472C-A936-A3E2312EB092}">
      <dgm:prSet/>
      <dgm:spPr/>
      <dgm:t>
        <a:bodyPr/>
        <a:lstStyle/>
        <a:p>
          <a:r>
            <a:rPr lang="en-US"/>
            <a:t>Climate shocks affect revenues, costs, and asset performance</a:t>
          </a:r>
        </a:p>
      </dgm:t>
    </dgm:pt>
    <dgm:pt modelId="{B4D26715-175A-4144-90EA-EBACED6193D6}" type="parTrans" cxnId="{F5E70130-3A20-43D6-A6C2-45CE74B9B8DC}">
      <dgm:prSet/>
      <dgm:spPr/>
      <dgm:t>
        <a:bodyPr/>
        <a:lstStyle/>
        <a:p>
          <a:endParaRPr lang="en-US"/>
        </a:p>
      </dgm:t>
    </dgm:pt>
    <dgm:pt modelId="{3DBF2860-D45F-4D9D-AA35-B3CFB7D31A60}" type="sibTrans" cxnId="{F5E70130-3A20-43D6-A6C2-45CE74B9B8DC}">
      <dgm:prSet/>
      <dgm:spPr/>
      <dgm:t>
        <a:bodyPr/>
        <a:lstStyle/>
        <a:p>
          <a:endParaRPr lang="en-US"/>
        </a:p>
      </dgm:t>
    </dgm:pt>
    <dgm:pt modelId="{902238D4-A2DB-4ACD-B223-E0F6AFB0CF28}">
      <dgm:prSet/>
      <dgm:spPr/>
      <dgm:t>
        <a:bodyPr/>
        <a:lstStyle/>
        <a:p>
          <a:r>
            <a:rPr lang="en-US"/>
            <a:t>Integrated projects can improve resilience and cashflow stability</a:t>
          </a:r>
        </a:p>
      </dgm:t>
    </dgm:pt>
    <dgm:pt modelId="{41F80648-786D-47E0-BA1C-CD58559BB070}" type="parTrans" cxnId="{07193B67-A050-4DA9-833C-766D8E5ED2C7}">
      <dgm:prSet/>
      <dgm:spPr/>
      <dgm:t>
        <a:bodyPr/>
        <a:lstStyle/>
        <a:p>
          <a:endParaRPr lang="en-US"/>
        </a:p>
      </dgm:t>
    </dgm:pt>
    <dgm:pt modelId="{DF304B3C-0A06-41A1-A7F6-47088472E08E}" type="sibTrans" cxnId="{07193B67-A050-4DA9-833C-766D8E5ED2C7}">
      <dgm:prSet/>
      <dgm:spPr/>
      <dgm:t>
        <a:bodyPr/>
        <a:lstStyle/>
        <a:p>
          <a:endParaRPr lang="en-US"/>
        </a:p>
      </dgm:t>
    </dgm:pt>
    <dgm:pt modelId="{6EC0B63C-FFA8-47CE-B1C5-8D98C2E854C3}" type="pres">
      <dgm:prSet presAssocID="{53266ED2-88CB-467D-AC82-1047488D0234}" presName="root" presStyleCnt="0">
        <dgm:presLayoutVars>
          <dgm:dir/>
          <dgm:resizeHandles val="exact"/>
        </dgm:presLayoutVars>
      </dgm:prSet>
      <dgm:spPr/>
    </dgm:pt>
    <dgm:pt modelId="{EEF3BF1E-127A-4D95-9545-6EB0A2B1251F}" type="pres">
      <dgm:prSet presAssocID="{4A9114A5-9264-4D4B-BA30-618390641503}" presName="compNode" presStyleCnt="0"/>
      <dgm:spPr/>
    </dgm:pt>
    <dgm:pt modelId="{FE6C24D9-AB96-441D-BBCC-C0BE6F56CE81}" type="pres">
      <dgm:prSet presAssocID="{4A9114A5-9264-4D4B-BA30-61839064150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49DE7D9-EDC7-4A79-BA9F-9B4889C32E9E}" type="pres">
      <dgm:prSet presAssocID="{4A9114A5-9264-4D4B-BA30-618390641503}" presName="spaceRect" presStyleCnt="0"/>
      <dgm:spPr/>
    </dgm:pt>
    <dgm:pt modelId="{5AF23EB0-54F2-45DB-86F2-A9EEE39ECA2E}" type="pres">
      <dgm:prSet presAssocID="{4A9114A5-9264-4D4B-BA30-618390641503}" presName="textRect" presStyleLbl="revTx" presStyleIdx="0" presStyleCnt="3">
        <dgm:presLayoutVars>
          <dgm:chMax val="1"/>
          <dgm:chPref val="1"/>
        </dgm:presLayoutVars>
      </dgm:prSet>
      <dgm:spPr/>
    </dgm:pt>
    <dgm:pt modelId="{48B99A5A-66C9-4E6E-B063-39F4FD41B087}" type="pres">
      <dgm:prSet presAssocID="{9839CD90-427B-4EF0-8267-744E9E3C4FF8}" presName="sibTrans" presStyleCnt="0"/>
      <dgm:spPr/>
    </dgm:pt>
    <dgm:pt modelId="{D8FE8E26-7F3F-49EA-93B9-C9D9C501A9D6}" type="pres">
      <dgm:prSet presAssocID="{E7BBD9F9-7FE8-472C-A936-A3E2312EB092}" presName="compNode" presStyleCnt="0"/>
      <dgm:spPr/>
    </dgm:pt>
    <dgm:pt modelId="{77D09515-BE50-444B-9ECB-370F988F1827}" type="pres">
      <dgm:prSet presAssocID="{E7BBD9F9-7FE8-472C-A936-A3E2312EB09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E7A96C58-2C59-4A72-9A48-E2E66FFBF60C}" type="pres">
      <dgm:prSet presAssocID="{E7BBD9F9-7FE8-472C-A936-A3E2312EB092}" presName="spaceRect" presStyleCnt="0"/>
      <dgm:spPr/>
    </dgm:pt>
    <dgm:pt modelId="{CB2B49CE-B3B1-445D-B8D8-37BE0A04E2A1}" type="pres">
      <dgm:prSet presAssocID="{E7BBD9F9-7FE8-472C-A936-A3E2312EB092}" presName="textRect" presStyleLbl="revTx" presStyleIdx="1" presStyleCnt="3">
        <dgm:presLayoutVars>
          <dgm:chMax val="1"/>
          <dgm:chPref val="1"/>
        </dgm:presLayoutVars>
      </dgm:prSet>
      <dgm:spPr/>
    </dgm:pt>
    <dgm:pt modelId="{82723C42-5956-4950-BFB1-491EDEF83CBC}" type="pres">
      <dgm:prSet presAssocID="{3DBF2860-D45F-4D9D-AA35-B3CFB7D31A60}" presName="sibTrans" presStyleCnt="0"/>
      <dgm:spPr/>
    </dgm:pt>
    <dgm:pt modelId="{A5D983DA-5B38-49BE-9C70-8A91D20DB815}" type="pres">
      <dgm:prSet presAssocID="{902238D4-A2DB-4ACD-B223-E0F6AFB0CF28}" presName="compNode" presStyleCnt="0"/>
      <dgm:spPr/>
    </dgm:pt>
    <dgm:pt modelId="{D73DCD54-85A6-4B92-ABB9-6D8002E9968B}" type="pres">
      <dgm:prSet presAssocID="{902238D4-A2DB-4ACD-B223-E0F6AFB0CF2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B3A538B-828B-4AE3-AEAA-1AD4227909C5}" type="pres">
      <dgm:prSet presAssocID="{902238D4-A2DB-4ACD-B223-E0F6AFB0CF28}" presName="spaceRect" presStyleCnt="0"/>
      <dgm:spPr/>
    </dgm:pt>
    <dgm:pt modelId="{ADAF96E5-CA3C-423D-8FD6-CAC9559F8AF7}" type="pres">
      <dgm:prSet presAssocID="{902238D4-A2DB-4ACD-B223-E0F6AFB0CF2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750E412-751A-4A56-999A-3041D30BA55F}" srcId="{53266ED2-88CB-467D-AC82-1047488D0234}" destId="{4A9114A5-9264-4D4B-BA30-618390641503}" srcOrd="0" destOrd="0" parTransId="{237240CF-6E20-490B-A3DF-ABB5CD6F6B02}" sibTransId="{9839CD90-427B-4EF0-8267-744E9E3C4FF8}"/>
    <dgm:cxn modelId="{F5E70130-3A20-43D6-A6C2-45CE74B9B8DC}" srcId="{53266ED2-88CB-467D-AC82-1047488D0234}" destId="{E7BBD9F9-7FE8-472C-A936-A3E2312EB092}" srcOrd="1" destOrd="0" parTransId="{B4D26715-175A-4144-90EA-EBACED6193D6}" sibTransId="{3DBF2860-D45F-4D9D-AA35-B3CFB7D31A60}"/>
    <dgm:cxn modelId="{84A58C3A-9B3F-4709-8147-F3838E1763FB}" type="presOf" srcId="{E7BBD9F9-7FE8-472C-A936-A3E2312EB092}" destId="{CB2B49CE-B3B1-445D-B8D8-37BE0A04E2A1}" srcOrd="0" destOrd="0" presId="urn:microsoft.com/office/officeart/2018/2/layout/IconLabelList"/>
    <dgm:cxn modelId="{07193B67-A050-4DA9-833C-766D8E5ED2C7}" srcId="{53266ED2-88CB-467D-AC82-1047488D0234}" destId="{902238D4-A2DB-4ACD-B223-E0F6AFB0CF28}" srcOrd="2" destOrd="0" parTransId="{41F80648-786D-47E0-BA1C-CD58559BB070}" sibTransId="{DF304B3C-0A06-41A1-A7F6-47088472E08E}"/>
    <dgm:cxn modelId="{EF5EFC6C-4A27-4CEC-867E-7585C46CF9CB}" type="presOf" srcId="{4A9114A5-9264-4D4B-BA30-618390641503}" destId="{5AF23EB0-54F2-45DB-86F2-A9EEE39ECA2E}" srcOrd="0" destOrd="0" presId="urn:microsoft.com/office/officeart/2018/2/layout/IconLabelList"/>
    <dgm:cxn modelId="{35AB574F-37EB-41DA-B12C-C4BCA893C194}" type="presOf" srcId="{53266ED2-88CB-467D-AC82-1047488D0234}" destId="{6EC0B63C-FFA8-47CE-B1C5-8D98C2E854C3}" srcOrd="0" destOrd="0" presId="urn:microsoft.com/office/officeart/2018/2/layout/IconLabelList"/>
    <dgm:cxn modelId="{2497A9A4-E322-4D97-A9C5-7A2A0DDE49BF}" type="presOf" srcId="{902238D4-A2DB-4ACD-B223-E0F6AFB0CF28}" destId="{ADAF96E5-CA3C-423D-8FD6-CAC9559F8AF7}" srcOrd="0" destOrd="0" presId="urn:microsoft.com/office/officeart/2018/2/layout/IconLabelList"/>
    <dgm:cxn modelId="{EA29861F-C747-4B58-B00F-9C995C0FF3EB}" type="presParOf" srcId="{6EC0B63C-FFA8-47CE-B1C5-8D98C2E854C3}" destId="{EEF3BF1E-127A-4D95-9545-6EB0A2B1251F}" srcOrd="0" destOrd="0" presId="urn:microsoft.com/office/officeart/2018/2/layout/IconLabelList"/>
    <dgm:cxn modelId="{CD08A110-FA29-4A94-8D31-B39C907D1E90}" type="presParOf" srcId="{EEF3BF1E-127A-4D95-9545-6EB0A2B1251F}" destId="{FE6C24D9-AB96-441D-BBCC-C0BE6F56CE81}" srcOrd="0" destOrd="0" presId="urn:microsoft.com/office/officeart/2018/2/layout/IconLabelList"/>
    <dgm:cxn modelId="{45D259ED-CC82-47CA-80D3-F00BE92BFE26}" type="presParOf" srcId="{EEF3BF1E-127A-4D95-9545-6EB0A2B1251F}" destId="{949DE7D9-EDC7-4A79-BA9F-9B4889C32E9E}" srcOrd="1" destOrd="0" presId="urn:microsoft.com/office/officeart/2018/2/layout/IconLabelList"/>
    <dgm:cxn modelId="{33D38887-7549-4546-A779-B2D2DC2EA01B}" type="presParOf" srcId="{EEF3BF1E-127A-4D95-9545-6EB0A2B1251F}" destId="{5AF23EB0-54F2-45DB-86F2-A9EEE39ECA2E}" srcOrd="2" destOrd="0" presId="urn:microsoft.com/office/officeart/2018/2/layout/IconLabelList"/>
    <dgm:cxn modelId="{17CF074B-BF8F-44AD-8EFD-99B2CC249897}" type="presParOf" srcId="{6EC0B63C-FFA8-47CE-B1C5-8D98C2E854C3}" destId="{48B99A5A-66C9-4E6E-B063-39F4FD41B087}" srcOrd="1" destOrd="0" presId="urn:microsoft.com/office/officeart/2018/2/layout/IconLabelList"/>
    <dgm:cxn modelId="{952EBFAC-1D86-4897-B3BD-C745B652A13F}" type="presParOf" srcId="{6EC0B63C-FFA8-47CE-B1C5-8D98C2E854C3}" destId="{D8FE8E26-7F3F-49EA-93B9-C9D9C501A9D6}" srcOrd="2" destOrd="0" presId="urn:microsoft.com/office/officeart/2018/2/layout/IconLabelList"/>
    <dgm:cxn modelId="{5CF13B41-BAD3-4A03-B692-9B91FFB1B751}" type="presParOf" srcId="{D8FE8E26-7F3F-49EA-93B9-C9D9C501A9D6}" destId="{77D09515-BE50-444B-9ECB-370F988F1827}" srcOrd="0" destOrd="0" presId="urn:microsoft.com/office/officeart/2018/2/layout/IconLabelList"/>
    <dgm:cxn modelId="{25DCD93A-DF30-41AD-8C55-9459505EFB5F}" type="presParOf" srcId="{D8FE8E26-7F3F-49EA-93B9-C9D9C501A9D6}" destId="{E7A96C58-2C59-4A72-9A48-E2E66FFBF60C}" srcOrd="1" destOrd="0" presId="urn:microsoft.com/office/officeart/2018/2/layout/IconLabelList"/>
    <dgm:cxn modelId="{D64AAE60-7198-4F64-85A3-4C4835DF8729}" type="presParOf" srcId="{D8FE8E26-7F3F-49EA-93B9-C9D9C501A9D6}" destId="{CB2B49CE-B3B1-445D-B8D8-37BE0A04E2A1}" srcOrd="2" destOrd="0" presId="urn:microsoft.com/office/officeart/2018/2/layout/IconLabelList"/>
    <dgm:cxn modelId="{F3B52827-9394-48FF-89C8-B09E6EC8FE0D}" type="presParOf" srcId="{6EC0B63C-FFA8-47CE-B1C5-8D98C2E854C3}" destId="{82723C42-5956-4950-BFB1-491EDEF83CBC}" srcOrd="3" destOrd="0" presId="urn:microsoft.com/office/officeart/2018/2/layout/IconLabelList"/>
    <dgm:cxn modelId="{23A49622-5BE1-4832-9F4D-8D54A4086BA6}" type="presParOf" srcId="{6EC0B63C-FFA8-47CE-B1C5-8D98C2E854C3}" destId="{A5D983DA-5B38-49BE-9C70-8A91D20DB815}" srcOrd="4" destOrd="0" presId="urn:microsoft.com/office/officeart/2018/2/layout/IconLabelList"/>
    <dgm:cxn modelId="{E89A46BC-45AB-4B01-AD3F-1721D4040C57}" type="presParOf" srcId="{A5D983DA-5B38-49BE-9C70-8A91D20DB815}" destId="{D73DCD54-85A6-4B92-ABB9-6D8002E9968B}" srcOrd="0" destOrd="0" presId="urn:microsoft.com/office/officeart/2018/2/layout/IconLabelList"/>
    <dgm:cxn modelId="{30F97E70-7C0F-499D-BDD5-B1270BC8F4F1}" type="presParOf" srcId="{A5D983DA-5B38-49BE-9C70-8A91D20DB815}" destId="{EB3A538B-828B-4AE3-AEAA-1AD4227909C5}" srcOrd="1" destOrd="0" presId="urn:microsoft.com/office/officeart/2018/2/layout/IconLabelList"/>
    <dgm:cxn modelId="{B2310A28-C816-4933-9D88-724679C2CF51}" type="presParOf" srcId="{A5D983DA-5B38-49BE-9C70-8A91D20DB815}" destId="{ADAF96E5-CA3C-423D-8FD6-CAC9559F8AF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ABE2F6D-1A0F-49A9-A710-0BBB90AC7A0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1FD1314-69DD-4EDE-8842-B81CBE2DC936}">
      <dgm:prSet/>
      <dgm:spPr/>
      <dgm:t>
        <a:bodyPr/>
        <a:lstStyle/>
        <a:p>
          <a:r>
            <a:rPr lang="en-US"/>
            <a:t>Traditional view: sectoral coordination among ministries</a:t>
          </a:r>
        </a:p>
      </dgm:t>
    </dgm:pt>
    <dgm:pt modelId="{6EAB9B5C-9C36-41FA-89B1-7250D1D59DBD}" type="parTrans" cxnId="{DEF4E231-B539-40CB-BF5D-2BF1289F8572}">
      <dgm:prSet/>
      <dgm:spPr/>
      <dgm:t>
        <a:bodyPr/>
        <a:lstStyle/>
        <a:p>
          <a:endParaRPr lang="en-US"/>
        </a:p>
      </dgm:t>
    </dgm:pt>
    <dgm:pt modelId="{CD6646E9-B96A-4881-8E7D-41DADDC8DBEA}" type="sibTrans" cxnId="{DEF4E231-B539-40CB-BF5D-2BF1289F8572}">
      <dgm:prSet/>
      <dgm:spPr/>
      <dgm:t>
        <a:bodyPr/>
        <a:lstStyle/>
        <a:p>
          <a:endParaRPr lang="en-US"/>
        </a:p>
      </dgm:t>
    </dgm:pt>
    <dgm:pt modelId="{EBF4E5B6-3C23-466A-839E-A1105832DADC}">
      <dgm:prSet/>
      <dgm:spPr/>
      <dgm:t>
        <a:bodyPr/>
        <a:lstStyle/>
        <a:p>
          <a:r>
            <a:rPr lang="en-US"/>
            <a:t>Financing view: integration must alter risk/return profile</a:t>
          </a:r>
        </a:p>
      </dgm:t>
    </dgm:pt>
    <dgm:pt modelId="{8806D661-E79D-496A-87D6-F51D1440C47A}" type="parTrans" cxnId="{2817E8C0-34F6-4251-ACF1-750081979445}">
      <dgm:prSet/>
      <dgm:spPr/>
      <dgm:t>
        <a:bodyPr/>
        <a:lstStyle/>
        <a:p>
          <a:endParaRPr lang="en-US"/>
        </a:p>
      </dgm:t>
    </dgm:pt>
    <dgm:pt modelId="{5D931B32-90ED-4A61-AA5E-7A43A04DB1CF}" type="sibTrans" cxnId="{2817E8C0-34F6-4251-ACF1-750081979445}">
      <dgm:prSet/>
      <dgm:spPr/>
      <dgm:t>
        <a:bodyPr/>
        <a:lstStyle/>
        <a:p>
          <a:endParaRPr lang="en-US"/>
        </a:p>
      </dgm:t>
    </dgm:pt>
    <dgm:pt modelId="{836D1EE4-2736-490B-9CD4-49E05D649983}">
      <dgm:prSet/>
      <dgm:spPr/>
      <dgm:t>
        <a:bodyPr/>
        <a:lstStyle/>
        <a:p>
          <a:r>
            <a:rPr lang="en-US"/>
            <a:t>WEFE is relevant only if it changes financial fundamentals</a:t>
          </a:r>
        </a:p>
      </dgm:t>
    </dgm:pt>
    <dgm:pt modelId="{0EAF5B5A-BAB0-428C-892D-8BFD08FCDE92}" type="parTrans" cxnId="{C8E68712-13D7-49CE-A2BE-6BC58A52E3BC}">
      <dgm:prSet/>
      <dgm:spPr/>
      <dgm:t>
        <a:bodyPr/>
        <a:lstStyle/>
        <a:p>
          <a:endParaRPr lang="en-US"/>
        </a:p>
      </dgm:t>
    </dgm:pt>
    <dgm:pt modelId="{98AC5211-FC48-4DF8-B476-090B3F477501}" type="sibTrans" cxnId="{C8E68712-13D7-49CE-A2BE-6BC58A52E3BC}">
      <dgm:prSet/>
      <dgm:spPr/>
      <dgm:t>
        <a:bodyPr/>
        <a:lstStyle/>
        <a:p>
          <a:endParaRPr lang="en-US"/>
        </a:p>
      </dgm:t>
    </dgm:pt>
    <dgm:pt modelId="{DDCC9D9E-3C7B-4FB1-8030-378EFB5BFFCA}" type="pres">
      <dgm:prSet presAssocID="{4ABE2F6D-1A0F-49A9-A710-0BBB90AC7A08}" presName="root" presStyleCnt="0">
        <dgm:presLayoutVars>
          <dgm:dir/>
          <dgm:resizeHandles val="exact"/>
        </dgm:presLayoutVars>
      </dgm:prSet>
      <dgm:spPr/>
    </dgm:pt>
    <dgm:pt modelId="{4EF159A8-6AAE-4722-8047-D3A0487AA298}" type="pres">
      <dgm:prSet presAssocID="{91FD1314-69DD-4EDE-8842-B81CBE2DC936}" presName="compNode" presStyleCnt="0"/>
      <dgm:spPr/>
    </dgm:pt>
    <dgm:pt modelId="{E1C26E28-3860-4A79-8A8E-D937A10D4001}" type="pres">
      <dgm:prSet presAssocID="{91FD1314-69DD-4EDE-8842-B81CBE2DC93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4D1730EC-D2E9-4C9C-9BB6-C9FCEB69897E}" type="pres">
      <dgm:prSet presAssocID="{91FD1314-69DD-4EDE-8842-B81CBE2DC936}" presName="spaceRect" presStyleCnt="0"/>
      <dgm:spPr/>
    </dgm:pt>
    <dgm:pt modelId="{D5C475FC-E270-4555-846F-2DFFC448322E}" type="pres">
      <dgm:prSet presAssocID="{91FD1314-69DD-4EDE-8842-B81CBE2DC936}" presName="textRect" presStyleLbl="revTx" presStyleIdx="0" presStyleCnt="3">
        <dgm:presLayoutVars>
          <dgm:chMax val="1"/>
          <dgm:chPref val="1"/>
        </dgm:presLayoutVars>
      </dgm:prSet>
      <dgm:spPr/>
    </dgm:pt>
    <dgm:pt modelId="{7812CAD7-78CD-49CB-96D8-F9D5009620AC}" type="pres">
      <dgm:prSet presAssocID="{CD6646E9-B96A-4881-8E7D-41DADDC8DBEA}" presName="sibTrans" presStyleCnt="0"/>
      <dgm:spPr/>
    </dgm:pt>
    <dgm:pt modelId="{56E43E19-DFB2-4FD7-A9EE-3301045D540A}" type="pres">
      <dgm:prSet presAssocID="{EBF4E5B6-3C23-466A-839E-A1105832DADC}" presName="compNode" presStyleCnt="0"/>
      <dgm:spPr/>
    </dgm:pt>
    <dgm:pt modelId="{2FD2F1E6-5137-4D8D-9284-AAE2D104F405}" type="pres">
      <dgm:prSet presAssocID="{EBF4E5B6-3C23-466A-839E-A1105832DAD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734D2396-21A5-4708-9278-1D25117F5B03}" type="pres">
      <dgm:prSet presAssocID="{EBF4E5B6-3C23-466A-839E-A1105832DADC}" presName="spaceRect" presStyleCnt="0"/>
      <dgm:spPr/>
    </dgm:pt>
    <dgm:pt modelId="{2AC64105-36B6-46A0-ABA3-8F6051B4C31E}" type="pres">
      <dgm:prSet presAssocID="{EBF4E5B6-3C23-466A-839E-A1105832DADC}" presName="textRect" presStyleLbl="revTx" presStyleIdx="1" presStyleCnt="3">
        <dgm:presLayoutVars>
          <dgm:chMax val="1"/>
          <dgm:chPref val="1"/>
        </dgm:presLayoutVars>
      </dgm:prSet>
      <dgm:spPr/>
    </dgm:pt>
    <dgm:pt modelId="{9E1C4A25-4FAF-4D1D-9823-10389FBE7F24}" type="pres">
      <dgm:prSet presAssocID="{5D931B32-90ED-4A61-AA5E-7A43A04DB1CF}" presName="sibTrans" presStyleCnt="0"/>
      <dgm:spPr/>
    </dgm:pt>
    <dgm:pt modelId="{7B6B225B-94AA-45AA-B45F-9D91550F5A52}" type="pres">
      <dgm:prSet presAssocID="{836D1EE4-2736-490B-9CD4-49E05D649983}" presName="compNode" presStyleCnt="0"/>
      <dgm:spPr/>
    </dgm:pt>
    <dgm:pt modelId="{78D75187-7D9F-4AC5-ACEE-B2AD883B2702}" type="pres">
      <dgm:prSet presAssocID="{836D1EE4-2736-490B-9CD4-49E05D64998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398A86B-C85B-4A53-860B-86BE50F25C61}" type="pres">
      <dgm:prSet presAssocID="{836D1EE4-2736-490B-9CD4-49E05D649983}" presName="spaceRect" presStyleCnt="0"/>
      <dgm:spPr/>
    </dgm:pt>
    <dgm:pt modelId="{57232AAD-78BF-46E7-8896-7F931AA067F8}" type="pres">
      <dgm:prSet presAssocID="{836D1EE4-2736-490B-9CD4-49E05D64998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8E68712-13D7-49CE-A2BE-6BC58A52E3BC}" srcId="{4ABE2F6D-1A0F-49A9-A710-0BBB90AC7A08}" destId="{836D1EE4-2736-490B-9CD4-49E05D649983}" srcOrd="2" destOrd="0" parTransId="{0EAF5B5A-BAB0-428C-892D-8BFD08FCDE92}" sibTransId="{98AC5211-FC48-4DF8-B476-090B3F477501}"/>
    <dgm:cxn modelId="{DEF4E231-B539-40CB-BF5D-2BF1289F8572}" srcId="{4ABE2F6D-1A0F-49A9-A710-0BBB90AC7A08}" destId="{91FD1314-69DD-4EDE-8842-B81CBE2DC936}" srcOrd="0" destOrd="0" parTransId="{6EAB9B5C-9C36-41FA-89B1-7250D1D59DBD}" sibTransId="{CD6646E9-B96A-4881-8E7D-41DADDC8DBEA}"/>
    <dgm:cxn modelId="{0E4E6E3B-8483-40FD-81E1-A6248BC02B9D}" type="presOf" srcId="{4ABE2F6D-1A0F-49A9-A710-0BBB90AC7A08}" destId="{DDCC9D9E-3C7B-4FB1-8030-378EFB5BFFCA}" srcOrd="0" destOrd="0" presId="urn:microsoft.com/office/officeart/2018/2/layout/IconLabelList"/>
    <dgm:cxn modelId="{FE62418A-0415-44E9-8550-AAC835AFDA15}" type="presOf" srcId="{EBF4E5B6-3C23-466A-839E-A1105832DADC}" destId="{2AC64105-36B6-46A0-ABA3-8F6051B4C31E}" srcOrd="0" destOrd="0" presId="urn:microsoft.com/office/officeart/2018/2/layout/IconLabelList"/>
    <dgm:cxn modelId="{2817E8C0-34F6-4251-ACF1-750081979445}" srcId="{4ABE2F6D-1A0F-49A9-A710-0BBB90AC7A08}" destId="{EBF4E5B6-3C23-466A-839E-A1105832DADC}" srcOrd="1" destOrd="0" parTransId="{8806D661-E79D-496A-87D6-F51D1440C47A}" sibTransId="{5D931B32-90ED-4A61-AA5E-7A43A04DB1CF}"/>
    <dgm:cxn modelId="{694A5EED-72BB-444A-8443-311B5D0F9A6C}" type="presOf" srcId="{836D1EE4-2736-490B-9CD4-49E05D649983}" destId="{57232AAD-78BF-46E7-8896-7F931AA067F8}" srcOrd="0" destOrd="0" presId="urn:microsoft.com/office/officeart/2018/2/layout/IconLabelList"/>
    <dgm:cxn modelId="{93FBBCF5-5B41-4E80-B7C3-E10134A400E3}" type="presOf" srcId="{91FD1314-69DD-4EDE-8842-B81CBE2DC936}" destId="{D5C475FC-E270-4555-846F-2DFFC448322E}" srcOrd="0" destOrd="0" presId="urn:microsoft.com/office/officeart/2018/2/layout/IconLabelList"/>
    <dgm:cxn modelId="{DD0182BA-18E4-49D1-9148-72546DAC7E11}" type="presParOf" srcId="{DDCC9D9E-3C7B-4FB1-8030-378EFB5BFFCA}" destId="{4EF159A8-6AAE-4722-8047-D3A0487AA298}" srcOrd="0" destOrd="0" presId="urn:microsoft.com/office/officeart/2018/2/layout/IconLabelList"/>
    <dgm:cxn modelId="{F35A8AA0-CFA9-49F3-BED8-41E7F60488EE}" type="presParOf" srcId="{4EF159A8-6AAE-4722-8047-D3A0487AA298}" destId="{E1C26E28-3860-4A79-8A8E-D937A10D4001}" srcOrd="0" destOrd="0" presId="urn:microsoft.com/office/officeart/2018/2/layout/IconLabelList"/>
    <dgm:cxn modelId="{05C75432-C10E-4BBF-AF53-A952EB15A4D8}" type="presParOf" srcId="{4EF159A8-6AAE-4722-8047-D3A0487AA298}" destId="{4D1730EC-D2E9-4C9C-9BB6-C9FCEB69897E}" srcOrd="1" destOrd="0" presId="urn:microsoft.com/office/officeart/2018/2/layout/IconLabelList"/>
    <dgm:cxn modelId="{A22C4135-5448-49A0-A286-30DAC97F1316}" type="presParOf" srcId="{4EF159A8-6AAE-4722-8047-D3A0487AA298}" destId="{D5C475FC-E270-4555-846F-2DFFC448322E}" srcOrd="2" destOrd="0" presId="urn:microsoft.com/office/officeart/2018/2/layout/IconLabelList"/>
    <dgm:cxn modelId="{A0F8FD0D-9794-4E4F-A382-9C872618B2EC}" type="presParOf" srcId="{DDCC9D9E-3C7B-4FB1-8030-378EFB5BFFCA}" destId="{7812CAD7-78CD-49CB-96D8-F9D5009620AC}" srcOrd="1" destOrd="0" presId="urn:microsoft.com/office/officeart/2018/2/layout/IconLabelList"/>
    <dgm:cxn modelId="{6E08FDB8-B0CB-48F1-9C13-65B936A2BB2D}" type="presParOf" srcId="{DDCC9D9E-3C7B-4FB1-8030-378EFB5BFFCA}" destId="{56E43E19-DFB2-4FD7-A9EE-3301045D540A}" srcOrd="2" destOrd="0" presId="urn:microsoft.com/office/officeart/2018/2/layout/IconLabelList"/>
    <dgm:cxn modelId="{F518B17D-4039-4BC1-8163-AC5BDA8037A9}" type="presParOf" srcId="{56E43E19-DFB2-4FD7-A9EE-3301045D540A}" destId="{2FD2F1E6-5137-4D8D-9284-AAE2D104F405}" srcOrd="0" destOrd="0" presId="urn:microsoft.com/office/officeart/2018/2/layout/IconLabelList"/>
    <dgm:cxn modelId="{EBBFAC6A-44CC-46A6-B559-5431E34D10A7}" type="presParOf" srcId="{56E43E19-DFB2-4FD7-A9EE-3301045D540A}" destId="{734D2396-21A5-4708-9278-1D25117F5B03}" srcOrd="1" destOrd="0" presId="urn:microsoft.com/office/officeart/2018/2/layout/IconLabelList"/>
    <dgm:cxn modelId="{726DE871-A055-4C95-8DB9-A5D6C4E119C4}" type="presParOf" srcId="{56E43E19-DFB2-4FD7-A9EE-3301045D540A}" destId="{2AC64105-36B6-46A0-ABA3-8F6051B4C31E}" srcOrd="2" destOrd="0" presId="urn:microsoft.com/office/officeart/2018/2/layout/IconLabelList"/>
    <dgm:cxn modelId="{7ABEEB66-4723-4539-8BFA-2DB1C2C3CB6A}" type="presParOf" srcId="{DDCC9D9E-3C7B-4FB1-8030-378EFB5BFFCA}" destId="{9E1C4A25-4FAF-4D1D-9823-10389FBE7F24}" srcOrd="3" destOrd="0" presId="urn:microsoft.com/office/officeart/2018/2/layout/IconLabelList"/>
    <dgm:cxn modelId="{AD59E504-D19C-4C5B-8D22-F6D2B1D82789}" type="presParOf" srcId="{DDCC9D9E-3C7B-4FB1-8030-378EFB5BFFCA}" destId="{7B6B225B-94AA-45AA-B45F-9D91550F5A52}" srcOrd="4" destOrd="0" presId="urn:microsoft.com/office/officeart/2018/2/layout/IconLabelList"/>
    <dgm:cxn modelId="{AF73E322-96BF-4F3B-80CC-AB6636F5E30D}" type="presParOf" srcId="{7B6B225B-94AA-45AA-B45F-9D91550F5A52}" destId="{78D75187-7D9F-4AC5-ACEE-B2AD883B2702}" srcOrd="0" destOrd="0" presId="urn:microsoft.com/office/officeart/2018/2/layout/IconLabelList"/>
    <dgm:cxn modelId="{11A00212-56E8-4B46-A69E-B979ED165414}" type="presParOf" srcId="{7B6B225B-94AA-45AA-B45F-9D91550F5A52}" destId="{B398A86B-C85B-4A53-860B-86BE50F25C61}" srcOrd="1" destOrd="0" presId="urn:microsoft.com/office/officeart/2018/2/layout/IconLabelList"/>
    <dgm:cxn modelId="{D7B7F52F-1801-4BE3-B4C8-F865166CB118}" type="presParOf" srcId="{7B6B225B-94AA-45AA-B45F-9D91550F5A52}" destId="{57232AAD-78BF-46E7-8896-7F931AA067F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FEC0696-7FB4-4C09-91E2-0E915BF41B2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C8D3975-1020-4C49-A757-EF5C890048E9}">
      <dgm:prSet/>
      <dgm:spPr/>
      <dgm:t>
        <a:bodyPr/>
        <a:lstStyle/>
        <a:p>
          <a:pPr>
            <a:defRPr cap="all"/>
          </a:pPr>
          <a:r>
            <a:rPr lang="en-US"/>
            <a:t>Coordination: parallel projects with separate budgets and risks</a:t>
          </a:r>
        </a:p>
      </dgm:t>
    </dgm:pt>
    <dgm:pt modelId="{92B76982-E63B-499E-90B6-7780C103B9DE}" type="parTrans" cxnId="{C9CA882D-4571-4895-85E5-F5A721C1C091}">
      <dgm:prSet/>
      <dgm:spPr/>
      <dgm:t>
        <a:bodyPr/>
        <a:lstStyle/>
        <a:p>
          <a:endParaRPr lang="en-US"/>
        </a:p>
      </dgm:t>
    </dgm:pt>
    <dgm:pt modelId="{4614533B-AD16-4B30-BBD6-3DBE796AE841}" type="sibTrans" cxnId="{C9CA882D-4571-4895-85E5-F5A721C1C091}">
      <dgm:prSet/>
      <dgm:spPr/>
      <dgm:t>
        <a:bodyPr/>
        <a:lstStyle/>
        <a:p>
          <a:endParaRPr lang="en-US"/>
        </a:p>
      </dgm:t>
    </dgm:pt>
    <dgm:pt modelId="{B9D5B9ED-E779-48BC-B728-125187AFF787}">
      <dgm:prSet/>
      <dgm:spPr/>
      <dgm:t>
        <a:bodyPr/>
        <a:lstStyle/>
        <a:p>
          <a:pPr>
            <a:defRPr cap="all"/>
          </a:pPr>
          <a:r>
            <a:rPr lang="en-US"/>
            <a:t>Integration: shared infrastructure, costs, or revenues</a:t>
          </a:r>
        </a:p>
      </dgm:t>
    </dgm:pt>
    <dgm:pt modelId="{5D283954-4235-466D-ADA9-77ECA8CFCC5F}" type="parTrans" cxnId="{6BC11643-CBDA-4A5C-B56B-B037D80AC1A1}">
      <dgm:prSet/>
      <dgm:spPr/>
      <dgm:t>
        <a:bodyPr/>
        <a:lstStyle/>
        <a:p>
          <a:endParaRPr lang="en-US"/>
        </a:p>
      </dgm:t>
    </dgm:pt>
    <dgm:pt modelId="{EBCB3101-FB21-48E1-A16A-D7869FB3EB3F}" type="sibTrans" cxnId="{6BC11643-CBDA-4A5C-B56B-B037D80AC1A1}">
      <dgm:prSet/>
      <dgm:spPr/>
      <dgm:t>
        <a:bodyPr/>
        <a:lstStyle/>
        <a:p>
          <a:endParaRPr lang="en-US"/>
        </a:p>
      </dgm:t>
    </dgm:pt>
    <dgm:pt modelId="{4A8C8CD1-350D-496B-B864-B1633E3F6CA8}">
      <dgm:prSet/>
      <dgm:spPr/>
      <dgm:t>
        <a:bodyPr/>
        <a:lstStyle/>
        <a:p>
          <a:pPr>
            <a:defRPr cap="all"/>
          </a:pPr>
          <a:r>
            <a:rPr lang="en-US"/>
            <a:t>Financiers prioritize integration, not institutional participation</a:t>
          </a:r>
        </a:p>
      </dgm:t>
    </dgm:pt>
    <dgm:pt modelId="{7125A378-C3D7-4F5E-8F3F-AC0BD877D5B5}" type="parTrans" cxnId="{969D56CE-5315-4B2C-8D51-C705A8DC9134}">
      <dgm:prSet/>
      <dgm:spPr/>
      <dgm:t>
        <a:bodyPr/>
        <a:lstStyle/>
        <a:p>
          <a:endParaRPr lang="en-US"/>
        </a:p>
      </dgm:t>
    </dgm:pt>
    <dgm:pt modelId="{337DB5C5-036B-4764-9AF3-94664E7CF449}" type="sibTrans" cxnId="{969D56CE-5315-4B2C-8D51-C705A8DC9134}">
      <dgm:prSet/>
      <dgm:spPr/>
      <dgm:t>
        <a:bodyPr/>
        <a:lstStyle/>
        <a:p>
          <a:endParaRPr lang="en-US"/>
        </a:p>
      </dgm:t>
    </dgm:pt>
    <dgm:pt modelId="{3E3788E1-F82A-431B-97D8-41811C469010}" type="pres">
      <dgm:prSet presAssocID="{FFEC0696-7FB4-4C09-91E2-0E915BF41B21}" presName="root" presStyleCnt="0">
        <dgm:presLayoutVars>
          <dgm:dir/>
          <dgm:resizeHandles val="exact"/>
        </dgm:presLayoutVars>
      </dgm:prSet>
      <dgm:spPr/>
    </dgm:pt>
    <dgm:pt modelId="{49BCADCC-5080-4ED8-8C1C-9DFB698CF7DB}" type="pres">
      <dgm:prSet presAssocID="{5C8D3975-1020-4C49-A757-EF5C890048E9}" presName="compNode" presStyleCnt="0"/>
      <dgm:spPr/>
    </dgm:pt>
    <dgm:pt modelId="{D6D0A187-B886-4921-9DF8-8B71A67411C5}" type="pres">
      <dgm:prSet presAssocID="{5C8D3975-1020-4C49-A757-EF5C890048E9}" presName="iconBgRect" presStyleLbl="bgShp" presStyleIdx="0" presStyleCnt="3"/>
      <dgm:spPr/>
    </dgm:pt>
    <dgm:pt modelId="{C32DBC2F-DFC2-47EB-B547-416DCB55B444}" type="pres">
      <dgm:prSet presAssocID="{5C8D3975-1020-4C49-A757-EF5C890048E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90CB3FCD-14DF-4BFD-B26A-992AAD3BA98A}" type="pres">
      <dgm:prSet presAssocID="{5C8D3975-1020-4C49-A757-EF5C890048E9}" presName="spaceRect" presStyleCnt="0"/>
      <dgm:spPr/>
    </dgm:pt>
    <dgm:pt modelId="{E4402354-C5F6-4FBD-991C-89755FC33763}" type="pres">
      <dgm:prSet presAssocID="{5C8D3975-1020-4C49-A757-EF5C890048E9}" presName="textRect" presStyleLbl="revTx" presStyleIdx="0" presStyleCnt="3">
        <dgm:presLayoutVars>
          <dgm:chMax val="1"/>
          <dgm:chPref val="1"/>
        </dgm:presLayoutVars>
      </dgm:prSet>
      <dgm:spPr/>
    </dgm:pt>
    <dgm:pt modelId="{6E57FCD3-8AA5-4226-B4FC-F3B5873F3F3D}" type="pres">
      <dgm:prSet presAssocID="{4614533B-AD16-4B30-BBD6-3DBE796AE841}" presName="sibTrans" presStyleCnt="0"/>
      <dgm:spPr/>
    </dgm:pt>
    <dgm:pt modelId="{A579E2BF-A559-47D2-B996-9217C81D6F3D}" type="pres">
      <dgm:prSet presAssocID="{B9D5B9ED-E779-48BC-B728-125187AFF787}" presName="compNode" presStyleCnt="0"/>
      <dgm:spPr/>
    </dgm:pt>
    <dgm:pt modelId="{749E07FE-A949-442C-8149-33E2E58CAD59}" type="pres">
      <dgm:prSet presAssocID="{B9D5B9ED-E779-48BC-B728-125187AFF787}" presName="iconBgRect" presStyleLbl="bgShp" presStyleIdx="1" presStyleCnt="3"/>
      <dgm:spPr/>
    </dgm:pt>
    <dgm:pt modelId="{050A61F5-9C9F-4DDC-ACCE-DD72F4298A15}" type="pres">
      <dgm:prSet presAssocID="{B9D5B9ED-E779-48BC-B728-125187AFF78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74E0DF0-467D-40E8-8A6D-CA0549487CFB}" type="pres">
      <dgm:prSet presAssocID="{B9D5B9ED-E779-48BC-B728-125187AFF787}" presName="spaceRect" presStyleCnt="0"/>
      <dgm:spPr/>
    </dgm:pt>
    <dgm:pt modelId="{A39FABE3-F8CF-4E90-9538-ED06A3F27325}" type="pres">
      <dgm:prSet presAssocID="{B9D5B9ED-E779-48BC-B728-125187AFF787}" presName="textRect" presStyleLbl="revTx" presStyleIdx="1" presStyleCnt="3">
        <dgm:presLayoutVars>
          <dgm:chMax val="1"/>
          <dgm:chPref val="1"/>
        </dgm:presLayoutVars>
      </dgm:prSet>
      <dgm:spPr/>
    </dgm:pt>
    <dgm:pt modelId="{4302F55E-C155-45C9-94D3-F1AB6780FBEC}" type="pres">
      <dgm:prSet presAssocID="{EBCB3101-FB21-48E1-A16A-D7869FB3EB3F}" presName="sibTrans" presStyleCnt="0"/>
      <dgm:spPr/>
    </dgm:pt>
    <dgm:pt modelId="{FC190162-87FB-44EF-B052-B54700EDB307}" type="pres">
      <dgm:prSet presAssocID="{4A8C8CD1-350D-496B-B864-B1633E3F6CA8}" presName="compNode" presStyleCnt="0"/>
      <dgm:spPr/>
    </dgm:pt>
    <dgm:pt modelId="{207620A8-231D-4C5B-9839-FAAC8F7B35C7}" type="pres">
      <dgm:prSet presAssocID="{4A8C8CD1-350D-496B-B864-B1633E3F6CA8}" presName="iconBgRect" presStyleLbl="bgShp" presStyleIdx="2" presStyleCnt="3"/>
      <dgm:spPr/>
    </dgm:pt>
    <dgm:pt modelId="{D709BF2A-74C6-43EB-ACB7-2056E1C1EF1F}" type="pres">
      <dgm:prSet presAssocID="{4A8C8CD1-350D-496B-B864-B1633E3F6CA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35F43F53-8F22-48F3-8862-CE9143140E78}" type="pres">
      <dgm:prSet presAssocID="{4A8C8CD1-350D-496B-B864-B1633E3F6CA8}" presName="spaceRect" presStyleCnt="0"/>
      <dgm:spPr/>
    </dgm:pt>
    <dgm:pt modelId="{D60EB7C4-7B2C-4BBA-9BE3-AF3570D7237C}" type="pres">
      <dgm:prSet presAssocID="{4A8C8CD1-350D-496B-B864-B1633E3F6CA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B4CA209-70E6-4BFE-808B-CB025497C52C}" type="presOf" srcId="{B9D5B9ED-E779-48BC-B728-125187AFF787}" destId="{A39FABE3-F8CF-4E90-9538-ED06A3F27325}" srcOrd="0" destOrd="0" presId="urn:microsoft.com/office/officeart/2018/5/layout/IconCircleLabelList"/>
    <dgm:cxn modelId="{C9CA882D-4571-4895-85E5-F5A721C1C091}" srcId="{FFEC0696-7FB4-4C09-91E2-0E915BF41B21}" destId="{5C8D3975-1020-4C49-A757-EF5C890048E9}" srcOrd="0" destOrd="0" parTransId="{92B76982-E63B-499E-90B6-7780C103B9DE}" sibTransId="{4614533B-AD16-4B30-BBD6-3DBE796AE841}"/>
    <dgm:cxn modelId="{6BC11643-CBDA-4A5C-B56B-B037D80AC1A1}" srcId="{FFEC0696-7FB4-4C09-91E2-0E915BF41B21}" destId="{B9D5B9ED-E779-48BC-B728-125187AFF787}" srcOrd="1" destOrd="0" parTransId="{5D283954-4235-466D-ADA9-77ECA8CFCC5F}" sibTransId="{EBCB3101-FB21-48E1-A16A-D7869FB3EB3F}"/>
    <dgm:cxn modelId="{D690CB8D-85D5-4949-8E58-594DD4E6D9A5}" type="presOf" srcId="{FFEC0696-7FB4-4C09-91E2-0E915BF41B21}" destId="{3E3788E1-F82A-431B-97D8-41811C469010}" srcOrd="0" destOrd="0" presId="urn:microsoft.com/office/officeart/2018/5/layout/IconCircleLabelList"/>
    <dgm:cxn modelId="{5C7CE6C2-D1F9-4853-BA31-DCCE616EA1A7}" type="presOf" srcId="{5C8D3975-1020-4C49-A757-EF5C890048E9}" destId="{E4402354-C5F6-4FBD-991C-89755FC33763}" srcOrd="0" destOrd="0" presId="urn:microsoft.com/office/officeart/2018/5/layout/IconCircleLabelList"/>
    <dgm:cxn modelId="{969D56CE-5315-4B2C-8D51-C705A8DC9134}" srcId="{FFEC0696-7FB4-4C09-91E2-0E915BF41B21}" destId="{4A8C8CD1-350D-496B-B864-B1633E3F6CA8}" srcOrd="2" destOrd="0" parTransId="{7125A378-C3D7-4F5E-8F3F-AC0BD877D5B5}" sibTransId="{337DB5C5-036B-4764-9AF3-94664E7CF449}"/>
    <dgm:cxn modelId="{B2BF4FFB-2D59-4F2B-84E7-2037E3D8FFAB}" type="presOf" srcId="{4A8C8CD1-350D-496B-B864-B1633E3F6CA8}" destId="{D60EB7C4-7B2C-4BBA-9BE3-AF3570D7237C}" srcOrd="0" destOrd="0" presId="urn:microsoft.com/office/officeart/2018/5/layout/IconCircleLabelList"/>
    <dgm:cxn modelId="{C6DAE6FD-6319-4FD9-96C5-E5F6E9205FB2}" type="presParOf" srcId="{3E3788E1-F82A-431B-97D8-41811C469010}" destId="{49BCADCC-5080-4ED8-8C1C-9DFB698CF7DB}" srcOrd="0" destOrd="0" presId="urn:microsoft.com/office/officeart/2018/5/layout/IconCircleLabelList"/>
    <dgm:cxn modelId="{772F90A1-6C0F-40D9-84D4-0DAAEEAC24FE}" type="presParOf" srcId="{49BCADCC-5080-4ED8-8C1C-9DFB698CF7DB}" destId="{D6D0A187-B886-4921-9DF8-8B71A67411C5}" srcOrd="0" destOrd="0" presId="urn:microsoft.com/office/officeart/2018/5/layout/IconCircleLabelList"/>
    <dgm:cxn modelId="{4EB2FC3D-4E9B-434B-8539-86001A1AD414}" type="presParOf" srcId="{49BCADCC-5080-4ED8-8C1C-9DFB698CF7DB}" destId="{C32DBC2F-DFC2-47EB-B547-416DCB55B444}" srcOrd="1" destOrd="0" presId="urn:microsoft.com/office/officeart/2018/5/layout/IconCircleLabelList"/>
    <dgm:cxn modelId="{E021DBAB-84AA-4EB7-AC74-96ADDBCE0F8D}" type="presParOf" srcId="{49BCADCC-5080-4ED8-8C1C-9DFB698CF7DB}" destId="{90CB3FCD-14DF-4BFD-B26A-992AAD3BA98A}" srcOrd="2" destOrd="0" presId="urn:microsoft.com/office/officeart/2018/5/layout/IconCircleLabelList"/>
    <dgm:cxn modelId="{AA60EFCD-DE20-4843-8A1D-37B5CB040466}" type="presParOf" srcId="{49BCADCC-5080-4ED8-8C1C-9DFB698CF7DB}" destId="{E4402354-C5F6-4FBD-991C-89755FC33763}" srcOrd="3" destOrd="0" presId="urn:microsoft.com/office/officeart/2018/5/layout/IconCircleLabelList"/>
    <dgm:cxn modelId="{ACB8CB15-E5DD-4233-AB6C-BE0C0929FCE9}" type="presParOf" srcId="{3E3788E1-F82A-431B-97D8-41811C469010}" destId="{6E57FCD3-8AA5-4226-B4FC-F3B5873F3F3D}" srcOrd="1" destOrd="0" presId="urn:microsoft.com/office/officeart/2018/5/layout/IconCircleLabelList"/>
    <dgm:cxn modelId="{988416BE-BA67-4411-9F69-EEBFB902AF0E}" type="presParOf" srcId="{3E3788E1-F82A-431B-97D8-41811C469010}" destId="{A579E2BF-A559-47D2-B996-9217C81D6F3D}" srcOrd="2" destOrd="0" presId="urn:microsoft.com/office/officeart/2018/5/layout/IconCircleLabelList"/>
    <dgm:cxn modelId="{FFBAEDF1-6625-467C-BAFD-08998AC41788}" type="presParOf" srcId="{A579E2BF-A559-47D2-B996-9217C81D6F3D}" destId="{749E07FE-A949-442C-8149-33E2E58CAD59}" srcOrd="0" destOrd="0" presId="urn:microsoft.com/office/officeart/2018/5/layout/IconCircleLabelList"/>
    <dgm:cxn modelId="{DE73B0F9-F5FA-4107-8002-0EC4FE093D5A}" type="presParOf" srcId="{A579E2BF-A559-47D2-B996-9217C81D6F3D}" destId="{050A61F5-9C9F-4DDC-ACCE-DD72F4298A15}" srcOrd="1" destOrd="0" presId="urn:microsoft.com/office/officeart/2018/5/layout/IconCircleLabelList"/>
    <dgm:cxn modelId="{A9E8BF9E-A860-4040-9081-66C691670514}" type="presParOf" srcId="{A579E2BF-A559-47D2-B996-9217C81D6F3D}" destId="{C74E0DF0-467D-40E8-8A6D-CA0549487CFB}" srcOrd="2" destOrd="0" presId="urn:microsoft.com/office/officeart/2018/5/layout/IconCircleLabelList"/>
    <dgm:cxn modelId="{C53F779E-FFEB-4F18-A9EC-BA17C5A9088A}" type="presParOf" srcId="{A579E2BF-A559-47D2-B996-9217C81D6F3D}" destId="{A39FABE3-F8CF-4E90-9538-ED06A3F27325}" srcOrd="3" destOrd="0" presId="urn:microsoft.com/office/officeart/2018/5/layout/IconCircleLabelList"/>
    <dgm:cxn modelId="{D01D05C5-911A-4101-8291-B110237F2C42}" type="presParOf" srcId="{3E3788E1-F82A-431B-97D8-41811C469010}" destId="{4302F55E-C155-45C9-94D3-F1AB6780FBEC}" srcOrd="3" destOrd="0" presId="urn:microsoft.com/office/officeart/2018/5/layout/IconCircleLabelList"/>
    <dgm:cxn modelId="{553419BE-DEEC-40B4-99ED-12408E96EF31}" type="presParOf" srcId="{3E3788E1-F82A-431B-97D8-41811C469010}" destId="{FC190162-87FB-44EF-B052-B54700EDB307}" srcOrd="4" destOrd="0" presId="urn:microsoft.com/office/officeart/2018/5/layout/IconCircleLabelList"/>
    <dgm:cxn modelId="{9FC767D0-640D-4171-A66B-B43ABD0CA6C1}" type="presParOf" srcId="{FC190162-87FB-44EF-B052-B54700EDB307}" destId="{207620A8-231D-4C5B-9839-FAAC8F7B35C7}" srcOrd="0" destOrd="0" presId="urn:microsoft.com/office/officeart/2018/5/layout/IconCircleLabelList"/>
    <dgm:cxn modelId="{F6A3D52E-AA03-4644-9790-D6FB6B4D8CBA}" type="presParOf" srcId="{FC190162-87FB-44EF-B052-B54700EDB307}" destId="{D709BF2A-74C6-43EB-ACB7-2056E1C1EF1F}" srcOrd="1" destOrd="0" presId="urn:microsoft.com/office/officeart/2018/5/layout/IconCircleLabelList"/>
    <dgm:cxn modelId="{12108262-9201-476D-87F9-3798E1A1D290}" type="presParOf" srcId="{FC190162-87FB-44EF-B052-B54700EDB307}" destId="{35F43F53-8F22-48F3-8862-CE9143140E78}" srcOrd="2" destOrd="0" presId="urn:microsoft.com/office/officeart/2018/5/layout/IconCircleLabelList"/>
    <dgm:cxn modelId="{FAA510E8-F1D9-478F-9080-19F254D70344}" type="presParOf" srcId="{FC190162-87FB-44EF-B052-B54700EDB307}" destId="{D60EB7C4-7B2C-4BBA-9BE3-AF3570D7237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531B792-4D47-4CEB-8386-E22F0E1B3FB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028867-06B5-4CAE-B61A-FF93B7749D03}">
      <dgm:prSet/>
      <dgm:spPr/>
      <dgm:t>
        <a:bodyPr/>
        <a:lstStyle/>
        <a:p>
          <a:r>
            <a:rPr lang="en-US"/>
            <a:t>Multiple sectors can still carry isolated risks</a:t>
          </a:r>
        </a:p>
      </dgm:t>
    </dgm:pt>
    <dgm:pt modelId="{852E4424-6290-482C-9F3D-C0AC0F34B1D9}" type="parTrans" cxnId="{1060437A-2B70-4E45-85B4-9C11173BD99B}">
      <dgm:prSet/>
      <dgm:spPr/>
      <dgm:t>
        <a:bodyPr/>
        <a:lstStyle/>
        <a:p>
          <a:endParaRPr lang="en-US"/>
        </a:p>
      </dgm:t>
    </dgm:pt>
    <dgm:pt modelId="{921ED974-3CCD-4C38-BD24-3F7D360ACC2E}" type="sibTrans" cxnId="{1060437A-2B70-4E45-85B4-9C11173BD99B}">
      <dgm:prSet/>
      <dgm:spPr/>
      <dgm:t>
        <a:bodyPr/>
        <a:lstStyle/>
        <a:p>
          <a:endParaRPr lang="en-US"/>
        </a:p>
      </dgm:t>
    </dgm:pt>
    <dgm:pt modelId="{9F00E8C4-5077-436D-8A9F-8B02F188951B}">
      <dgm:prSet/>
      <dgm:spPr/>
      <dgm:t>
        <a:bodyPr/>
        <a:lstStyle/>
        <a:p>
          <a:r>
            <a:rPr lang="en-US"/>
            <a:t>No automatic CAPEX or OPEX reduction</a:t>
          </a:r>
        </a:p>
      </dgm:t>
    </dgm:pt>
    <dgm:pt modelId="{DE567516-4C6B-4D41-B7A3-92FB70030F63}" type="parTrans" cxnId="{21F7B81B-7A17-45EF-BC8A-7F266389275C}">
      <dgm:prSet/>
      <dgm:spPr/>
      <dgm:t>
        <a:bodyPr/>
        <a:lstStyle/>
        <a:p>
          <a:endParaRPr lang="en-US"/>
        </a:p>
      </dgm:t>
    </dgm:pt>
    <dgm:pt modelId="{0F8076A7-FA75-4252-BDC7-1050B381BACD}" type="sibTrans" cxnId="{21F7B81B-7A17-45EF-BC8A-7F266389275C}">
      <dgm:prSet/>
      <dgm:spPr/>
      <dgm:t>
        <a:bodyPr/>
        <a:lstStyle/>
        <a:p>
          <a:endParaRPr lang="en-US"/>
        </a:p>
      </dgm:t>
    </dgm:pt>
    <dgm:pt modelId="{1A8A88CF-0537-49C3-B412-477F403C337E}">
      <dgm:prSet/>
      <dgm:spPr/>
      <dgm:t>
        <a:bodyPr/>
        <a:lstStyle/>
        <a:p>
          <a:r>
            <a:rPr lang="en-US"/>
            <a:t>No guarantee of improved debt service capacity</a:t>
          </a:r>
        </a:p>
      </dgm:t>
    </dgm:pt>
    <dgm:pt modelId="{D1F3212D-8922-4767-9F27-68BFB06D7E29}" type="parTrans" cxnId="{19A1CA5E-CE4B-468D-AB60-DD3D6C6C67CE}">
      <dgm:prSet/>
      <dgm:spPr/>
      <dgm:t>
        <a:bodyPr/>
        <a:lstStyle/>
        <a:p>
          <a:endParaRPr lang="en-US"/>
        </a:p>
      </dgm:t>
    </dgm:pt>
    <dgm:pt modelId="{E0084ADD-E2BC-48F8-8A27-C94440755665}" type="sibTrans" cxnId="{19A1CA5E-CE4B-468D-AB60-DD3D6C6C67CE}">
      <dgm:prSet/>
      <dgm:spPr/>
      <dgm:t>
        <a:bodyPr/>
        <a:lstStyle/>
        <a:p>
          <a:endParaRPr lang="en-US"/>
        </a:p>
      </dgm:t>
    </dgm:pt>
    <dgm:pt modelId="{B9A05DE1-9027-41CC-8631-8A70ECAC6F29}" type="pres">
      <dgm:prSet presAssocID="{8531B792-4D47-4CEB-8386-E22F0E1B3F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E74CE90-D3BB-49CD-AC58-8F35D90B05CE}" type="pres">
      <dgm:prSet presAssocID="{AD028867-06B5-4CAE-B61A-FF93B7749D03}" presName="hierRoot1" presStyleCnt="0"/>
      <dgm:spPr/>
    </dgm:pt>
    <dgm:pt modelId="{E3C76F24-2DED-4B31-B1DC-65FAD3155E3B}" type="pres">
      <dgm:prSet presAssocID="{AD028867-06B5-4CAE-B61A-FF93B7749D03}" presName="composite" presStyleCnt="0"/>
      <dgm:spPr/>
    </dgm:pt>
    <dgm:pt modelId="{81C871F2-F8B8-46E9-9631-A525E80C3777}" type="pres">
      <dgm:prSet presAssocID="{AD028867-06B5-4CAE-B61A-FF93B7749D03}" presName="background" presStyleLbl="node0" presStyleIdx="0" presStyleCnt="3"/>
      <dgm:spPr/>
    </dgm:pt>
    <dgm:pt modelId="{DFF1E8DC-D827-492D-991D-2D0197192CF2}" type="pres">
      <dgm:prSet presAssocID="{AD028867-06B5-4CAE-B61A-FF93B7749D03}" presName="text" presStyleLbl="fgAcc0" presStyleIdx="0" presStyleCnt="3">
        <dgm:presLayoutVars>
          <dgm:chPref val="3"/>
        </dgm:presLayoutVars>
      </dgm:prSet>
      <dgm:spPr/>
    </dgm:pt>
    <dgm:pt modelId="{B3A68832-E940-44E5-ADB7-A8615880CEC9}" type="pres">
      <dgm:prSet presAssocID="{AD028867-06B5-4CAE-B61A-FF93B7749D03}" presName="hierChild2" presStyleCnt="0"/>
      <dgm:spPr/>
    </dgm:pt>
    <dgm:pt modelId="{989A82A7-5AF8-4F72-A8B1-900C36CD7D09}" type="pres">
      <dgm:prSet presAssocID="{9F00E8C4-5077-436D-8A9F-8B02F188951B}" presName="hierRoot1" presStyleCnt="0"/>
      <dgm:spPr/>
    </dgm:pt>
    <dgm:pt modelId="{FD3CD83D-0AC8-420E-B0FA-6BDC04C3FACC}" type="pres">
      <dgm:prSet presAssocID="{9F00E8C4-5077-436D-8A9F-8B02F188951B}" presName="composite" presStyleCnt="0"/>
      <dgm:spPr/>
    </dgm:pt>
    <dgm:pt modelId="{E95B4952-3B74-42C1-A9C6-1B4FEE143D21}" type="pres">
      <dgm:prSet presAssocID="{9F00E8C4-5077-436D-8A9F-8B02F188951B}" presName="background" presStyleLbl="node0" presStyleIdx="1" presStyleCnt="3"/>
      <dgm:spPr/>
    </dgm:pt>
    <dgm:pt modelId="{2FFA46EB-14CE-4A42-A9DC-A82848311B7E}" type="pres">
      <dgm:prSet presAssocID="{9F00E8C4-5077-436D-8A9F-8B02F188951B}" presName="text" presStyleLbl="fgAcc0" presStyleIdx="1" presStyleCnt="3">
        <dgm:presLayoutVars>
          <dgm:chPref val="3"/>
        </dgm:presLayoutVars>
      </dgm:prSet>
      <dgm:spPr/>
    </dgm:pt>
    <dgm:pt modelId="{EE3741DD-D130-48CD-8AB3-C48B19ED00BF}" type="pres">
      <dgm:prSet presAssocID="{9F00E8C4-5077-436D-8A9F-8B02F188951B}" presName="hierChild2" presStyleCnt="0"/>
      <dgm:spPr/>
    </dgm:pt>
    <dgm:pt modelId="{BC61B05C-2E99-48A5-AF2F-556EC0D6C3B6}" type="pres">
      <dgm:prSet presAssocID="{1A8A88CF-0537-49C3-B412-477F403C337E}" presName="hierRoot1" presStyleCnt="0"/>
      <dgm:spPr/>
    </dgm:pt>
    <dgm:pt modelId="{7F4C5E1A-B119-435E-AF1B-E6EFA65D706D}" type="pres">
      <dgm:prSet presAssocID="{1A8A88CF-0537-49C3-B412-477F403C337E}" presName="composite" presStyleCnt="0"/>
      <dgm:spPr/>
    </dgm:pt>
    <dgm:pt modelId="{97DF6789-2390-4F8D-A3A2-4BF341D5FF1C}" type="pres">
      <dgm:prSet presAssocID="{1A8A88CF-0537-49C3-B412-477F403C337E}" presName="background" presStyleLbl="node0" presStyleIdx="2" presStyleCnt="3"/>
      <dgm:spPr/>
    </dgm:pt>
    <dgm:pt modelId="{0535F12B-41E9-4E75-A815-E69AA47AD4F6}" type="pres">
      <dgm:prSet presAssocID="{1A8A88CF-0537-49C3-B412-477F403C337E}" presName="text" presStyleLbl="fgAcc0" presStyleIdx="2" presStyleCnt="3">
        <dgm:presLayoutVars>
          <dgm:chPref val="3"/>
        </dgm:presLayoutVars>
      </dgm:prSet>
      <dgm:spPr/>
    </dgm:pt>
    <dgm:pt modelId="{821D6DEF-69C4-4355-8052-40D6B022AF3B}" type="pres">
      <dgm:prSet presAssocID="{1A8A88CF-0537-49C3-B412-477F403C337E}" presName="hierChild2" presStyleCnt="0"/>
      <dgm:spPr/>
    </dgm:pt>
  </dgm:ptLst>
  <dgm:cxnLst>
    <dgm:cxn modelId="{92F99007-3EBA-4CE9-AAD7-44A01C7DCBA0}" type="presOf" srcId="{9F00E8C4-5077-436D-8A9F-8B02F188951B}" destId="{2FFA46EB-14CE-4A42-A9DC-A82848311B7E}" srcOrd="0" destOrd="0" presId="urn:microsoft.com/office/officeart/2005/8/layout/hierarchy1"/>
    <dgm:cxn modelId="{EF7EB717-FF94-4C34-83FB-3B03D2869912}" type="presOf" srcId="{8531B792-4D47-4CEB-8386-E22F0E1B3FB1}" destId="{B9A05DE1-9027-41CC-8631-8A70ECAC6F29}" srcOrd="0" destOrd="0" presId="urn:microsoft.com/office/officeart/2005/8/layout/hierarchy1"/>
    <dgm:cxn modelId="{21F7B81B-7A17-45EF-BC8A-7F266389275C}" srcId="{8531B792-4D47-4CEB-8386-E22F0E1B3FB1}" destId="{9F00E8C4-5077-436D-8A9F-8B02F188951B}" srcOrd="1" destOrd="0" parTransId="{DE567516-4C6B-4D41-B7A3-92FB70030F63}" sibTransId="{0F8076A7-FA75-4252-BDC7-1050B381BACD}"/>
    <dgm:cxn modelId="{19A1CA5E-CE4B-468D-AB60-DD3D6C6C67CE}" srcId="{8531B792-4D47-4CEB-8386-E22F0E1B3FB1}" destId="{1A8A88CF-0537-49C3-B412-477F403C337E}" srcOrd="2" destOrd="0" parTransId="{D1F3212D-8922-4767-9F27-68BFB06D7E29}" sibTransId="{E0084ADD-E2BC-48F8-8A27-C94440755665}"/>
    <dgm:cxn modelId="{1060437A-2B70-4E45-85B4-9C11173BD99B}" srcId="{8531B792-4D47-4CEB-8386-E22F0E1B3FB1}" destId="{AD028867-06B5-4CAE-B61A-FF93B7749D03}" srcOrd="0" destOrd="0" parTransId="{852E4424-6290-482C-9F3D-C0AC0F34B1D9}" sibTransId="{921ED974-3CCD-4C38-BD24-3F7D360ACC2E}"/>
    <dgm:cxn modelId="{B9A8F4DC-F348-435D-A2BF-FD66017145FC}" type="presOf" srcId="{AD028867-06B5-4CAE-B61A-FF93B7749D03}" destId="{DFF1E8DC-D827-492D-991D-2D0197192CF2}" srcOrd="0" destOrd="0" presId="urn:microsoft.com/office/officeart/2005/8/layout/hierarchy1"/>
    <dgm:cxn modelId="{818613F3-71D3-4320-B29D-B2030142447C}" type="presOf" srcId="{1A8A88CF-0537-49C3-B412-477F403C337E}" destId="{0535F12B-41E9-4E75-A815-E69AA47AD4F6}" srcOrd="0" destOrd="0" presId="urn:microsoft.com/office/officeart/2005/8/layout/hierarchy1"/>
    <dgm:cxn modelId="{FEA6EB6C-8BA7-4FF9-8BDE-1DE40DB64BA3}" type="presParOf" srcId="{B9A05DE1-9027-41CC-8631-8A70ECAC6F29}" destId="{CE74CE90-D3BB-49CD-AC58-8F35D90B05CE}" srcOrd="0" destOrd="0" presId="urn:microsoft.com/office/officeart/2005/8/layout/hierarchy1"/>
    <dgm:cxn modelId="{65AB6A8D-A9A3-4331-ACDD-A618A156F0AC}" type="presParOf" srcId="{CE74CE90-D3BB-49CD-AC58-8F35D90B05CE}" destId="{E3C76F24-2DED-4B31-B1DC-65FAD3155E3B}" srcOrd="0" destOrd="0" presId="urn:microsoft.com/office/officeart/2005/8/layout/hierarchy1"/>
    <dgm:cxn modelId="{880EDC09-B241-46CC-8E6E-8DE4D230A4C7}" type="presParOf" srcId="{E3C76F24-2DED-4B31-B1DC-65FAD3155E3B}" destId="{81C871F2-F8B8-46E9-9631-A525E80C3777}" srcOrd="0" destOrd="0" presId="urn:microsoft.com/office/officeart/2005/8/layout/hierarchy1"/>
    <dgm:cxn modelId="{F34F6267-74B7-4F34-942D-EA0CD3370CF3}" type="presParOf" srcId="{E3C76F24-2DED-4B31-B1DC-65FAD3155E3B}" destId="{DFF1E8DC-D827-492D-991D-2D0197192CF2}" srcOrd="1" destOrd="0" presId="urn:microsoft.com/office/officeart/2005/8/layout/hierarchy1"/>
    <dgm:cxn modelId="{93C5C81D-CBFE-41AC-B137-F593F60275CB}" type="presParOf" srcId="{CE74CE90-D3BB-49CD-AC58-8F35D90B05CE}" destId="{B3A68832-E940-44E5-ADB7-A8615880CEC9}" srcOrd="1" destOrd="0" presId="urn:microsoft.com/office/officeart/2005/8/layout/hierarchy1"/>
    <dgm:cxn modelId="{92DADB72-FB07-40E2-A226-3FACC268FE03}" type="presParOf" srcId="{B9A05DE1-9027-41CC-8631-8A70ECAC6F29}" destId="{989A82A7-5AF8-4F72-A8B1-900C36CD7D09}" srcOrd="1" destOrd="0" presId="urn:microsoft.com/office/officeart/2005/8/layout/hierarchy1"/>
    <dgm:cxn modelId="{9806985A-6A75-42C2-A4D9-0838044B4524}" type="presParOf" srcId="{989A82A7-5AF8-4F72-A8B1-900C36CD7D09}" destId="{FD3CD83D-0AC8-420E-B0FA-6BDC04C3FACC}" srcOrd="0" destOrd="0" presId="urn:microsoft.com/office/officeart/2005/8/layout/hierarchy1"/>
    <dgm:cxn modelId="{63E4A740-36C4-44FA-B3AB-C610927F0AD7}" type="presParOf" srcId="{FD3CD83D-0AC8-420E-B0FA-6BDC04C3FACC}" destId="{E95B4952-3B74-42C1-A9C6-1B4FEE143D21}" srcOrd="0" destOrd="0" presId="urn:microsoft.com/office/officeart/2005/8/layout/hierarchy1"/>
    <dgm:cxn modelId="{F9435B68-5D3D-46EB-9912-74CDCA67EF8C}" type="presParOf" srcId="{FD3CD83D-0AC8-420E-B0FA-6BDC04C3FACC}" destId="{2FFA46EB-14CE-4A42-A9DC-A82848311B7E}" srcOrd="1" destOrd="0" presId="urn:microsoft.com/office/officeart/2005/8/layout/hierarchy1"/>
    <dgm:cxn modelId="{79AB6D75-6B3A-47B5-8B51-45338CDA2953}" type="presParOf" srcId="{989A82A7-5AF8-4F72-A8B1-900C36CD7D09}" destId="{EE3741DD-D130-48CD-8AB3-C48B19ED00BF}" srcOrd="1" destOrd="0" presId="urn:microsoft.com/office/officeart/2005/8/layout/hierarchy1"/>
    <dgm:cxn modelId="{70256A71-C517-4815-9784-83774E855DB2}" type="presParOf" srcId="{B9A05DE1-9027-41CC-8631-8A70ECAC6F29}" destId="{BC61B05C-2E99-48A5-AF2F-556EC0D6C3B6}" srcOrd="2" destOrd="0" presId="urn:microsoft.com/office/officeart/2005/8/layout/hierarchy1"/>
    <dgm:cxn modelId="{3AC05E59-12AC-419A-95BE-41D75896B06F}" type="presParOf" srcId="{BC61B05C-2E99-48A5-AF2F-556EC0D6C3B6}" destId="{7F4C5E1A-B119-435E-AF1B-E6EFA65D706D}" srcOrd="0" destOrd="0" presId="urn:microsoft.com/office/officeart/2005/8/layout/hierarchy1"/>
    <dgm:cxn modelId="{E8EFE7C4-4467-45CC-9743-B03585459BE5}" type="presParOf" srcId="{7F4C5E1A-B119-435E-AF1B-E6EFA65D706D}" destId="{97DF6789-2390-4F8D-A3A2-4BF341D5FF1C}" srcOrd="0" destOrd="0" presId="urn:microsoft.com/office/officeart/2005/8/layout/hierarchy1"/>
    <dgm:cxn modelId="{7812F7AE-6A55-4F96-A9B8-8D9922BCD3F3}" type="presParOf" srcId="{7F4C5E1A-B119-435E-AF1B-E6EFA65D706D}" destId="{0535F12B-41E9-4E75-A815-E69AA47AD4F6}" srcOrd="1" destOrd="0" presId="urn:microsoft.com/office/officeart/2005/8/layout/hierarchy1"/>
    <dgm:cxn modelId="{0C71EC7F-4185-4612-AFD7-DFE3A099F5DA}" type="presParOf" srcId="{BC61B05C-2E99-48A5-AF2F-556EC0D6C3B6}" destId="{821D6DEF-69C4-4355-8052-40D6B022AF3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23BBB7F-813A-46EF-AEBF-D7F6B657476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48D2B3D-0632-4C7F-91FD-5662D246BC70}">
      <dgm:prSet/>
      <dgm:spPr/>
      <dgm:t>
        <a:bodyPr/>
        <a:lstStyle/>
        <a:p>
          <a:pPr>
            <a:defRPr cap="all"/>
          </a:pPr>
          <a:r>
            <a:rPr lang="en-US"/>
            <a:t>Reduction in a material cost driver</a:t>
          </a:r>
        </a:p>
      </dgm:t>
    </dgm:pt>
    <dgm:pt modelId="{F3B03389-1CC5-4D36-89F4-8C7679361AAF}" type="parTrans" cxnId="{AE81280B-9E12-4DE6-A416-677EDB06B8E8}">
      <dgm:prSet/>
      <dgm:spPr/>
      <dgm:t>
        <a:bodyPr/>
        <a:lstStyle/>
        <a:p>
          <a:endParaRPr lang="en-US"/>
        </a:p>
      </dgm:t>
    </dgm:pt>
    <dgm:pt modelId="{FFB40090-0935-428D-AFF8-EDE5403326D4}" type="sibTrans" cxnId="{AE81280B-9E12-4DE6-A416-677EDB06B8E8}">
      <dgm:prSet/>
      <dgm:spPr/>
      <dgm:t>
        <a:bodyPr/>
        <a:lstStyle/>
        <a:p>
          <a:endParaRPr lang="en-US"/>
        </a:p>
      </dgm:t>
    </dgm:pt>
    <dgm:pt modelId="{D3C8B852-6C1A-4A6A-97F2-FEF5E7B97EF1}">
      <dgm:prSet/>
      <dgm:spPr/>
      <dgm:t>
        <a:bodyPr/>
        <a:lstStyle/>
        <a:p>
          <a:pPr>
            <a:defRPr cap="all"/>
          </a:pPr>
          <a:r>
            <a:rPr lang="en-US"/>
            <a:t>Improved operational reliability</a:t>
          </a:r>
        </a:p>
      </dgm:t>
    </dgm:pt>
    <dgm:pt modelId="{B39A7A7A-95ED-438F-B6C0-57493DA7A9B1}" type="parTrans" cxnId="{35E83196-EF6A-4C68-8E9E-D5FDE85AACFE}">
      <dgm:prSet/>
      <dgm:spPr/>
      <dgm:t>
        <a:bodyPr/>
        <a:lstStyle/>
        <a:p>
          <a:endParaRPr lang="en-US"/>
        </a:p>
      </dgm:t>
    </dgm:pt>
    <dgm:pt modelId="{BB8055EC-0375-4B48-83E7-4F5BA0327453}" type="sibTrans" cxnId="{35E83196-EF6A-4C68-8E9E-D5FDE85AACFE}">
      <dgm:prSet/>
      <dgm:spPr/>
      <dgm:t>
        <a:bodyPr/>
        <a:lstStyle/>
        <a:p>
          <a:endParaRPr lang="en-US"/>
        </a:p>
      </dgm:t>
    </dgm:pt>
    <dgm:pt modelId="{744005A2-9790-4484-82F4-56D328AB85A6}">
      <dgm:prSet/>
      <dgm:spPr/>
      <dgm:t>
        <a:bodyPr/>
        <a:lstStyle/>
        <a:p>
          <a:pPr>
            <a:defRPr cap="all"/>
          </a:pPr>
          <a:r>
            <a:rPr lang="en-US"/>
            <a:t>Lower exposure to climate or resource risks</a:t>
          </a:r>
        </a:p>
      </dgm:t>
    </dgm:pt>
    <dgm:pt modelId="{C1E847C6-0E71-4293-A9CC-B1318B19C0B8}" type="parTrans" cxnId="{A359EA4E-60C5-4939-80A9-F259543021A4}">
      <dgm:prSet/>
      <dgm:spPr/>
      <dgm:t>
        <a:bodyPr/>
        <a:lstStyle/>
        <a:p>
          <a:endParaRPr lang="en-US"/>
        </a:p>
      </dgm:t>
    </dgm:pt>
    <dgm:pt modelId="{1A49C800-A87D-4DE0-8F81-08C696BA6602}" type="sibTrans" cxnId="{A359EA4E-60C5-4939-80A9-F259543021A4}">
      <dgm:prSet/>
      <dgm:spPr/>
      <dgm:t>
        <a:bodyPr/>
        <a:lstStyle/>
        <a:p>
          <a:endParaRPr lang="en-US"/>
        </a:p>
      </dgm:t>
    </dgm:pt>
    <dgm:pt modelId="{EFC88650-1DA9-49C7-9CD1-0C58DFCE4465}" type="pres">
      <dgm:prSet presAssocID="{323BBB7F-813A-46EF-AEBF-D7F6B6574769}" presName="root" presStyleCnt="0">
        <dgm:presLayoutVars>
          <dgm:dir/>
          <dgm:resizeHandles val="exact"/>
        </dgm:presLayoutVars>
      </dgm:prSet>
      <dgm:spPr/>
    </dgm:pt>
    <dgm:pt modelId="{82411934-9208-49D4-BFFB-4DD3D9776431}" type="pres">
      <dgm:prSet presAssocID="{048D2B3D-0632-4C7F-91FD-5662D246BC70}" presName="compNode" presStyleCnt="0"/>
      <dgm:spPr/>
    </dgm:pt>
    <dgm:pt modelId="{DC2AE4F8-1879-49C8-98F0-5363714C3DE6}" type="pres">
      <dgm:prSet presAssocID="{048D2B3D-0632-4C7F-91FD-5662D246BC70}" presName="iconBgRect" presStyleLbl="bgShp" presStyleIdx="0" presStyleCnt="3"/>
      <dgm:spPr/>
    </dgm:pt>
    <dgm:pt modelId="{DEE861CD-DF5A-49EB-B12F-BBABDABD99C1}" type="pres">
      <dgm:prSet presAssocID="{048D2B3D-0632-4C7F-91FD-5662D246BC7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41E16AC-776E-4C19-9863-D722852E3B15}" type="pres">
      <dgm:prSet presAssocID="{048D2B3D-0632-4C7F-91FD-5662D246BC70}" presName="spaceRect" presStyleCnt="0"/>
      <dgm:spPr/>
    </dgm:pt>
    <dgm:pt modelId="{EB1BCA7A-75BE-4F23-9DB1-08DE96BC89C7}" type="pres">
      <dgm:prSet presAssocID="{048D2B3D-0632-4C7F-91FD-5662D246BC70}" presName="textRect" presStyleLbl="revTx" presStyleIdx="0" presStyleCnt="3">
        <dgm:presLayoutVars>
          <dgm:chMax val="1"/>
          <dgm:chPref val="1"/>
        </dgm:presLayoutVars>
      </dgm:prSet>
      <dgm:spPr/>
    </dgm:pt>
    <dgm:pt modelId="{B6E94DEF-D3D7-47D1-BC5A-531D9331F61C}" type="pres">
      <dgm:prSet presAssocID="{FFB40090-0935-428D-AFF8-EDE5403326D4}" presName="sibTrans" presStyleCnt="0"/>
      <dgm:spPr/>
    </dgm:pt>
    <dgm:pt modelId="{C85C1732-346A-4D3E-BD09-22B84755F431}" type="pres">
      <dgm:prSet presAssocID="{D3C8B852-6C1A-4A6A-97F2-FEF5E7B97EF1}" presName="compNode" presStyleCnt="0"/>
      <dgm:spPr/>
    </dgm:pt>
    <dgm:pt modelId="{4FDBB906-03DA-493D-AF27-07576DF39877}" type="pres">
      <dgm:prSet presAssocID="{D3C8B852-6C1A-4A6A-97F2-FEF5E7B97EF1}" presName="iconBgRect" presStyleLbl="bgShp" presStyleIdx="1" presStyleCnt="3"/>
      <dgm:spPr/>
    </dgm:pt>
    <dgm:pt modelId="{3300B735-0029-471B-8E1E-BED8784B426D}" type="pres">
      <dgm:prSet presAssocID="{D3C8B852-6C1A-4A6A-97F2-FEF5E7B97EF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41D54A6-4B68-4E19-A981-201CD9BF6EAB}" type="pres">
      <dgm:prSet presAssocID="{D3C8B852-6C1A-4A6A-97F2-FEF5E7B97EF1}" presName="spaceRect" presStyleCnt="0"/>
      <dgm:spPr/>
    </dgm:pt>
    <dgm:pt modelId="{A168D30C-57BD-4DEB-8044-D2BEE22640EA}" type="pres">
      <dgm:prSet presAssocID="{D3C8B852-6C1A-4A6A-97F2-FEF5E7B97EF1}" presName="textRect" presStyleLbl="revTx" presStyleIdx="1" presStyleCnt="3">
        <dgm:presLayoutVars>
          <dgm:chMax val="1"/>
          <dgm:chPref val="1"/>
        </dgm:presLayoutVars>
      </dgm:prSet>
      <dgm:spPr/>
    </dgm:pt>
    <dgm:pt modelId="{B6A5DB5E-0CD1-465F-A841-208D260AAF9D}" type="pres">
      <dgm:prSet presAssocID="{BB8055EC-0375-4B48-83E7-4F5BA0327453}" presName="sibTrans" presStyleCnt="0"/>
      <dgm:spPr/>
    </dgm:pt>
    <dgm:pt modelId="{8BA4125D-93B5-4BAA-9FEA-AD4E75D5B0E8}" type="pres">
      <dgm:prSet presAssocID="{744005A2-9790-4484-82F4-56D328AB85A6}" presName="compNode" presStyleCnt="0"/>
      <dgm:spPr/>
    </dgm:pt>
    <dgm:pt modelId="{CA01F3D9-752E-441A-BBCD-721A3FEF055C}" type="pres">
      <dgm:prSet presAssocID="{744005A2-9790-4484-82F4-56D328AB85A6}" presName="iconBgRect" presStyleLbl="bgShp" presStyleIdx="2" presStyleCnt="3"/>
      <dgm:spPr/>
    </dgm:pt>
    <dgm:pt modelId="{9AF4BDDB-9479-4D3C-A5C8-1E6F3FE053A4}" type="pres">
      <dgm:prSet presAssocID="{744005A2-9790-4484-82F4-56D328AB85A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2B36D1A1-3A45-4BB0-BF06-7C4078EDEF57}" type="pres">
      <dgm:prSet presAssocID="{744005A2-9790-4484-82F4-56D328AB85A6}" presName="spaceRect" presStyleCnt="0"/>
      <dgm:spPr/>
    </dgm:pt>
    <dgm:pt modelId="{CF8A9953-1B5B-4D15-87EA-E70D12F41933}" type="pres">
      <dgm:prSet presAssocID="{744005A2-9790-4484-82F4-56D328AB85A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E81280B-9E12-4DE6-A416-677EDB06B8E8}" srcId="{323BBB7F-813A-46EF-AEBF-D7F6B6574769}" destId="{048D2B3D-0632-4C7F-91FD-5662D246BC70}" srcOrd="0" destOrd="0" parTransId="{F3B03389-1CC5-4D36-89F4-8C7679361AAF}" sibTransId="{FFB40090-0935-428D-AFF8-EDE5403326D4}"/>
    <dgm:cxn modelId="{D549BB23-A8E8-48F4-911D-6C780E33CE59}" type="presOf" srcId="{323BBB7F-813A-46EF-AEBF-D7F6B6574769}" destId="{EFC88650-1DA9-49C7-9CD1-0C58DFCE4465}" srcOrd="0" destOrd="0" presId="urn:microsoft.com/office/officeart/2018/5/layout/IconCircleLabelList"/>
    <dgm:cxn modelId="{FB2AE044-3D66-46B3-959D-377DB8D86B99}" type="presOf" srcId="{744005A2-9790-4484-82F4-56D328AB85A6}" destId="{CF8A9953-1B5B-4D15-87EA-E70D12F41933}" srcOrd="0" destOrd="0" presId="urn:microsoft.com/office/officeart/2018/5/layout/IconCircleLabelList"/>
    <dgm:cxn modelId="{A359EA4E-60C5-4939-80A9-F259543021A4}" srcId="{323BBB7F-813A-46EF-AEBF-D7F6B6574769}" destId="{744005A2-9790-4484-82F4-56D328AB85A6}" srcOrd="2" destOrd="0" parTransId="{C1E847C6-0E71-4293-A9CC-B1318B19C0B8}" sibTransId="{1A49C800-A87D-4DE0-8F81-08C696BA6602}"/>
    <dgm:cxn modelId="{5EE49B7D-2527-4470-9AEF-FE4BE2934C83}" type="presOf" srcId="{048D2B3D-0632-4C7F-91FD-5662D246BC70}" destId="{EB1BCA7A-75BE-4F23-9DB1-08DE96BC89C7}" srcOrd="0" destOrd="0" presId="urn:microsoft.com/office/officeart/2018/5/layout/IconCircleLabelList"/>
    <dgm:cxn modelId="{35E83196-EF6A-4C68-8E9E-D5FDE85AACFE}" srcId="{323BBB7F-813A-46EF-AEBF-D7F6B6574769}" destId="{D3C8B852-6C1A-4A6A-97F2-FEF5E7B97EF1}" srcOrd="1" destOrd="0" parTransId="{B39A7A7A-95ED-438F-B6C0-57493DA7A9B1}" sibTransId="{BB8055EC-0375-4B48-83E7-4F5BA0327453}"/>
    <dgm:cxn modelId="{0E98D7CD-8791-4674-B85B-6115D5E7E931}" type="presOf" srcId="{D3C8B852-6C1A-4A6A-97F2-FEF5E7B97EF1}" destId="{A168D30C-57BD-4DEB-8044-D2BEE22640EA}" srcOrd="0" destOrd="0" presId="urn:microsoft.com/office/officeart/2018/5/layout/IconCircleLabelList"/>
    <dgm:cxn modelId="{20CB1BC3-1EE1-48E0-84C5-085C7FD1FAB6}" type="presParOf" srcId="{EFC88650-1DA9-49C7-9CD1-0C58DFCE4465}" destId="{82411934-9208-49D4-BFFB-4DD3D9776431}" srcOrd="0" destOrd="0" presId="urn:microsoft.com/office/officeart/2018/5/layout/IconCircleLabelList"/>
    <dgm:cxn modelId="{CC48DE05-B65E-4761-BD47-83AED6951B86}" type="presParOf" srcId="{82411934-9208-49D4-BFFB-4DD3D9776431}" destId="{DC2AE4F8-1879-49C8-98F0-5363714C3DE6}" srcOrd="0" destOrd="0" presId="urn:microsoft.com/office/officeart/2018/5/layout/IconCircleLabelList"/>
    <dgm:cxn modelId="{8FE79B7E-257C-47C4-AA56-EFD173CCF3A9}" type="presParOf" srcId="{82411934-9208-49D4-BFFB-4DD3D9776431}" destId="{DEE861CD-DF5A-49EB-B12F-BBABDABD99C1}" srcOrd="1" destOrd="0" presId="urn:microsoft.com/office/officeart/2018/5/layout/IconCircleLabelList"/>
    <dgm:cxn modelId="{1377F675-9F69-4633-A16D-2077DFB2D9D3}" type="presParOf" srcId="{82411934-9208-49D4-BFFB-4DD3D9776431}" destId="{241E16AC-776E-4C19-9863-D722852E3B15}" srcOrd="2" destOrd="0" presId="urn:microsoft.com/office/officeart/2018/5/layout/IconCircleLabelList"/>
    <dgm:cxn modelId="{F2FE4184-D12B-424D-A678-5A0441DDE342}" type="presParOf" srcId="{82411934-9208-49D4-BFFB-4DD3D9776431}" destId="{EB1BCA7A-75BE-4F23-9DB1-08DE96BC89C7}" srcOrd="3" destOrd="0" presId="urn:microsoft.com/office/officeart/2018/5/layout/IconCircleLabelList"/>
    <dgm:cxn modelId="{3F3C11D6-4124-463D-B40C-371CB3974439}" type="presParOf" srcId="{EFC88650-1DA9-49C7-9CD1-0C58DFCE4465}" destId="{B6E94DEF-D3D7-47D1-BC5A-531D9331F61C}" srcOrd="1" destOrd="0" presId="urn:microsoft.com/office/officeart/2018/5/layout/IconCircleLabelList"/>
    <dgm:cxn modelId="{72DC800B-6CBA-419D-BE65-CA545AC3774A}" type="presParOf" srcId="{EFC88650-1DA9-49C7-9CD1-0C58DFCE4465}" destId="{C85C1732-346A-4D3E-BD09-22B84755F431}" srcOrd="2" destOrd="0" presId="urn:microsoft.com/office/officeart/2018/5/layout/IconCircleLabelList"/>
    <dgm:cxn modelId="{0EE1D567-E9AA-4D3F-A591-98A2FB021B81}" type="presParOf" srcId="{C85C1732-346A-4D3E-BD09-22B84755F431}" destId="{4FDBB906-03DA-493D-AF27-07576DF39877}" srcOrd="0" destOrd="0" presId="urn:microsoft.com/office/officeart/2018/5/layout/IconCircleLabelList"/>
    <dgm:cxn modelId="{7C4BC6FA-F65B-49C9-B02A-AD4A4B608A6C}" type="presParOf" srcId="{C85C1732-346A-4D3E-BD09-22B84755F431}" destId="{3300B735-0029-471B-8E1E-BED8784B426D}" srcOrd="1" destOrd="0" presId="urn:microsoft.com/office/officeart/2018/5/layout/IconCircleLabelList"/>
    <dgm:cxn modelId="{50A9A29C-1649-441B-9B20-AB89D1230A29}" type="presParOf" srcId="{C85C1732-346A-4D3E-BD09-22B84755F431}" destId="{541D54A6-4B68-4E19-A981-201CD9BF6EAB}" srcOrd="2" destOrd="0" presId="urn:microsoft.com/office/officeart/2018/5/layout/IconCircleLabelList"/>
    <dgm:cxn modelId="{65B684F5-83AF-4984-BFED-92E31A8CA952}" type="presParOf" srcId="{C85C1732-346A-4D3E-BD09-22B84755F431}" destId="{A168D30C-57BD-4DEB-8044-D2BEE22640EA}" srcOrd="3" destOrd="0" presId="urn:microsoft.com/office/officeart/2018/5/layout/IconCircleLabelList"/>
    <dgm:cxn modelId="{C68B50D2-B2B0-4AB4-B198-9659E51DE746}" type="presParOf" srcId="{EFC88650-1DA9-49C7-9CD1-0C58DFCE4465}" destId="{B6A5DB5E-0CD1-465F-A841-208D260AAF9D}" srcOrd="3" destOrd="0" presId="urn:microsoft.com/office/officeart/2018/5/layout/IconCircleLabelList"/>
    <dgm:cxn modelId="{35E0DF2E-78F2-4B2C-AB5F-2ABC97D26E58}" type="presParOf" srcId="{EFC88650-1DA9-49C7-9CD1-0C58DFCE4465}" destId="{8BA4125D-93B5-4BAA-9FEA-AD4E75D5B0E8}" srcOrd="4" destOrd="0" presId="urn:microsoft.com/office/officeart/2018/5/layout/IconCircleLabelList"/>
    <dgm:cxn modelId="{A6C83F9B-8036-46DB-8EA0-864978B479B4}" type="presParOf" srcId="{8BA4125D-93B5-4BAA-9FEA-AD4E75D5B0E8}" destId="{CA01F3D9-752E-441A-BBCD-721A3FEF055C}" srcOrd="0" destOrd="0" presId="urn:microsoft.com/office/officeart/2018/5/layout/IconCircleLabelList"/>
    <dgm:cxn modelId="{C21B82AD-B7C3-4BB2-B5A7-AED8B0EB5445}" type="presParOf" srcId="{8BA4125D-93B5-4BAA-9FEA-AD4E75D5B0E8}" destId="{9AF4BDDB-9479-4D3C-A5C8-1E6F3FE053A4}" srcOrd="1" destOrd="0" presId="urn:microsoft.com/office/officeart/2018/5/layout/IconCircleLabelList"/>
    <dgm:cxn modelId="{96CE07DD-EB28-4EB5-B623-2D7D433D68CC}" type="presParOf" srcId="{8BA4125D-93B5-4BAA-9FEA-AD4E75D5B0E8}" destId="{2B36D1A1-3A45-4BB0-BF06-7C4078EDEF57}" srcOrd="2" destOrd="0" presId="urn:microsoft.com/office/officeart/2018/5/layout/IconCircleLabelList"/>
    <dgm:cxn modelId="{9441F86F-E790-467F-95C7-D29993D520FD}" type="presParOf" srcId="{8BA4125D-93B5-4BAA-9FEA-AD4E75D5B0E8}" destId="{CF8A9953-1B5B-4D15-87EA-E70D12F4193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70FAD7E-43D2-4D60-A2BD-A9E6074AEB9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A771052-8678-461F-854A-F2BD61A1A3C1}">
      <dgm:prSet/>
      <dgm:spPr/>
      <dgm:t>
        <a:bodyPr/>
        <a:lstStyle/>
        <a:p>
          <a:r>
            <a:rPr lang="en-US"/>
            <a:t>MDBs require quantified co-benefits for nexus projects</a:t>
          </a:r>
        </a:p>
      </dgm:t>
    </dgm:pt>
    <dgm:pt modelId="{73BA0144-4DB1-4085-AAF1-DDA152D7480A}" type="parTrans" cxnId="{A19736FD-7D44-4B46-B48F-9C6C577686C8}">
      <dgm:prSet/>
      <dgm:spPr/>
      <dgm:t>
        <a:bodyPr/>
        <a:lstStyle/>
        <a:p>
          <a:endParaRPr lang="en-US"/>
        </a:p>
      </dgm:t>
    </dgm:pt>
    <dgm:pt modelId="{A316C026-793F-4609-92BC-6CD4F7D3DF7F}" type="sibTrans" cxnId="{A19736FD-7D44-4B46-B48F-9C6C577686C8}">
      <dgm:prSet/>
      <dgm:spPr/>
      <dgm:t>
        <a:bodyPr/>
        <a:lstStyle/>
        <a:p>
          <a:endParaRPr lang="en-US"/>
        </a:p>
      </dgm:t>
    </dgm:pt>
    <dgm:pt modelId="{331F7B27-C4B4-41E2-8EF7-CB5E74F2A021}">
      <dgm:prSet/>
      <dgm:spPr/>
      <dgm:t>
        <a:bodyPr/>
        <a:lstStyle/>
        <a:p>
          <a:r>
            <a:rPr lang="en-US"/>
            <a:t>Climate funds assess resilience and mitigation impact</a:t>
          </a:r>
        </a:p>
      </dgm:t>
    </dgm:pt>
    <dgm:pt modelId="{F70314DA-FAD5-4EF7-9842-E6B4FA4CC3C2}" type="parTrans" cxnId="{9BC7D0E1-0BAA-4464-B28E-FFB47C1AA7F5}">
      <dgm:prSet/>
      <dgm:spPr/>
      <dgm:t>
        <a:bodyPr/>
        <a:lstStyle/>
        <a:p>
          <a:endParaRPr lang="en-US"/>
        </a:p>
      </dgm:t>
    </dgm:pt>
    <dgm:pt modelId="{A3A09DE4-86F3-4C68-9AD8-FD6324DB0D7C}" type="sibTrans" cxnId="{9BC7D0E1-0BAA-4464-B28E-FFB47C1AA7F5}">
      <dgm:prSet/>
      <dgm:spPr/>
      <dgm:t>
        <a:bodyPr/>
        <a:lstStyle/>
        <a:p>
          <a:endParaRPr lang="en-US"/>
        </a:p>
      </dgm:t>
    </dgm:pt>
    <dgm:pt modelId="{4911DB76-6334-43CD-BF4C-296041DD0030}">
      <dgm:prSet/>
      <dgm:spPr/>
      <dgm:t>
        <a:bodyPr/>
        <a:lstStyle/>
        <a:p>
          <a:r>
            <a:rPr lang="en-US"/>
            <a:t>Private lenders focus on cashflow and risk mitigation</a:t>
          </a:r>
        </a:p>
      </dgm:t>
    </dgm:pt>
    <dgm:pt modelId="{53B0C24B-5BB5-421B-B3AF-52DE2C1E5B2B}" type="parTrans" cxnId="{CD5C3BD4-818E-4F3E-ABCE-129A5447CA99}">
      <dgm:prSet/>
      <dgm:spPr/>
      <dgm:t>
        <a:bodyPr/>
        <a:lstStyle/>
        <a:p>
          <a:endParaRPr lang="en-US"/>
        </a:p>
      </dgm:t>
    </dgm:pt>
    <dgm:pt modelId="{FC7EF70D-7590-4DBD-8CDC-F723E4985961}" type="sibTrans" cxnId="{CD5C3BD4-818E-4F3E-ABCE-129A5447CA99}">
      <dgm:prSet/>
      <dgm:spPr/>
      <dgm:t>
        <a:bodyPr/>
        <a:lstStyle/>
        <a:p>
          <a:endParaRPr lang="en-US"/>
        </a:p>
      </dgm:t>
    </dgm:pt>
    <dgm:pt modelId="{CCF3DDA5-3368-4DB1-B362-505D8EC1A0FD}" type="pres">
      <dgm:prSet presAssocID="{B70FAD7E-43D2-4D60-A2BD-A9E6074AEB9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DE091C7-2EB9-4012-A9A8-8430C20A6557}" type="pres">
      <dgm:prSet presAssocID="{FA771052-8678-461F-854A-F2BD61A1A3C1}" presName="hierRoot1" presStyleCnt="0"/>
      <dgm:spPr/>
    </dgm:pt>
    <dgm:pt modelId="{5ABB04C8-87DF-4DFD-84F0-2D0A6E11EACE}" type="pres">
      <dgm:prSet presAssocID="{FA771052-8678-461F-854A-F2BD61A1A3C1}" presName="composite" presStyleCnt="0"/>
      <dgm:spPr/>
    </dgm:pt>
    <dgm:pt modelId="{FEEAC395-2AC2-4818-883F-EB2D9E27A1CD}" type="pres">
      <dgm:prSet presAssocID="{FA771052-8678-461F-854A-F2BD61A1A3C1}" presName="background" presStyleLbl="node0" presStyleIdx="0" presStyleCnt="3"/>
      <dgm:spPr/>
    </dgm:pt>
    <dgm:pt modelId="{8DBB2990-209C-46BA-9D1C-1A45F6A2F691}" type="pres">
      <dgm:prSet presAssocID="{FA771052-8678-461F-854A-F2BD61A1A3C1}" presName="text" presStyleLbl="fgAcc0" presStyleIdx="0" presStyleCnt="3">
        <dgm:presLayoutVars>
          <dgm:chPref val="3"/>
        </dgm:presLayoutVars>
      </dgm:prSet>
      <dgm:spPr/>
    </dgm:pt>
    <dgm:pt modelId="{DCF1806A-2785-4A81-89B3-00ACBD80BCA7}" type="pres">
      <dgm:prSet presAssocID="{FA771052-8678-461F-854A-F2BD61A1A3C1}" presName="hierChild2" presStyleCnt="0"/>
      <dgm:spPr/>
    </dgm:pt>
    <dgm:pt modelId="{A6020B1D-419B-47C7-8380-C33D9D212642}" type="pres">
      <dgm:prSet presAssocID="{331F7B27-C4B4-41E2-8EF7-CB5E74F2A021}" presName="hierRoot1" presStyleCnt="0"/>
      <dgm:spPr/>
    </dgm:pt>
    <dgm:pt modelId="{16469854-963B-419A-BDD0-AA240DC051C5}" type="pres">
      <dgm:prSet presAssocID="{331F7B27-C4B4-41E2-8EF7-CB5E74F2A021}" presName="composite" presStyleCnt="0"/>
      <dgm:spPr/>
    </dgm:pt>
    <dgm:pt modelId="{AD45DFC8-EC11-4F2E-8C35-4442AC828F64}" type="pres">
      <dgm:prSet presAssocID="{331F7B27-C4B4-41E2-8EF7-CB5E74F2A021}" presName="background" presStyleLbl="node0" presStyleIdx="1" presStyleCnt="3"/>
      <dgm:spPr/>
    </dgm:pt>
    <dgm:pt modelId="{60EF5AD1-35F8-410F-AB6E-0746341EB82C}" type="pres">
      <dgm:prSet presAssocID="{331F7B27-C4B4-41E2-8EF7-CB5E74F2A021}" presName="text" presStyleLbl="fgAcc0" presStyleIdx="1" presStyleCnt="3">
        <dgm:presLayoutVars>
          <dgm:chPref val="3"/>
        </dgm:presLayoutVars>
      </dgm:prSet>
      <dgm:spPr/>
    </dgm:pt>
    <dgm:pt modelId="{522D945B-F018-40AF-85C0-6FFF26DD9437}" type="pres">
      <dgm:prSet presAssocID="{331F7B27-C4B4-41E2-8EF7-CB5E74F2A021}" presName="hierChild2" presStyleCnt="0"/>
      <dgm:spPr/>
    </dgm:pt>
    <dgm:pt modelId="{F56499CB-8255-4954-8408-D403196F677F}" type="pres">
      <dgm:prSet presAssocID="{4911DB76-6334-43CD-BF4C-296041DD0030}" presName="hierRoot1" presStyleCnt="0"/>
      <dgm:spPr/>
    </dgm:pt>
    <dgm:pt modelId="{630AF87F-6B1E-4AB4-AE81-D930A496EE9D}" type="pres">
      <dgm:prSet presAssocID="{4911DB76-6334-43CD-BF4C-296041DD0030}" presName="composite" presStyleCnt="0"/>
      <dgm:spPr/>
    </dgm:pt>
    <dgm:pt modelId="{5B176D9E-3944-4EE5-A7C4-CF77311E8C98}" type="pres">
      <dgm:prSet presAssocID="{4911DB76-6334-43CD-BF4C-296041DD0030}" presName="background" presStyleLbl="node0" presStyleIdx="2" presStyleCnt="3"/>
      <dgm:spPr/>
    </dgm:pt>
    <dgm:pt modelId="{A0F20313-686E-457C-A175-B5E8999A2033}" type="pres">
      <dgm:prSet presAssocID="{4911DB76-6334-43CD-BF4C-296041DD0030}" presName="text" presStyleLbl="fgAcc0" presStyleIdx="2" presStyleCnt="3">
        <dgm:presLayoutVars>
          <dgm:chPref val="3"/>
        </dgm:presLayoutVars>
      </dgm:prSet>
      <dgm:spPr/>
    </dgm:pt>
    <dgm:pt modelId="{1943FE7D-DD6B-4080-A900-500DB2B7706E}" type="pres">
      <dgm:prSet presAssocID="{4911DB76-6334-43CD-BF4C-296041DD0030}" presName="hierChild2" presStyleCnt="0"/>
      <dgm:spPr/>
    </dgm:pt>
  </dgm:ptLst>
  <dgm:cxnLst>
    <dgm:cxn modelId="{934E3331-4C9E-486F-B65D-E4A528A671BB}" type="presOf" srcId="{331F7B27-C4B4-41E2-8EF7-CB5E74F2A021}" destId="{60EF5AD1-35F8-410F-AB6E-0746341EB82C}" srcOrd="0" destOrd="0" presId="urn:microsoft.com/office/officeart/2005/8/layout/hierarchy1"/>
    <dgm:cxn modelId="{69B4843F-C51D-4C55-8126-64CBF28C814D}" type="presOf" srcId="{4911DB76-6334-43CD-BF4C-296041DD0030}" destId="{A0F20313-686E-457C-A175-B5E8999A2033}" srcOrd="0" destOrd="0" presId="urn:microsoft.com/office/officeart/2005/8/layout/hierarchy1"/>
    <dgm:cxn modelId="{B595116B-5B51-45BD-804C-E269DDEA8E66}" type="presOf" srcId="{FA771052-8678-461F-854A-F2BD61A1A3C1}" destId="{8DBB2990-209C-46BA-9D1C-1A45F6A2F691}" srcOrd="0" destOrd="0" presId="urn:microsoft.com/office/officeart/2005/8/layout/hierarchy1"/>
    <dgm:cxn modelId="{CD5C3BD4-818E-4F3E-ABCE-129A5447CA99}" srcId="{B70FAD7E-43D2-4D60-A2BD-A9E6074AEB96}" destId="{4911DB76-6334-43CD-BF4C-296041DD0030}" srcOrd="2" destOrd="0" parTransId="{53B0C24B-5BB5-421B-B3AF-52DE2C1E5B2B}" sibTransId="{FC7EF70D-7590-4DBD-8CDC-F723E4985961}"/>
    <dgm:cxn modelId="{057C9AE1-7A30-461C-B037-259E80E46FEC}" type="presOf" srcId="{B70FAD7E-43D2-4D60-A2BD-A9E6074AEB96}" destId="{CCF3DDA5-3368-4DB1-B362-505D8EC1A0FD}" srcOrd="0" destOrd="0" presId="urn:microsoft.com/office/officeart/2005/8/layout/hierarchy1"/>
    <dgm:cxn modelId="{9BC7D0E1-0BAA-4464-B28E-FFB47C1AA7F5}" srcId="{B70FAD7E-43D2-4D60-A2BD-A9E6074AEB96}" destId="{331F7B27-C4B4-41E2-8EF7-CB5E74F2A021}" srcOrd="1" destOrd="0" parTransId="{F70314DA-FAD5-4EF7-9842-E6B4FA4CC3C2}" sibTransId="{A3A09DE4-86F3-4C68-9AD8-FD6324DB0D7C}"/>
    <dgm:cxn modelId="{A19736FD-7D44-4B46-B48F-9C6C577686C8}" srcId="{B70FAD7E-43D2-4D60-A2BD-A9E6074AEB96}" destId="{FA771052-8678-461F-854A-F2BD61A1A3C1}" srcOrd="0" destOrd="0" parTransId="{73BA0144-4DB1-4085-AAF1-DDA152D7480A}" sibTransId="{A316C026-793F-4609-92BC-6CD4F7D3DF7F}"/>
    <dgm:cxn modelId="{92F08EB9-84DC-461B-B4C8-4C4450AD1AC9}" type="presParOf" srcId="{CCF3DDA5-3368-4DB1-B362-505D8EC1A0FD}" destId="{9DE091C7-2EB9-4012-A9A8-8430C20A6557}" srcOrd="0" destOrd="0" presId="urn:microsoft.com/office/officeart/2005/8/layout/hierarchy1"/>
    <dgm:cxn modelId="{8ABE4855-08A3-426F-83E6-EF4768B9BC60}" type="presParOf" srcId="{9DE091C7-2EB9-4012-A9A8-8430C20A6557}" destId="{5ABB04C8-87DF-4DFD-84F0-2D0A6E11EACE}" srcOrd="0" destOrd="0" presId="urn:microsoft.com/office/officeart/2005/8/layout/hierarchy1"/>
    <dgm:cxn modelId="{6A221758-6C89-445F-A8CC-233E30CDD91B}" type="presParOf" srcId="{5ABB04C8-87DF-4DFD-84F0-2D0A6E11EACE}" destId="{FEEAC395-2AC2-4818-883F-EB2D9E27A1CD}" srcOrd="0" destOrd="0" presId="urn:microsoft.com/office/officeart/2005/8/layout/hierarchy1"/>
    <dgm:cxn modelId="{9F17D065-B70B-4286-A7DF-244F5CE888E5}" type="presParOf" srcId="{5ABB04C8-87DF-4DFD-84F0-2D0A6E11EACE}" destId="{8DBB2990-209C-46BA-9D1C-1A45F6A2F691}" srcOrd="1" destOrd="0" presId="urn:microsoft.com/office/officeart/2005/8/layout/hierarchy1"/>
    <dgm:cxn modelId="{41878A21-89B7-467A-9263-A4EECCCE6FCD}" type="presParOf" srcId="{9DE091C7-2EB9-4012-A9A8-8430C20A6557}" destId="{DCF1806A-2785-4A81-89B3-00ACBD80BCA7}" srcOrd="1" destOrd="0" presId="urn:microsoft.com/office/officeart/2005/8/layout/hierarchy1"/>
    <dgm:cxn modelId="{6C15D751-CC9C-4E64-B10F-ABFD68E364F2}" type="presParOf" srcId="{CCF3DDA5-3368-4DB1-B362-505D8EC1A0FD}" destId="{A6020B1D-419B-47C7-8380-C33D9D212642}" srcOrd="1" destOrd="0" presId="urn:microsoft.com/office/officeart/2005/8/layout/hierarchy1"/>
    <dgm:cxn modelId="{D1B70FEA-0EA8-47CA-A65C-E85B87D9476A}" type="presParOf" srcId="{A6020B1D-419B-47C7-8380-C33D9D212642}" destId="{16469854-963B-419A-BDD0-AA240DC051C5}" srcOrd="0" destOrd="0" presId="urn:microsoft.com/office/officeart/2005/8/layout/hierarchy1"/>
    <dgm:cxn modelId="{B7DD2E2B-C4EC-45D8-99DC-E12F10F1527A}" type="presParOf" srcId="{16469854-963B-419A-BDD0-AA240DC051C5}" destId="{AD45DFC8-EC11-4F2E-8C35-4442AC828F64}" srcOrd="0" destOrd="0" presId="urn:microsoft.com/office/officeart/2005/8/layout/hierarchy1"/>
    <dgm:cxn modelId="{D3869CE5-55CC-428F-AA1E-33BAF8DA1855}" type="presParOf" srcId="{16469854-963B-419A-BDD0-AA240DC051C5}" destId="{60EF5AD1-35F8-410F-AB6E-0746341EB82C}" srcOrd="1" destOrd="0" presId="urn:microsoft.com/office/officeart/2005/8/layout/hierarchy1"/>
    <dgm:cxn modelId="{29F15EB1-10F6-43FD-850E-A6A8A59456D2}" type="presParOf" srcId="{A6020B1D-419B-47C7-8380-C33D9D212642}" destId="{522D945B-F018-40AF-85C0-6FFF26DD9437}" srcOrd="1" destOrd="0" presId="urn:microsoft.com/office/officeart/2005/8/layout/hierarchy1"/>
    <dgm:cxn modelId="{E24E8683-9E79-4F0E-993F-E27CA36E7F04}" type="presParOf" srcId="{CCF3DDA5-3368-4DB1-B362-505D8EC1A0FD}" destId="{F56499CB-8255-4954-8408-D403196F677F}" srcOrd="2" destOrd="0" presId="urn:microsoft.com/office/officeart/2005/8/layout/hierarchy1"/>
    <dgm:cxn modelId="{B74DBA31-C004-4DF3-BB62-6E8F2986D9AF}" type="presParOf" srcId="{F56499CB-8255-4954-8408-D403196F677F}" destId="{630AF87F-6B1E-4AB4-AE81-D930A496EE9D}" srcOrd="0" destOrd="0" presId="urn:microsoft.com/office/officeart/2005/8/layout/hierarchy1"/>
    <dgm:cxn modelId="{EEE6981C-3983-40BE-B1DE-370D3B3291AA}" type="presParOf" srcId="{630AF87F-6B1E-4AB4-AE81-D930A496EE9D}" destId="{5B176D9E-3944-4EE5-A7C4-CF77311E8C98}" srcOrd="0" destOrd="0" presId="urn:microsoft.com/office/officeart/2005/8/layout/hierarchy1"/>
    <dgm:cxn modelId="{507E69F2-DFEC-4370-9384-B8E320EB3247}" type="presParOf" srcId="{630AF87F-6B1E-4AB4-AE81-D930A496EE9D}" destId="{A0F20313-686E-457C-A175-B5E8999A2033}" srcOrd="1" destOrd="0" presId="urn:microsoft.com/office/officeart/2005/8/layout/hierarchy1"/>
    <dgm:cxn modelId="{D671A66D-298A-4264-9B1D-28EDCB0312CD}" type="presParOf" srcId="{F56499CB-8255-4954-8408-D403196F677F}" destId="{1943FE7D-DD6B-4080-A900-500DB2B7706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175388D-8FDE-4B6C-8427-2E9DAA0DE0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C51ECF6-AA4D-44AF-A390-36536658D1D9}">
      <dgm:prSet/>
      <dgm:spPr/>
      <dgm:t>
        <a:bodyPr/>
        <a:lstStyle/>
        <a:p>
          <a:r>
            <a:rPr lang="en-US"/>
            <a:t>At least one concrete integration measure</a:t>
          </a:r>
        </a:p>
      </dgm:t>
    </dgm:pt>
    <dgm:pt modelId="{5A2C6B30-DC90-432B-8F52-A9E3EE428FF6}" type="parTrans" cxnId="{AF15D5DF-2BFB-4296-8E2D-630671209116}">
      <dgm:prSet/>
      <dgm:spPr/>
      <dgm:t>
        <a:bodyPr/>
        <a:lstStyle/>
        <a:p>
          <a:endParaRPr lang="en-US"/>
        </a:p>
      </dgm:t>
    </dgm:pt>
    <dgm:pt modelId="{F48F5993-C7AD-4199-B4D9-A063FC082131}" type="sibTrans" cxnId="{AF15D5DF-2BFB-4296-8E2D-630671209116}">
      <dgm:prSet/>
      <dgm:spPr/>
      <dgm:t>
        <a:bodyPr/>
        <a:lstStyle/>
        <a:p>
          <a:endParaRPr lang="en-US"/>
        </a:p>
      </dgm:t>
    </dgm:pt>
    <dgm:pt modelId="{47293B08-2E7F-445A-BB74-6B9076C25D29}">
      <dgm:prSet/>
      <dgm:spPr/>
      <dgm:t>
        <a:bodyPr/>
        <a:lstStyle/>
        <a:p>
          <a:r>
            <a:rPr lang="en-US"/>
            <a:t>Cost reduction or reliability improvement</a:t>
          </a:r>
        </a:p>
      </dgm:t>
    </dgm:pt>
    <dgm:pt modelId="{E96DD595-9F6F-425F-A585-69F9B1F52302}" type="parTrans" cxnId="{61E8188A-3FEF-4CA6-94D9-9942E3B6CC13}">
      <dgm:prSet/>
      <dgm:spPr/>
      <dgm:t>
        <a:bodyPr/>
        <a:lstStyle/>
        <a:p>
          <a:endParaRPr lang="en-US"/>
        </a:p>
      </dgm:t>
    </dgm:pt>
    <dgm:pt modelId="{621E02B6-5417-4E4B-8C2D-0B321EEF69CC}" type="sibTrans" cxnId="{61E8188A-3FEF-4CA6-94D9-9942E3B6CC13}">
      <dgm:prSet/>
      <dgm:spPr/>
      <dgm:t>
        <a:bodyPr/>
        <a:lstStyle/>
        <a:p>
          <a:endParaRPr lang="en-US"/>
        </a:p>
      </dgm:t>
    </dgm:pt>
    <dgm:pt modelId="{7810D0C3-A966-4CE2-96E7-1872EA140398}">
      <dgm:prSet/>
      <dgm:spPr/>
      <dgm:t>
        <a:bodyPr/>
        <a:lstStyle/>
        <a:p>
          <a:r>
            <a:rPr lang="en-US"/>
            <a:t>Risk reduction + measurable co-benefit</a:t>
          </a:r>
        </a:p>
      </dgm:t>
    </dgm:pt>
    <dgm:pt modelId="{57A28A30-1E65-425C-9EFF-2358F4AD39DD}" type="parTrans" cxnId="{D3EC2AF4-4ECE-4A06-A520-3A2DBEC75F66}">
      <dgm:prSet/>
      <dgm:spPr/>
      <dgm:t>
        <a:bodyPr/>
        <a:lstStyle/>
        <a:p>
          <a:endParaRPr lang="en-US"/>
        </a:p>
      </dgm:t>
    </dgm:pt>
    <dgm:pt modelId="{AD16AC68-BDC7-46B7-BD1F-D3B067912A13}" type="sibTrans" cxnId="{D3EC2AF4-4ECE-4A06-A520-3A2DBEC75F66}">
      <dgm:prSet/>
      <dgm:spPr/>
      <dgm:t>
        <a:bodyPr/>
        <a:lstStyle/>
        <a:p>
          <a:endParaRPr lang="en-US"/>
        </a:p>
      </dgm:t>
    </dgm:pt>
    <dgm:pt modelId="{B1AA2C74-D0D8-45F7-9C97-44582D22D355}" type="pres">
      <dgm:prSet presAssocID="{5175388D-8FDE-4B6C-8427-2E9DAA0DE0FA}" presName="root" presStyleCnt="0">
        <dgm:presLayoutVars>
          <dgm:dir/>
          <dgm:resizeHandles val="exact"/>
        </dgm:presLayoutVars>
      </dgm:prSet>
      <dgm:spPr/>
    </dgm:pt>
    <dgm:pt modelId="{1EFD163C-166C-4834-BA32-0A842952982C}" type="pres">
      <dgm:prSet presAssocID="{AC51ECF6-AA4D-44AF-A390-36536658D1D9}" presName="compNode" presStyleCnt="0"/>
      <dgm:spPr/>
    </dgm:pt>
    <dgm:pt modelId="{77306FCF-2345-4C91-8245-8162D68BDB41}" type="pres">
      <dgm:prSet presAssocID="{AC51ECF6-AA4D-44AF-A390-36536658D1D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FDBBF4C9-C470-4DDF-9287-943DCB3A95D3}" type="pres">
      <dgm:prSet presAssocID="{AC51ECF6-AA4D-44AF-A390-36536658D1D9}" presName="spaceRect" presStyleCnt="0"/>
      <dgm:spPr/>
    </dgm:pt>
    <dgm:pt modelId="{6916BB03-8156-4DFB-9702-00F5329C8191}" type="pres">
      <dgm:prSet presAssocID="{AC51ECF6-AA4D-44AF-A390-36536658D1D9}" presName="textRect" presStyleLbl="revTx" presStyleIdx="0" presStyleCnt="3">
        <dgm:presLayoutVars>
          <dgm:chMax val="1"/>
          <dgm:chPref val="1"/>
        </dgm:presLayoutVars>
      </dgm:prSet>
      <dgm:spPr/>
    </dgm:pt>
    <dgm:pt modelId="{BA6E7F2E-3833-472B-8427-80C1D2F30132}" type="pres">
      <dgm:prSet presAssocID="{F48F5993-C7AD-4199-B4D9-A063FC082131}" presName="sibTrans" presStyleCnt="0"/>
      <dgm:spPr/>
    </dgm:pt>
    <dgm:pt modelId="{D226D321-A7E0-4754-B052-448224B4CF6F}" type="pres">
      <dgm:prSet presAssocID="{47293B08-2E7F-445A-BB74-6B9076C25D29}" presName="compNode" presStyleCnt="0"/>
      <dgm:spPr/>
    </dgm:pt>
    <dgm:pt modelId="{664FAAB6-7DE5-40EE-B0B9-29C0FD155B48}" type="pres">
      <dgm:prSet presAssocID="{47293B08-2E7F-445A-BB74-6B9076C25D2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A852343-C632-4076-A8DA-F298F223EEF2}" type="pres">
      <dgm:prSet presAssocID="{47293B08-2E7F-445A-BB74-6B9076C25D29}" presName="spaceRect" presStyleCnt="0"/>
      <dgm:spPr/>
    </dgm:pt>
    <dgm:pt modelId="{24072223-C155-4873-AED3-6FBC92DB5E53}" type="pres">
      <dgm:prSet presAssocID="{47293B08-2E7F-445A-BB74-6B9076C25D29}" presName="textRect" presStyleLbl="revTx" presStyleIdx="1" presStyleCnt="3">
        <dgm:presLayoutVars>
          <dgm:chMax val="1"/>
          <dgm:chPref val="1"/>
        </dgm:presLayoutVars>
      </dgm:prSet>
      <dgm:spPr/>
    </dgm:pt>
    <dgm:pt modelId="{64CFC92E-3030-47DB-93F9-BA43C9A49B9F}" type="pres">
      <dgm:prSet presAssocID="{621E02B6-5417-4E4B-8C2D-0B321EEF69CC}" presName="sibTrans" presStyleCnt="0"/>
      <dgm:spPr/>
    </dgm:pt>
    <dgm:pt modelId="{3C63BF11-F4DD-4DDA-9F17-53ADA9B8624B}" type="pres">
      <dgm:prSet presAssocID="{7810D0C3-A966-4CE2-96E7-1872EA140398}" presName="compNode" presStyleCnt="0"/>
      <dgm:spPr/>
    </dgm:pt>
    <dgm:pt modelId="{F21DAD7F-A608-44C9-8078-0818EF3048FE}" type="pres">
      <dgm:prSet presAssocID="{7810D0C3-A966-4CE2-96E7-1872EA14039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9FA071B2-9F69-4B95-ADBA-A8BE32D2762D}" type="pres">
      <dgm:prSet presAssocID="{7810D0C3-A966-4CE2-96E7-1872EA140398}" presName="spaceRect" presStyleCnt="0"/>
      <dgm:spPr/>
    </dgm:pt>
    <dgm:pt modelId="{35CB7760-A868-4A74-8ED8-0321969CD8CE}" type="pres">
      <dgm:prSet presAssocID="{7810D0C3-A966-4CE2-96E7-1872EA14039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9FA0C5A-06CC-4820-BD3B-47EC4AA6E687}" type="presOf" srcId="{5175388D-8FDE-4B6C-8427-2E9DAA0DE0FA}" destId="{B1AA2C74-D0D8-45F7-9C97-44582D22D355}" srcOrd="0" destOrd="0" presId="urn:microsoft.com/office/officeart/2018/2/layout/IconLabelList"/>
    <dgm:cxn modelId="{61E8188A-3FEF-4CA6-94D9-9942E3B6CC13}" srcId="{5175388D-8FDE-4B6C-8427-2E9DAA0DE0FA}" destId="{47293B08-2E7F-445A-BB74-6B9076C25D29}" srcOrd="1" destOrd="0" parTransId="{E96DD595-9F6F-425F-A585-69F9B1F52302}" sibTransId="{621E02B6-5417-4E4B-8C2D-0B321EEF69CC}"/>
    <dgm:cxn modelId="{82310FD4-79F1-451C-8C13-1F6F4EE744FD}" type="presOf" srcId="{AC51ECF6-AA4D-44AF-A390-36536658D1D9}" destId="{6916BB03-8156-4DFB-9702-00F5329C8191}" srcOrd="0" destOrd="0" presId="urn:microsoft.com/office/officeart/2018/2/layout/IconLabelList"/>
    <dgm:cxn modelId="{86E9A8D4-8784-4A8F-B287-354A3904D34D}" type="presOf" srcId="{7810D0C3-A966-4CE2-96E7-1872EA140398}" destId="{35CB7760-A868-4A74-8ED8-0321969CD8CE}" srcOrd="0" destOrd="0" presId="urn:microsoft.com/office/officeart/2018/2/layout/IconLabelList"/>
    <dgm:cxn modelId="{CB8F4CDF-90FA-473F-8259-D6431DE50E68}" type="presOf" srcId="{47293B08-2E7F-445A-BB74-6B9076C25D29}" destId="{24072223-C155-4873-AED3-6FBC92DB5E53}" srcOrd="0" destOrd="0" presId="urn:microsoft.com/office/officeart/2018/2/layout/IconLabelList"/>
    <dgm:cxn modelId="{AF15D5DF-2BFB-4296-8E2D-630671209116}" srcId="{5175388D-8FDE-4B6C-8427-2E9DAA0DE0FA}" destId="{AC51ECF6-AA4D-44AF-A390-36536658D1D9}" srcOrd="0" destOrd="0" parTransId="{5A2C6B30-DC90-432B-8F52-A9E3EE428FF6}" sibTransId="{F48F5993-C7AD-4199-B4D9-A063FC082131}"/>
    <dgm:cxn modelId="{D3EC2AF4-4ECE-4A06-A520-3A2DBEC75F66}" srcId="{5175388D-8FDE-4B6C-8427-2E9DAA0DE0FA}" destId="{7810D0C3-A966-4CE2-96E7-1872EA140398}" srcOrd="2" destOrd="0" parTransId="{57A28A30-1E65-425C-9EFF-2358F4AD39DD}" sibTransId="{AD16AC68-BDC7-46B7-BD1F-D3B067912A13}"/>
    <dgm:cxn modelId="{A629CD60-8EE5-47F3-AE41-CD2604935A3B}" type="presParOf" srcId="{B1AA2C74-D0D8-45F7-9C97-44582D22D355}" destId="{1EFD163C-166C-4834-BA32-0A842952982C}" srcOrd="0" destOrd="0" presId="urn:microsoft.com/office/officeart/2018/2/layout/IconLabelList"/>
    <dgm:cxn modelId="{BB33B243-478E-4604-B329-E7A175A2BF1D}" type="presParOf" srcId="{1EFD163C-166C-4834-BA32-0A842952982C}" destId="{77306FCF-2345-4C91-8245-8162D68BDB41}" srcOrd="0" destOrd="0" presId="urn:microsoft.com/office/officeart/2018/2/layout/IconLabelList"/>
    <dgm:cxn modelId="{FDC995B9-E800-43F7-BA1E-8B0220F62453}" type="presParOf" srcId="{1EFD163C-166C-4834-BA32-0A842952982C}" destId="{FDBBF4C9-C470-4DDF-9287-943DCB3A95D3}" srcOrd="1" destOrd="0" presId="urn:microsoft.com/office/officeart/2018/2/layout/IconLabelList"/>
    <dgm:cxn modelId="{DF759D4D-2F2B-4885-A2BA-110CBD2C2710}" type="presParOf" srcId="{1EFD163C-166C-4834-BA32-0A842952982C}" destId="{6916BB03-8156-4DFB-9702-00F5329C8191}" srcOrd="2" destOrd="0" presId="urn:microsoft.com/office/officeart/2018/2/layout/IconLabelList"/>
    <dgm:cxn modelId="{7D2F5B42-132D-419D-9E9D-E8E87D74043B}" type="presParOf" srcId="{B1AA2C74-D0D8-45F7-9C97-44582D22D355}" destId="{BA6E7F2E-3833-472B-8427-80C1D2F30132}" srcOrd="1" destOrd="0" presId="urn:microsoft.com/office/officeart/2018/2/layout/IconLabelList"/>
    <dgm:cxn modelId="{D68F2358-5E93-4950-BB60-7F90F29529A1}" type="presParOf" srcId="{B1AA2C74-D0D8-45F7-9C97-44582D22D355}" destId="{D226D321-A7E0-4754-B052-448224B4CF6F}" srcOrd="2" destOrd="0" presId="urn:microsoft.com/office/officeart/2018/2/layout/IconLabelList"/>
    <dgm:cxn modelId="{AD4A432A-724D-4A73-97A6-6234A182BCE1}" type="presParOf" srcId="{D226D321-A7E0-4754-B052-448224B4CF6F}" destId="{664FAAB6-7DE5-40EE-B0B9-29C0FD155B48}" srcOrd="0" destOrd="0" presId="urn:microsoft.com/office/officeart/2018/2/layout/IconLabelList"/>
    <dgm:cxn modelId="{345CAF75-FA90-4689-A591-EEC86E5EA463}" type="presParOf" srcId="{D226D321-A7E0-4754-B052-448224B4CF6F}" destId="{2A852343-C632-4076-A8DA-F298F223EEF2}" srcOrd="1" destOrd="0" presId="urn:microsoft.com/office/officeart/2018/2/layout/IconLabelList"/>
    <dgm:cxn modelId="{0ADBB4F5-56D8-452F-94DF-1CA8140EC1A0}" type="presParOf" srcId="{D226D321-A7E0-4754-B052-448224B4CF6F}" destId="{24072223-C155-4873-AED3-6FBC92DB5E53}" srcOrd="2" destOrd="0" presId="urn:microsoft.com/office/officeart/2018/2/layout/IconLabelList"/>
    <dgm:cxn modelId="{71D66F06-FC6F-4CF5-B5B5-92C3C278B0C9}" type="presParOf" srcId="{B1AA2C74-D0D8-45F7-9C97-44582D22D355}" destId="{64CFC92E-3030-47DB-93F9-BA43C9A49B9F}" srcOrd="3" destOrd="0" presId="urn:microsoft.com/office/officeart/2018/2/layout/IconLabelList"/>
    <dgm:cxn modelId="{683D9EB6-EBE2-42A9-AF75-1FA0E024032A}" type="presParOf" srcId="{B1AA2C74-D0D8-45F7-9C97-44582D22D355}" destId="{3C63BF11-F4DD-4DDA-9F17-53ADA9B8624B}" srcOrd="4" destOrd="0" presId="urn:microsoft.com/office/officeart/2018/2/layout/IconLabelList"/>
    <dgm:cxn modelId="{56600820-B11F-47F3-AF4D-7FC81413E3C6}" type="presParOf" srcId="{3C63BF11-F4DD-4DDA-9F17-53ADA9B8624B}" destId="{F21DAD7F-A608-44C9-8078-0818EF3048FE}" srcOrd="0" destOrd="0" presId="urn:microsoft.com/office/officeart/2018/2/layout/IconLabelList"/>
    <dgm:cxn modelId="{BC61AC8C-FB73-42D3-B6F4-86722F26E1D4}" type="presParOf" srcId="{3C63BF11-F4DD-4DDA-9F17-53ADA9B8624B}" destId="{9FA071B2-9F69-4B95-ADBA-A8BE32D2762D}" srcOrd="1" destOrd="0" presId="urn:microsoft.com/office/officeart/2018/2/layout/IconLabelList"/>
    <dgm:cxn modelId="{6177E920-52E6-41F8-BC2C-998D2100AE97}" type="presParOf" srcId="{3C63BF11-F4DD-4DDA-9F17-53ADA9B8624B}" destId="{35CB7760-A868-4A74-8ED8-0321969CD8C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6419A4F-96E6-4488-935C-02B2D9E2EF5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2F9825D-4B05-4749-A990-A29B4C4E6534}">
      <dgm:prSet/>
      <dgm:spPr/>
      <dgm:t>
        <a:bodyPr/>
        <a:lstStyle/>
        <a:p>
          <a:pPr>
            <a:defRPr cap="all"/>
          </a:pPr>
          <a:r>
            <a:rPr lang="en-US"/>
            <a:t>Technical integration (e.g. energy–water)</a:t>
          </a:r>
        </a:p>
      </dgm:t>
    </dgm:pt>
    <dgm:pt modelId="{50ABAE9F-E864-466C-890F-AD8BA6915B5E}" type="parTrans" cxnId="{1B8AC160-969C-4B92-B839-FD920773CDE9}">
      <dgm:prSet/>
      <dgm:spPr/>
      <dgm:t>
        <a:bodyPr/>
        <a:lstStyle/>
        <a:p>
          <a:endParaRPr lang="en-US"/>
        </a:p>
      </dgm:t>
    </dgm:pt>
    <dgm:pt modelId="{F34F2665-FB11-4B26-A7D8-74476E782599}" type="sibTrans" cxnId="{1B8AC160-969C-4B92-B839-FD920773CDE9}">
      <dgm:prSet/>
      <dgm:spPr/>
      <dgm:t>
        <a:bodyPr/>
        <a:lstStyle/>
        <a:p>
          <a:endParaRPr lang="en-US"/>
        </a:p>
      </dgm:t>
    </dgm:pt>
    <dgm:pt modelId="{445FC4D3-8595-4F59-B848-12A5D69E13A2}">
      <dgm:prSet/>
      <dgm:spPr/>
      <dgm:t>
        <a:bodyPr/>
        <a:lstStyle/>
        <a:p>
          <a:pPr>
            <a:defRPr cap="all"/>
          </a:pPr>
          <a:r>
            <a:rPr lang="en-US"/>
            <a:t>Operational integration (shared O&amp;M)</a:t>
          </a:r>
        </a:p>
      </dgm:t>
    </dgm:pt>
    <dgm:pt modelId="{7D04FBC4-D6B5-4374-BB29-A228C870E8BF}" type="parTrans" cxnId="{268F51AA-71FE-49F7-B4F2-379C447FA0F8}">
      <dgm:prSet/>
      <dgm:spPr/>
      <dgm:t>
        <a:bodyPr/>
        <a:lstStyle/>
        <a:p>
          <a:endParaRPr lang="en-US"/>
        </a:p>
      </dgm:t>
    </dgm:pt>
    <dgm:pt modelId="{6DE18512-C853-4BFC-AA18-1141F88B42D8}" type="sibTrans" cxnId="{268F51AA-71FE-49F7-B4F2-379C447FA0F8}">
      <dgm:prSet/>
      <dgm:spPr/>
      <dgm:t>
        <a:bodyPr/>
        <a:lstStyle/>
        <a:p>
          <a:endParaRPr lang="en-US"/>
        </a:p>
      </dgm:t>
    </dgm:pt>
    <dgm:pt modelId="{0EE44070-F6D7-47C7-827B-AC5907D7C754}">
      <dgm:prSet/>
      <dgm:spPr/>
      <dgm:t>
        <a:bodyPr/>
        <a:lstStyle/>
        <a:p>
          <a:pPr>
            <a:defRPr cap="all"/>
          </a:pPr>
          <a:r>
            <a:rPr lang="en-US"/>
            <a:t>Financial integration (shared revenues or savings)</a:t>
          </a:r>
        </a:p>
      </dgm:t>
    </dgm:pt>
    <dgm:pt modelId="{9381E173-6608-4901-B613-742A2E186DF7}" type="parTrans" cxnId="{B490F57E-8BFD-45CE-A7CA-AC8FD31A3CFA}">
      <dgm:prSet/>
      <dgm:spPr/>
      <dgm:t>
        <a:bodyPr/>
        <a:lstStyle/>
        <a:p>
          <a:endParaRPr lang="en-US"/>
        </a:p>
      </dgm:t>
    </dgm:pt>
    <dgm:pt modelId="{AA4B8BAB-E4A3-4332-8C76-EEE27FC0D041}" type="sibTrans" cxnId="{B490F57E-8BFD-45CE-A7CA-AC8FD31A3CFA}">
      <dgm:prSet/>
      <dgm:spPr/>
      <dgm:t>
        <a:bodyPr/>
        <a:lstStyle/>
        <a:p>
          <a:endParaRPr lang="en-US"/>
        </a:p>
      </dgm:t>
    </dgm:pt>
    <dgm:pt modelId="{0CA3B265-FA97-4AE2-9587-84AF8DDB408F}" type="pres">
      <dgm:prSet presAssocID="{06419A4F-96E6-4488-935C-02B2D9E2EF5B}" presName="root" presStyleCnt="0">
        <dgm:presLayoutVars>
          <dgm:dir/>
          <dgm:resizeHandles val="exact"/>
        </dgm:presLayoutVars>
      </dgm:prSet>
      <dgm:spPr/>
    </dgm:pt>
    <dgm:pt modelId="{93844628-2C09-4114-ADFD-7735FAF55F00}" type="pres">
      <dgm:prSet presAssocID="{32F9825D-4B05-4749-A990-A29B4C4E6534}" presName="compNode" presStyleCnt="0"/>
      <dgm:spPr/>
    </dgm:pt>
    <dgm:pt modelId="{9613B42B-84C9-4019-8366-4EC5FE3CADB6}" type="pres">
      <dgm:prSet presAssocID="{32F9825D-4B05-4749-A990-A29B4C4E6534}" presName="iconBgRect" presStyleLbl="bgShp" presStyleIdx="0" presStyleCnt="3"/>
      <dgm:spPr/>
    </dgm:pt>
    <dgm:pt modelId="{5439E266-2617-4DC4-BF05-14D1FE3F3962}" type="pres">
      <dgm:prSet presAssocID="{32F9825D-4B05-4749-A990-A29B4C4E653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776456DC-2663-40C3-AFF3-5A30BA3F4DD8}" type="pres">
      <dgm:prSet presAssocID="{32F9825D-4B05-4749-A990-A29B4C4E6534}" presName="spaceRect" presStyleCnt="0"/>
      <dgm:spPr/>
    </dgm:pt>
    <dgm:pt modelId="{423EEB9D-F432-484B-8311-B8AE2E2DEC81}" type="pres">
      <dgm:prSet presAssocID="{32F9825D-4B05-4749-A990-A29B4C4E6534}" presName="textRect" presStyleLbl="revTx" presStyleIdx="0" presStyleCnt="3">
        <dgm:presLayoutVars>
          <dgm:chMax val="1"/>
          <dgm:chPref val="1"/>
        </dgm:presLayoutVars>
      </dgm:prSet>
      <dgm:spPr/>
    </dgm:pt>
    <dgm:pt modelId="{0B9F8E38-A17D-49B2-B35E-F5F9CB184A31}" type="pres">
      <dgm:prSet presAssocID="{F34F2665-FB11-4B26-A7D8-74476E782599}" presName="sibTrans" presStyleCnt="0"/>
      <dgm:spPr/>
    </dgm:pt>
    <dgm:pt modelId="{6DD0EFC1-0D59-4603-8E1E-B2C8FECEFC2A}" type="pres">
      <dgm:prSet presAssocID="{445FC4D3-8595-4F59-B848-12A5D69E13A2}" presName="compNode" presStyleCnt="0"/>
      <dgm:spPr/>
    </dgm:pt>
    <dgm:pt modelId="{36F68DFC-A844-4793-ACD7-CD64078DEC34}" type="pres">
      <dgm:prSet presAssocID="{445FC4D3-8595-4F59-B848-12A5D69E13A2}" presName="iconBgRect" presStyleLbl="bgShp" presStyleIdx="1" presStyleCnt="3"/>
      <dgm:spPr/>
    </dgm:pt>
    <dgm:pt modelId="{36A7B54F-6A1E-427D-9213-0E64455A25D2}" type="pres">
      <dgm:prSet presAssocID="{445FC4D3-8595-4F59-B848-12A5D69E13A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A278F2FD-1220-4BB5-B5B7-07545210CAD5}" type="pres">
      <dgm:prSet presAssocID="{445FC4D3-8595-4F59-B848-12A5D69E13A2}" presName="spaceRect" presStyleCnt="0"/>
      <dgm:spPr/>
    </dgm:pt>
    <dgm:pt modelId="{16A9AEAC-1E05-42DB-BC0C-33AA4AC4B8FF}" type="pres">
      <dgm:prSet presAssocID="{445FC4D3-8595-4F59-B848-12A5D69E13A2}" presName="textRect" presStyleLbl="revTx" presStyleIdx="1" presStyleCnt="3">
        <dgm:presLayoutVars>
          <dgm:chMax val="1"/>
          <dgm:chPref val="1"/>
        </dgm:presLayoutVars>
      </dgm:prSet>
      <dgm:spPr/>
    </dgm:pt>
    <dgm:pt modelId="{40DF6882-3286-4F0D-A13A-B5C00EF95C96}" type="pres">
      <dgm:prSet presAssocID="{6DE18512-C853-4BFC-AA18-1141F88B42D8}" presName="sibTrans" presStyleCnt="0"/>
      <dgm:spPr/>
    </dgm:pt>
    <dgm:pt modelId="{87A6C3E7-0251-4EFE-A98B-C243FBDC76A8}" type="pres">
      <dgm:prSet presAssocID="{0EE44070-F6D7-47C7-827B-AC5907D7C754}" presName="compNode" presStyleCnt="0"/>
      <dgm:spPr/>
    </dgm:pt>
    <dgm:pt modelId="{7746EBB4-4D1A-4A54-B678-016395D8AAA1}" type="pres">
      <dgm:prSet presAssocID="{0EE44070-F6D7-47C7-827B-AC5907D7C754}" presName="iconBgRect" presStyleLbl="bgShp" presStyleIdx="2" presStyleCnt="3"/>
      <dgm:spPr/>
    </dgm:pt>
    <dgm:pt modelId="{5A648399-1992-4052-A56A-4C5E54A8C7A1}" type="pres">
      <dgm:prSet presAssocID="{0EE44070-F6D7-47C7-827B-AC5907D7C75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C879B100-D365-48B8-9160-FB1FE8705788}" type="pres">
      <dgm:prSet presAssocID="{0EE44070-F6D7-47C7-827B-AC5907D7C754}" presName="spaceRect" presStyleCnt="0"/>
      <dgm:spPr/>
    </dgm:pt>
    <dgm:pt modelId="{B3B59CC6-CB97-4751-81FC-01EFB48F0E29}" type="pres">
      <dgm:prSet presAssocID="{0EE44070-F6D7-47C7-827B-AC5907D7C75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B8AC160-969C-4B92-B839-FD920773CDE9}" srcId="{06419A4F-96E6-4488-935C-02B2D9E2EF5B}" destId="{32F9825D-4B05-4749-A990-A29B4C4E6534}" srcOrd="0" destOrd="0" parTransId="{50ABAE9F-E864-466C-890F-AD8BA6915B5E}" sibTransId="{F34F2665-FB11-4B26-A7D8-74476E782599}"/>
    <dgm:cxn modelId="{2C8D7769-6C56-41E0-8EE8-D8C0810B438C}" type="presOf" srcId="{445FC4D3-8595-4F59-B848-12A5D69E13A2}" destId="{16A9AEAC-1E05-42DB-BC0C-33AA4AC4B8FF}" srcOrd="0" destOrd="0" presId="urn:microsoft.com/office/officeart/2018/5/layout/IconCircleLabelList"/>
    <dgm:cxn modelId="{B490F57E-8BFD-45CE-A7CA-AC8FD31A3CFA}" srcId="{06419A4F-96E6-4488-935C-02B2D9E2EF5B}" destId="{0EE44070-F6D7-47C7-827B-AC5907D7C754}" srcOrd="2" destOrd="0" parTransId="{9381E173-6608-4901-B613-742A2E186DF7}" sibTransId="{AA4B8BAB-E4A3-4332-8C76-EEE27FC0D041}"/>
    <dgm:cxn modelId="{DD5F2380-9519-4541-ACF7-9E96E3BB3B67}" type="presOf" srcId="{32F9825D-4B05-4749-A990-A29B4C4E6534}" destId="{423EEB9D-F432-484B-8311-B8AE2E2DEC81}" srcOrd="0" destOrd="0" presId="urn:microsoft.com/office/officeart/2018/5/layout/IconCircleLabelList"/>
    <dgm:cxn modelId="{033D4992-A1C7-4D05-9C7E-5D129C1C6BBC}" type="presOf" srcId="{0EE44070-F6D7-47C7-827B-AC5907D7C754}" destId="{B3B59CC6-CB97-4751-81FC-01EFB48F0E29}" srcOrd="0" destOrd="0" presId="urn:microsoft.com/office/officeart/2018/5/layout/IconCircleLabelList"/>
    <dgm:cxn modelId="{268F51AA-71FE-49F7-B4F2-379C447FA0F8}" srcId="{06419A4F-96E6-4488-935C-02B2D9E2EF5B}" destId="{445FC4D3-8595-4F59-B848-12A5D69E13A2}" srcOrd="1" destOrd="0" parTransId="{7D04FBC4-D6B5-4374-BB29-A228C870E8BF}" sibTransId="{6DE18512-C853-4BFC-AA18-1141F88B42D8}"/>
    <dgm:cxn modelId="{BB610CD6-A896-4A39-920B-EDE00B27472B}" type="presOf" srcId="{06419A4F-96E6-4488-935C-02B2D9E2EF5B}" destId="{0CA3B265-FA97-4AE2-9587-84AF8DDB408F}" srcOrd="0" destOrd="0" presId="urn:microsoft.com/office/officeart/2018/5/layout/IconCircleLabelList"/>
    <dgm:cxn modelId="{11EDF871-EF27-4E9D-A0C1-7F34534F8B8E}" type="presParOf" srcId="{0CA3B265-FA97-4AE2-9587-84AF8DDB408F}" destId="{93844628-2C09-4114-ADFD-7735FAF55F00}" srcOrd="0" destOrd="0" presId="urn:microsoft.com/office/officeart/2018/5/layout/IconCircleLabelList"/>
    <dgm:cxn modelId="{E3685499-0082-42BF-A0AD-C3070051D3C6}" type="presParOf" srcId="{93844628-2C09-4114-ADFD-7735FAF55F00}" destId="{9613B42B-84C9-4019-8366-4EC5FE3CADB6}" srcOrd="0" destOrd="0" presId="urn:microsoft.com/office/officeart/2018/5/layout/IconCircleLabelList"/>
    <dgm:cxn modelId="{B2F79428-79FB-404D-B42F-9D6C725BB90C}" type="presParOf" srcId="{93844628-2C09-4114-ADFD-7735FAF55F00}" destId="{5439E266-2617-4DC4-BF05-14D1FE3F3962}" srcOrd="1" destOrd="0" presId="urn:microsoft.com/office/officeart/2018/5/layout/IconCircleLabelList"/>
    <dgm:cxn modelId="{7AD978C6-D0DD-4188-A85B-096C7C45E4EF}" type="presParOf" srcId="{93844628-2C09-4114-ADFD-7735FAF55F00}" destId="{776456DC-2663-40C3-AFF3-5A30BA3F4DD8}" srcOrd="2" destOrd="0" presId="urn:microsoft.com/office/officeart/2018/5/layout/IconCircleLabelList"/>
    <dgm:cxn modelId="{AC36B96D-BB45-4089-9921-C90898F07F87}" type="presParOf" srcId="{93844628-2C09-4114-ADFD-7735FAF55F00}" destId="{423EEB9D-F432-484B-8311-B8AE2E2DEC81}" srcOrd="3" destOrd="0" presId="urn:microsoft.com/office/officeart/2018/5/layout/IconCircleLabelList"/>
    <dgm:cxn modelId="{CD6880D4-56EB-46E7-B93B-4D41FFB43130}" type="presParOf" srcId="{0CA3B265-FA97-4AE2-9587-84AF8DDB408F}" destId="{0B9F8E38-A17D-49B2-B35E-F5F9CB184A31}" srcOrd="1" destOrd="0" presId="urn:microsoft.com/office/officeart/2018/5/layout/IconCircleLabelList"/>
    <dgm:cxn modelId="{7D8B9DEB-7DBD-4525-A5B8-BD1FACFF7D16}" type="presParOf" srcId="{0CA3B265-FA97-4AE2-9587-84AF8DDB408F}" destId="{6DD0EFC1-0D59-4603-8E1E-B2C8FECEFC2A}" srcOrd="2" destOrd="0" presId="urn:microsoft.com/office/officeart/2018/5/layout/IconCircleLabelList"/>
    <dgm:cxn modelId="{B393AEA7-0DE5-4B3D-9E79-31B6EBF69FEF}" type="presParOf" srcId="{6DD0EFC1-0D59-4603-8E1E-B2C8FECEFC2A}" destId="{36F68DFC-A844-4793-ACD7-CD64078DEC34}" srcOrd="0" destOrd="0" presId="urn:microsoft.com/office/officeart/2018/5/layout/IconCircleLabelList"/>
    <dgm:cxn modelId="{4EF27B0F-4298-4D41-BDE5-050F5CBEC06B}" type="presParOf" srcId="{6DD0EFC1-0D59-4603-8E1E-B2C8FECEFC2A}" destId="{36A7B54F-6A1E-427D-9213-0E64455A25D2}" srcOrd="1" destOrd="0" presId="urn:microsoft.com/office/officeart/2018/5/layout/IconCircleLabelList"/>
    <dgm:cxn modelId="{8E28209F-C3E5-4519-8BF6-8CCA9F25D610}" type="presParOf" srcId="{6DD0EFC1-0D59-4603-8E1E-B2C8FECEFC2A}" destId="{A278F2FD-1220-4BB5-B5B7-07545210CAD5}" srcOrd="2" destOrd="0" presId="urn:microsoft.com/office/officeart/2018/5/layout/IconCircleLabelList"/>
    <dgm:cxn modelId="{21FFD495-F8D5-49E8-AF6F-35F872E3ED36}" type="presParOf" srcId="{6DD0EFC1-0D59-4603-8E1E-B2C8FECEFC2A}" destId="{16A9AEAC-1E05-42DB-BC0C-33AA4AC4B8FF}" srcOrd="3" destOrd="0" presId="urn:microsoft.com/office/officeart/2018/5/layout/IconCircleLabelList"/>
    <dgm:cxn modelId="{57813546-7C2C-414E-8564-028DC9E30D8E}" type="presParOf" srcId="{0CA3B265-FA97-4AE2-9587-84AF8DDB408F}" destId="{40DF6882-3286-4F0D-A13A-B5C00EF95C96}" srcOrd="3" destOrd="0" presId="urn:microsoft.com/office/officeart/2018/5/layout/IconCircleLabelList"/>
    <dgm:cxn modelId="{4C76E979-CF8E-41F7-8C58-C7B26CBE65A2}" type="presParOf" srcId="{0CA3B265-FA97-4AE2-9587-84AF8DDB408F}" destId="{87A6C3E7-0251-4EFE-A98B-C243FBDC76A8}" srcOrd="4" destOrd="0" presId="urn:microsoft.com/office/officeart/2018/5/layout/IconCircleLabelList"/>
    <dgm:cxn modelId="{EEDF1422-812F-4CE3-BA3A-B2BBEAAF67A6}" type="presParOf" srcId="{87A6C3E7-0251-4EFE-A98B-C243FBDC76A8}" destId="{7746EBB4-4D1A-4A54-B678-016395D8AAA1}" srcOrd="0" destOrd="0" presId="urn:microsoft.com/office/officeart/2018/5/layout/IconCircleLabelList"/>
    <dgm:cxn modelId="{08BBDDE9-5E8D-442A-A348-7A404791B5E7}" type="presParOf" srcId="{87A6C3E7-0251-4EFE-A98B-C243FBDC76A8}" destId="{5A648399-1992-4052-A56A-4C5E54A8C7A1}" srcOrd="1" destOrd="0" presId="urn:microsoft.com/office/officeart/2018/5/layout/IconCircleLabelList"/>
    <dgm:cxn modelId="{07F41187-0AC5-4399-8F8A-6DCAD781521D}" type="presParOf" srcId="{87A6C3E7-0251-4EFE-A98B-C243FBDC76A8}" destId="{C879B100-D365-48B8-9160-FB1FE8705788}" srcOrd="2" destOrd="0" presId="urn:microsoft.com/office/officeart/2018/5/layout/IconCircleLabelList"/>
    <dgm:cxn modelId="{6826A861-575F-45D4-9D3D-515535F6FE34}" type="presParOf" srcId="{87A6C3E7-0251-4EFE-A98B-C243FBDC76A8}" destId="{B3B59CC6-CB97-4751-81FC-01EFB48F0E2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693D449-C15E-4BC4-8033-A64814FE0A6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4E9F71A-D6B9-4881-8ECE-10B98D6805C1}">
      <dgm:prSet/>
      <dgm:spPr/>
      <dgm:t>
        <a:bodyPr/>
        <a:lstStyle/>
        <a:p>
          <a:pPr>
            <a:defRPr cap="all"/>
          </a:pPr>
          <a:r>
            <a:rPr lang="en-US"/>
            <a:t>Water–Energy: pumping, desalination, reuse</a:t>
          </a:r>
        </a:p>
      </dgm:t>
    </dgm:pt>
    <dgm:pt modelId="{CD497D58-EF5D-4199-8BD7-FA46343928C0}" type="parTrans" cxnId="{9A3F9EAB-8911-4831-A56C-1121058C2544}">
      <dgm:prSet/>
      <dgm:spPr/>
      <dgm:t>
        <a:bodyPr/>
        <a:lstStyle/>
        <a:p>
          <a:endParaRPr lang="en-US"/>
        </a:p>
      </dgm:t>
    </dgm:pt>
    <dgm:pt modelId="{18CE37A0-6821-4EDF-93A6-7F5D037B1885}" type="sibTrans" cxnId="{9A3F9EAB-8911-4831-A56C-1121058C2544}">
      <dgm:prSet/>
      <dgm:spPr/>
      <dgm:t>
        <a:bodyPr/>
        <a:lstStyle/>
        <a:p>
          <a:endParaRPr lang="en-US"/>
        </a:p>
      </dgm:t>
    </dgm:pt>
    <dgm:pt modelId="{4295DA5D-5367-400E-98E3-DFE4C6955D12}">
      <dgm:prSet/>
      <dgm:spPr/>
      <dgm:t>
        <a:bodyPr/>
        <a:lstStyle/>
        <a:p>
          <a:pPr>
            <a:defRPr cap="all"/>
          </a:pPr>
          <a:r>
            <a:rPr lang="en-US"/>
            <a:t>Water–Food: irrigation efficiency, yields</a:t>
          </a:r>
        </a:p>
      </dgm:t>
    </dgm:pt>
    <dgm:pt modelId="{A089BBEB-B9F8-444B-BBA0-3990A4029E69}" type="parTrans" cxnId="{F9610736-7016-4F93-970B-19EB89F76C5A}">
      <dgm:prSet/>
      <dgm:spPr/>
      <dgm:t>
        <a:bodyPr/>
        <a:lstStyle/>
        <a:p>
          <a:endParaRPr lang="en-US"/>
        </a:p>
      </dgm:t>
    </dgm:pt>
    <dgm:pt modelId="{ADF23778-0859-4DBF-B251-89F9DD2814F8}" type="sibTrans" cxnId="{F9610736-7016-4F93-970B-19EB89F76C5A}">
      <dgm:prSet/>
      <dgm:spPr/>
      <dgm:t>
        <a:bodyPr/>
        <a:lstStyle/>
        <a:p>
          <a:endParaRPr lang="en-US"/>
        </a:p>
      </dgm:t>
    </dgm:pt>
    <dgm:pt modelId="{7B421528-CFC6-4401-9777-AB70B4C38B7F}">
      <dgm:prSet/>
      <dgm:spPr/>
      <dgm:t>
        <a:bodyPr/>
        <a:lstStyle/>
        <a:p>
          <a:pPr>
            <a:defRPr cap="all"/>
          </a:pPr>
          <a:r>
            <a:rPr lang="en-US"/>
            <a:t>Energy–Food: renewables for agriculture</a:t>
          </a:r>
        </a:p>
      </dgm:t>
    </dgm:pt>
    <dgm:pt modelId="{89FF9443-92C0-46F8-9405-D767AB5AC93B}" type="parTrans" cxnId="{D967E56E-F20A-4ACF-BF81-976978D5904B}">
      <dgm:prSet/>
      <dgm:spPr/>
      <dgm:t>
        <a:bodyPr/>
        <a:lstStyle/>
        <a:p>
          <a:endParaRPr lang="en-US"/>
        </a:p>
      </dgm:t>
    </dgm:pt>
    <dgm:pt modelId="{AE16435E-86E2-4C4F-99C2-79CFE0F9E32B}" type="sibTrans" cxnId="{D967E56E-F20A-4ACF-BF81-976978D5904B}">
      <dgm:prSet/>
      <dgm:spPr/>
      <dgm:t>
        <a:bodyPr/>
        <a:lstStyle/>
        <a:p>
          <a:endParaRPr lang="en-US"/>
        </a:p>
      </dgm:t>
    </dgm:pt>
    <dgm:pt modelId="{7F22E23C-77E8-4D7C-A0A5-6A0EA60FCC09}" type="pres">
      <dgm:prSet presAssocID="{0693D449-C15E-4BC4-8033-A64814FE0A60}" presName="root" presStyleCnt="0">
        <dgm:presLayoutVars>
          <dgm:dir/>
          <dgm:resizeHandles val="exact"/>
        </dgm:presLayoutVars>
      </dgm:prSet>
      <dgm:spPr/>
    </dgm:pt>
    <dgm:pt modelId="{B8CDA949-143D-406F-A451-C7F91E0516F6}" type="pres">
      <dgm:prSet presAssocID="{94E9F71A-D6B9-4881-8ECE-10B98D6805C1}" presName="compNode" presStyleCnt="0"/>
      <dgm:spPr/>
    </dgm:pt>
    <dgm:pt modelId="{FA1C0F26-D9BD-4972-AAAD-8BBE97AB36DD}" type="pres">
      <dgm:prSet presAssocID="{94E9F71A-D6B9-4881-8ECE-10B98D6805C1}" presName="iconBgRect" presStyleLbl="bgShp" presStyleIdx="0" presStyleCnt="3"/>
      <dgm:spPr/>
    </dgm:pt>
    <dgm:pt modelId="{08332AB5-D3BD-4FD1-B8E6-EE52AE2BE062}" type="pres">
      <dgm:prSet presAssocID="{94E9F71A-D6B9-4881-8ECE-10B98D6805C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8A2FFB19-C0DC-43B7-9022-3A49F0058845}" type="pres">
      <dgm:prSet presAssocID="{94E9F71A-D6B9-4881-8ECE-10B98D6805C1}" presName="spaceRect" presStyleCnt="0"/>
      <dgm:spPr/>
    </dgm:pt>
    <dgm:pt modelId="{F189EC99-89EE-498E-ADDC-1EB89601F401}" type="pres">
      <dgm:prSet presAssocID="{94E9F71A-D6B9-4881-8ECE-10B98D6805C1}" presName="textRect" presStyleLbl="revTx" presStyleIdx="0" presStyleCnt="3">
        <dgm:presLayoutVars>
          <dgm:chMax val="1"/>
          <dgm:chPref val="1"/>
        </dgm:presLayoutVars>
      </dgm:prSet>
      <dgm:spPr/>
    </dgm:pt>
    <dgm:pt modelId="{49DDBDB2-91F1-4A02-838F-11140ABB6A71}" type="pres">
      <dgm:prSet presAssocID="{18CE37A0-6821-4EDF-93A6-7F5D037B1885}" presName="sibTrans" presStyleCnt="0"/>
      <dgm:spPr/>
    </dgm:pt>
    <dgm:pt modelId="{BAFFE3E4-AEE1-4664-826B-C35B5DDFFF0E}" type="pres">
      <dgm:prSet presAssocID="{4295DA5D-5367-400E-98E3-DFE4C6955D12}" presName="compNode" presStyleCnt="0"/>
      <dgm:spPr/>
    </dgm:pt>
    <dgm:pt modelId="{66322C47-223C-4BC0-94B4-6DFB43B1A9B2}" type="pres">
      <dgm:prSet presAssocID="{4295DA5D-5367-400E-98E3-DFE4C6955D12}" presName="iconBgRect" presStyleLbl="bgShp" presStyleIdx="1" presStyleCnt="3"/>
      <dgm:spPr/>
    </dgm:pt>
    <dgm:pt modelId="{48572984-523B-4CDA-95B2-9CE9CF533245}" type="pres">
      <dgm:prSet presAssocID="{4295DA5D-5367-400E-98E3-DFE4C6955D1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ing pot"/>
        </a:ext>
      </dgm:extLst>
    </dgm:pt>
    <dgm:pt modelId="{5E1E859A-2FA9-4C7F-B7DD-0A4F3D14218C}" type="pres">
      <dgm:prSet presAssocID="{4295DA5D-5367-400E-98E3-DFE4C6955D12}" presName="spaceRect" presStyleCnt="0"/>
      <dgm:spPr/>
    </dgm:pt>
    <dgm:pt modelId="{4FD94C8B-B0FD-4539-8891-4ACD4D82F957}" type="pres">
      <dgm:prSet presAssocID="{4295DA5D-5367-400E-98E3-DFE4C6955D12}" presName="textRect" presStyleLbl="revTx" presStyleIdx="1" presStyleCnt="3">
        <dgm:presLayoutVars>
          <dgm:chMax val="1"/>
          <dgm:chPref val="1"/>
        </dgm:presLayoutVars>
      </dgm:prSet>
      <dgm:spPr/>
    </dgm:pt>
    <dgm:pt modelId="{99005E73-067A-46CE-B98E-A214294C2C34}" type="pres">
      <dgm:prSet presAssocID="{ADF23778-0859-4DBF-B251-89F9DD2814F8}" presName="sibTrans" presStyleCnt="0"/>
      <dgm:spPr/>
    </dgm:pt>
    <dgm:pt modelId="{DA2CCF96-FBE3-4178-8A72-95E9D6731E2E}" type="pres">
      <dgm:prSet presAssocID="{7B421528-CFC6-4401-9777-AB70B4C38B7F}" presName="compNode" presStyleCnt="0"/>
      <dgm:spPr/>
    </dgm:pt>
    <dgm:pt modelId="{118421DD-2142-4C3C-A347-3C6DC9450A28}" type="pres">
      <dgm:prSet presAssocID="{7B421528-CFC6-4401-9777-AB70B4C38B7F}" presName="iconBgRect" presStyleLbl="bgShp" presStyleIdx="2" presStyleCnt="3"/>
      <dgm:spPr/>
    </dgm:pt>
    <dgm:pt modelId="{74C5A4D5-C26D-4DC1-B446-F11B289CF6A3}" type="pres">
      <dgm:prSet presAssocID="{7B421528-CFC6-4401-9777-AB70B4C38B7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tainability"/>
        </a:ext>
      </dgm:extLst>
    </dgm:pt>
    <dgm:pt modelId="{8CEC49B8-368D-47DB-BFC0-E6C2A7D01929}" type="pres">
      <dgm:prSet presAssocID="{7B421528-CFC6-4401-9777-AB70B4C38B7F}" presName="spaceRect" presStyleCnt="0"/>
      <dgm:spPr/>
    </dgm:pt>
    <dgm:pt modelId="{4EDAF6A7-C506-4E3A-9EDD-2E881F93FE20}" type="pres">
      <dgm:prSet presAssocID="{7B421528-CFC6-4401-9777-AB70B4C38B7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9610736-7016-4F93-970B-19EB89F76C5A}" srcId="{0693D449-C15E-4BC4-8033-A64814FE0A60}" destId="{4295DA5D-5367-400E-98E3-DFE4C6955D12}" srcOrd="1" destOrd="0" parTransId="{A089BBEB-B9F8-444B-BBA0-3990A4029E69}" sibTransId="{ADF23778-0859-4DBF-B251-89F9DD2814F8}"/>
    <dgm:cxn modelId="{D967E56E-F20A-4ACF-BF81-976978D5904B}" srcId="{0693D449-C15E-4BC4-8033-A64814FE0A60}" destId="{7B421528-CFC6-4401-9777-AB70B4C38B7F}" srcOrd="2" destOrd="0" parTransId="{89FF9443-92C0-46F8-9405-D767AB5AC93B}" sibTransId="{AE16435E-86E2-4C4F-99C2-79CFE0F9E32B}"/>
    <dgm:cxn modelId="{10D73D74-7C60-4342-9B5F-1511E1416461}" type="presOf" srcId="{0693D449-C15E-4BC4-8033-A64814FE0A60}" destId="{7F22E23C-77E8-4D7C-A0A5-6A0EA60FCC09}" srcOrd="0" destOrd="0" presId="urn:microsoft.com/office/officeart/2018/5/layout/IconCircleLabelList"/>
    <dgm:cxn modelId="{D48FFB7A-1AD6-45E4-8DDA-801F79ED0D10}" type="presOf" srcId="{94E9F71A-D6B9-4881-8ECE-10B98D6805C1}" destId="{F189EC99-89EE-498E-ADDC-1EB89601F401}" srcOrd="0" destOrd="0" presId="urn:microsoft.com/office/officeart/2018/5/layout/IconCircleLabelList"/>
    <dgm:cxn modelId="{756D0D88-DE9F-4D9B-BC32-B25914952EFD}" type="presOf" srcId="{4295DA5D-5367-400E-98E3-DFE4C6955D12}" destId="{4FD94C8B-B0FD-4539-8891-4ACD4D82F957}" srcOrd="0" destOrd="0" presId="urn:microsoft.com/office/officeart/2018/5/layout/IconCircleLabelList"/>
    <dgm:cxn modelId="{9A3F9EAB-8911-4831-A56C-1121058C2544}" srcId="{0693D449-C15E-4BC4-8033-A64814FE0A60}" destId="{94E9F71A-D6B9-4881-8ECE-10B98D6805C1}" srcOrd="0" destOrd="0" parTransId="{CD497D58-EF5D-4199-8BD7-FA46343928C0}" sibTransId="{18CE37A0-6821-4EDF-93A6-7F5D037B1885}"/>
    <dgm:cxn modelId="{A081CFD9-C7A2-44E2-958F-DEAE514F431A}" type="presOf" srcId="{7B421528-CFC6-4401-9777-AB70B4C38B7F}" destId="{4EDAF6A7-C506-4E3A-9EDD-2E881F93FE20}" srcOrd="0" destOrd="0" presId="urn:microsoft.com/office/officeart/2018/5/layout/IconCircleLabelList"/>
    <dgm:cxn modelId="{B386AFB4-1458-436C-AF54-47F375D12B67}" type="presParOf" srcId="{7F22E23C-77E8-4D7C-A0A5-6A0EA60FCC09}" destId="{B8CDA949-143D-406F-A451-C7F91E0516F6}" srcOrd="0" destOrd="0" presId="urn:microsoft.com/office/officeart/2018/5/layout/IconCircleLabelList"/>
    <dgm:cxn modelId="{A129DBBC-8D46-4503-B42B-D9902BBC6C45}" type="presParOf" srcId="{B8CDA949-143D-406F-A451-C7F91E0516F6}" destId="{FA1C0F26-D9BD-4972-AAAD-8BBE97AB36DD}" srcOrd="0" destOrd="0" presId="urn:microsoft.com/office/officeart/2018/5/layout/IconCircleLabelList"/>
    <dgm:cxn modelId="{03F926DF-7EBE-4869-B3BB-6FE04E23450C}" type="presParOf" srcId="{B8CDA949-143D-406F-A451-C7F91E0516F6}" destId="{08332AB5-D3BD-4FD1-B8E6-EE52AE2BE062}" srcOrd="1" destOrd="0" presId="urn:microsoft.com/office/officeart/2018/5/layout/IconCircleLabelList"/>
    <dgm:cxn modelId="{FE26F5F3-1773-4D90-963D-6D9E12E7204B}" type="presParOf" srcId="{B8CDA949-143D-406F-A451-C7F91E0516F6}" destId="{8A2FFB19-C0DC-43B7-9022-3A49F0058845}" srcOrd="2" destOrd="0" presId="urn:microsoft.com/office/officeart/2018/5/layout/IconCircleLabelList"/>
    <dgm:cxn modelId="{B4405985-2186-4481-8A8B-96C68ECAD97F}" type="presParOf" srcId="{B8CDA949-143D-406F-A451-C7F91E0516F6}" destId="{F189EC99-89EE-498E-ADDC-1EB89601F401}" srcOrd="3" destOrd="0" presId="urn:microsoft.com/office/officeart/2018/5/layout/IconCircleLabelList"/>
    <dgm:cxn modelId="{EB386606-8FCD-4587-9EB5-65142562C7D7}" type="presParOf" srcId="{7F22E23C-77E8-4D7C-A0A5-6A0EA60FCC09}" destId="{49DDBDB2-91F1-4A02-838F-11140ABB6A71}" srcOrd="1" destOrd="0" presId="urn:microsoft.com/office/officeart/2018/5/layout/IconCircleLabelList"/>
    <dgm:cxn modelId="{03E2D6D3-F224-46B9-81F7-D0431499B806}" type="presParOf" srcId="{7F22E23C-77E8-4D7C-A0A5-6A0EA60FCC09}" destId="{BAFFE3E4-AEE1-4664-826B-C35B5DDFFF0E}" srcOrd="2" destOrd="0" presId="urn:microsoft.com/office/officeart/2018/5/layout/IconCircleLabelList"/>
    <dgm:cxn modelId="{D543C9B2-8F71-4B37-92EB-7455ED3B5624}" type="presParOf" srcId="{BAFFE3E4-AEE1-4664-826B-C35B5DDFFF0E}" destId="{66322C47-223C-4BC0-94B4-6DFB43B1A9B2}" srcOrd="0" destOrd="0" presId="urn:microsoft.com/office/officeart/2018/5/layout/IconCircleLabelList"/>
    <dgm:cxn modelId="{7A167210-3A5D-43E2-BA99-03BD3C759749}" type="presParOf" srcId="{BAFFE3E4-AEE1-4664-826B-C35B5DDFFF0E}" destId="{48572984-523B-4CDA-95B2-9CE9CF533245}" srcOrd="1" destOrd="0" presId="urn:microsoft.com/office/officeart/2018/5/layout/IconCircleLabelList"/>
    <dgm:cxn modelId="{18F1048F-0C5E-4729-B666-88A72C15F061}" type="presParOf" srcId="{BAFFE3E4-AEE1-4664-826B-C35B5DDFFF0E}" destId="{5E1E859A-2FA9-4C7F-B7DD-0A4F3D14218C}" srcOrd="2" destOrd="0" presId="urn:microsoft.com/office/officeart/2018/5/layout/IconCircleLabelList"/>
    <dgm:cxn modelId="{A1C9A12B-F4F4-44DC-A551-FDC2080B089C}" type="presParOf" srcId="{BAFFE3E4-AEE1-4664-826B-C35B5DDFFF0E}" destId="{4FD94C8B-B0FD-4539-8891-4ACD4D82F957}" srcOrd="3" destOrd="0" presId="urn:microsoft.com/office/officeart/2018/5/layout/IconCircleLabelList"/>
    <dgm:cxn modelId="{9ED580CB-666B-44E2-B109-AB99F55F95A9}" type="presParOf" srcId="{7F22E23C-77E8-4D7C-A0A5-6A0EA60FCC09}" destId="{99005E73-067A-46CE-B98E-A214294C2C34}" srcOrd="3" destOrd="0" presId="urn:microsoft.com/office/officeart/2018/5/layout/IconCircleLabelList"/>
    <dgm:cxn modelId="{DC9EE11E-F6A9-4A67-802A-BCE70AA2C43A}" type="presParOf" srcId="{7F22E23C-77E8-4D7C-A0A5-6A0EA60FCC09}" destId="{DA2CCF96-FBE3-4178-8A72-95E9D6731E2E}" srcOrd="4" destOrd="0" presId="urn:microsoft.com/office/officeart/2018/5/layout/IconCircleLabelList"/>
    <dgm:cxn modelId="{727FD669-5B01-4302-8758-5EECE976C560}" type="presParOf" srcId="{DA2CCF96-FBE3-4178-8A72-95E9D6731E2E}" destId="{118421DD-2142-4C3C-A347-3C6DC9450A28}" srcOrd="0" destOrd="0" presId="urn:microsoft.com/office/officeart/2018/5/layout/IconCircleLabelList"/>
    <dgm:cxn modelId="{90BDB2E7-BCB4-43C1-A9EE-123E1FCE909F}" type="presParOf" srcId="{DA2CCF96-FBE3-4178-8A72-95E9D6731E2E}" destId="{74C5A4D5-C26D-4DC1-B446-F11B289CF6A3}" srcOrd="1" destOrd="0" presId="urn:microsoft.com/office/officeart/2018/5/layout/IconCircleLabelList"/>
    <dgm:cxn modelId="{9243F0CB-A7C4-4ABD-AF95-47149F75F1CE}" type="presParOf" srcId="{DA2CCF96-FBE3-4178-8A72-95E9D6731E2E}" destId="{8CEC49B8-368D-47DB-BFC0-E6C2A7D01929}" srcOrd="2" destOrd="0" presId="urn:microsoft.com/office/officeart/2018/5/layout/IconCircleLabelList"/>
    <dgm:cxn modelId="{101D0BC4-2C05-4177-B759-7A8A386597DA}" type="presParOf" srcId="{DA2CCF96-FBE3-4178-8A72-95E9D6731E2E}" destId="{4EDAF6A7-C506-4E3A-9EDD-2E881F93FE2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4E95C06-1C61-473C-8678-D84FC250EA1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1F6F614-9148-4915-8ADE-80E2ED86E92D}">
      <dgm:prSet/>
      <dgm:spPr/>
      <dgm:t>
        <a:bodyPr/>
        <a:lstStyle/>
        <a:p>
          <a:pPr>
            <a:defRPr cap="all"/>
          </a:pPr>
          <a:r>
            <a:rPr lang="en-US"/>
            <a:t>Lower operating costs improve DSCR</a:t>
          </a:r>
        </a:p>
      </dgm:t>
    </dgm:pt>
    <dgm:pt modelId="{014A05BC-5057-4127-B1C4-36455C099CC7}" type="parTrans" cxnId="{DE41CB47-345B-4910-80FC-ED66DEC1DAF8}">
      <dgm:prSet/>
      <dgm:spPr/>
      <dgm:t>
        <a:bodyPr/>
        <a:lstStyle/>
        <a:p>
          <a:endParaRPr lang="en-US"/>
        </a:p>
      </dgm:t>
    </dgm:pt>
    <dgm:pt modelId="{958B619A-0658-410E-9E2A-4E50D1161573}" type="sibTrans" cxnId="{DE41CB47-345B-4910-80FC-ED66DEC1DAF8}">
      <dgm:prSet/>
      <dgm:spPr/>
      <dgm:t>
        <a:bodyPr/>
        <a:lstStyle/>
        <a:p>
          <a:endParaRPr lang="en-US"/>
        </a:p>
      </dgm:t>
    </dgm:pt>
    <dgm:pt modelId="{5D89E2FB-04DE-425B-8DC0-D31251DE11EE}">
      <dgm:prSet/>
      <dgm:spPr/>
      <dgm:t>
        <a:bodyPr/>
        <a:lstStyle/>
        <a:p>
          <a:pPr>
            <a:defRPr cap="all"/>
          </a:pPr>
          <a:r>
            <a:rPr lang="en-US"/>
            <a:t>Efficiency gains stabilize cashflows</a:t>
          </a:r>
        </a:p>
      </dgm:t>
    </dgm:pt>
    <dgm:pt modelId="{19CE171B-A97B-47CE-976A-D15490B18A6E}" type="parTrans" cxnId="{804E5E0A-1333-4926-8B47-17E0B4598314}">
      <dgm:prSet/>
      <dgm:spPr/>
      <dgm:t>
        <a:bodyPr/>
        <a:lstStyle/>
        <a:p>
          <a:endParaRPr lang="en-US"/>
        </a:p>
      </dgm:t>
    </dgm:pt>
    <dgm:pt modelId="{5DF2D0E2-CD5D-49F0-B8B7-7B8BDB9DE960}" type="sibTrans" cxnId="{804E5E0A-1333-4926-8B47-17E0B4598314}">
      <dgm:prSet/>
      <dgm:spPr/>
      <dgm:t>
        <a:bodyPr/>
        <a:lstStyle/>
        <a:p>
          <a:endParaRPr lang="en-US"/>
        </a:p>
      </dgm:t>
    </dgm:pt>
    <dgm:pt modelId="{C1F27346-115F-4F7E-B387-7CE02F1EAE3A}">
      <dgm:prSet/>
      <dgm:spPr/>
      <dgm:t>
        <a:bodyPr/>
        <a:lstStyle/>
        <a:p>
          <a:pPr>
            <a:defRPr cap="all"/>
          </a:pPr>
          <a:r>
            <a:rPr lang="en-US"/>
            <a:t>Environmental benefits enable concessional finance</a:t>
          </a:r>
        </a:p>
      </dgm:t>
    </dgm:pt>
    <dgm:pt modelId="{8F43EE18-222C-4B45-9297-5C26B34E09FC}" type="parTrans" cxnId="{82780662-DB0C-47CF-A2CB-A7A7F2FDF19C}">
      <dgm:prSet/>
      <dgm:spPr/>
      <dgm:t>
        <a:bodyPr/>
        <a:lstStyle/>
        <a:p>
          <a:endParaRPr lang="en-US"/>
        </a:p>
      </dgm:t>
    </dgm:pt>
    <dgm:pt modelId="{E7A00929-2123-42C5-AA45-4C5A7A679762}" type="sibTrans" cxnId="{82780662-DB0C-47CF-A2CB-A7A7F2FDF19C}">
      <dgm:prSet/>
      <dgm:spPr/>
      <dgm:t>
        <a:bodyPr/>
        <a:lstStyle/>
        <a:p>
          <a:endParaRPr lang="en-US"/>
        </a:p>
      </dgm:t>
    </dgm:pt>
    <dgm:pt modelId="{18BAFC25-A8C1-4D68-A345-2DC30EB47FCD}" type="pres">
      <dgm:prSet presAssocID="{04E95C06-1C61-473C-8678-D84FC250EA1F}" presName="root" presStyleCnt="0">
        <dgm:presLayoutVars>
          <dgm:dir/>
          <dgm:resizeHandles val="exact"/>
        </dgm:presLayoutVars>
      </dgm:prSet>
      <dgm:spPr/>
    </dgm:pt>
    <dgm:pt modelId="{D28D9E6A-7A1E-4846-AE98-BC1C374D1442}" type="pres">
      <dgm:prSet presAssocID="{51F6F614-9148-4915-8ADE-80E2ED86E92D}" presName="compNode" presStyleCnt="0"/>
      <dgm:spPr/>
    </dgm:pt>
    <dgm:pt modelId="{776C83C1-8F13-48FD-9131-85A0416B5F95}" type="pres">
      <dgm:prSet presAssocID="{51F6F614-9148-4915-8ADE-80E2ED86E92D}" presName="iconBgRect" presStyleLbl="bgShp" presStyleIdx="0" presStyleCnt="3"/>
      <dgm:spPr/>
    </dgm:pt>
    <dgm:pt modelId="{8CAFD5B4-5FA3-4676-B5C1-4679B91283DB}" type="pres">
      <dgm:prSet presAssocID="{51F6F614-9148-4915-8ADE-80E2ED86E92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A6B03D8-573A-4711-8CEC-9A5C906801D3}" type="pres">
      <dgm:prSet presAssocID="{51F6F614-9148-4915-8ADE-80E2ED86E92D}" presName="spaceRect" presStyleCnt="0"/>
      <dgm:spPr/>
    </dgm:pt>
    <dgm:pt modelId="{92E4F695-3969-472F-A9DC-19A63472F491}" type="pres">
      <dgm:prSet presAssocID="{51F6F614-9148-4915-8ADE-80E2ED86E92D}" presName="textRect" presStyleLbl="revTx" presStyleIdx="0" presStyleCnt="3">
        <dgm:presLayoutVars>
          <dgm:chMax val="1"/>
          <dgm:chPref val="1"/>
        </dgm:presLayoutVars>
      </dgm:prSet>
      <dgm:spPr/>
    </dgm:pt>
    <dgm:pt modelId="{580D3CF9-6091-4BC5-ACAC-C09FEAF1E8B6}" type="pres">
      <dgm:prSet presAssocID="{958B619A-0658-410E-9E2A-4E50D1161573}" presName="sibTrans" presStyleCnt="0"/>
      <dgm:spPr/>
    </dgm:pt>
    <dgm:pt modelId="{82C982E2-C277-4519-BF2F-9AA79B0E98A0}" type="pres">
      <dgm:prSet presAssocID="{5D89E2FB-04DE-425B-8DC0-D31251DE11EE}" presName="compNode" presStyleCnt="0"/>
      <dgm:spPr/>
    </dgm:pt>
    <dgm:pt modelId="{ECB06A1A-A036-4EDD-B35C-AC372EF57046}" type="pres">
      <dgm:prSet presAssocID="{5D89E2FB-04DE-425B-8DC0-D31251DE11EE}" presName="iconBgRect" presStyleLbl="bgShp" presStyleIdx="1" presStyleCnt="3"/>
      <dgm:spPr/>
    </dgm:pt>
    <dgm:pt modelId="{ABAF6A13-683A-4FF0-96C8-849AEABFA33F}" type="pres">
      <dgm:prSet presAssocID="{5D89E2FB-04DE-425B-8DC0-D31251DE11E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ABAFBAA-3239-4403-9EB7-977E6EC3D75C}" type="pres">
      <dgm:prSet presAssocID="{5D89E2FB-04DE-425B-8DC0-D31251DE11EE}" presName="spaceRect" presStyleCnt="0"/>
      <dgm:spPr/>
    </dgm:pt>
    <dgm:pt modelId="{F20C242A-8856-447E-A7FB-4A2887F1CD41}" type="pres">
      <dgm:prSet presAssocID="{5D89E2FB-04DE-425B-8DC0-D31251DE11EE}" presName="textRect" presStyleLbl="revTx" presStyleIdx="1" presStyleCnt="3">
        <dgm:presLayoutVars>
          <dgm:chMax val="1"/>
          <dgm:chPref val="1"/>
        </dgm:presLayoutVars>
      </dgm:prSet>
      <dgm:spPr/>
    </dgm:pt>
    <dgm:pt modelId="{F2065486-F20F-4A03-BDE0-1C54A1C57DD7}" type="pres">
      <dgm:prSet presAssocID="{5DF2D0E2-CD5D-49F0-B8B7-7B8BDB9DE960}" presName="sibTrans" presStyleCnt="0"/>
      <dgm:spPr/>
    </dgm:pt>
    <dgm:pt modelId="{ECB0B28A-CC15-4737-9E44-156DA6E0A62A}" type="pres">
      <dgm:prSet presAssocID="{C1F27346-115F-4F7E-B387-7CE02F1EAE3A}" presName="compNode" presStyleCnt="0"/>
      <dgm:spPr/>
    </dgm:pt>
    <dgm:pt modelId="{DC07FF13-B966-4F0D-8C47-96D997D59884}" type="pres">
      <dgm:prSet presAssocID="{C1F27346-115F-4F7E-B387-7CE02F1EAE3A}" presName="iconBgRect" presStyleLbl="bgShp" presStyleIdx="2" presStyleCnt="3"/>
      <dgm:spPr/>
    </dgm:pt>
    <dgm:pt modelId="{06E06D99-DBBE-4C29-BCAD-FC21D416FCC4}" type="pres">
      <dgm:prSet presAssocID="{C1F27346-115F-4F7E-B387-7CE02F1EAE3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DF050F0F-05D4-4EE1-B9ED-424C5F1B6E75}" type="pres">
      <dgm:prSet presAssocID="{C1F27346-115F-4F7E-B387-7CE02F1EAE3A}" presName="spaceRect" presStyleCnt="0"/>
      <dgm:spPr/>
    </dgm:pt>
    <dgm:pt modelId="{B4AC5763-E17F-481B-AF65-2CA9EE6A98C8}" type="pres">
      <dgm:prSet presAssocID="{C1F27346-115F-4F7E-B387-7CE02F1EAE3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04E5E0A-1333-4926-8B47-17E0B4598314}" srcId="{04E95C06-1C61-473C-8678-D84FC250EA1F}" destId="{5D89E2FB-04DE-425B-8DC0-D31251DE11EE}" srcOrd="1" destOrd="0" parTransId="{19CE171B-A97B-47CE-976A-D15490B18A6E}" sibTransId="{5DF2D0E2-CD5D-49F0-B8B7-7B8BDB9DE960}"/>
    <dgm:cxn modelId="{82780662-DB0C-47CF-A2CB-A7A7F2FDF19C}" srcId="{04E95C06-1C61-473C-8678-D84FC250EA1F}" destId="{C1F27346-115F-4F7E-B387-7CE02F1EAE3A}" srcOrd="2" destOrd="0" parTransId="{8F43EE18-222C-4B45-9297-5C26B34E09FC}" sibTransId="{E7A00929-2123-42C5-AA45-4C5A7A679762}"/>
    <dgm:cxn modelId="{4F840047-316D-429C-AB96-5405E4260F67}" type="presOf" srcId="{5D89E2FB-04DE-425B-8DC0-D31251DE11EE}" destId="{F20C242A-8856-447E-A7FB-4A2887F1CD41}" srcOrd="0" destOrd="0" presId="urn:microsoft.com/office/officeart/2018/5/layout/IconCircleLabelList"/>
    <dgm:cxn modelId="{DE41CB47-345B-4910-80FC-ED66DEC1DAF8}" srcId="{04E95C06-1C61-473C-8678-D84FC250EA1F}" destId="{51F6F614-9148-4915-8ADE-80E2ED86E92D}" srcOrd="0" destOrd="0" parTransId="{014A05BC-5057-4127-B1C4-36455C099CC7}" sibTransId="{958B619A-0658-410E-9E2A-4E50D1161573}"/>
    <dgm:cxn modelId="{F0FC1778-9FAB-441D-B20A-EA9E3BF4DC23}" type="presOf" srcId="{04E95C06-1C61-473C-8678-D84FC250EA1F}" destId="{18BAFC25-A8C1-4D68-A345-2DC30EB47FCD}" srcOrd="0" destOrd="0" presId="urn:microsoft.com/office/officeart/2018/5/layout/IconCircleLabelList"/>
    <dgm:cxn modelId="{F25FCCAB-013D-4624-8D5E-3FC86C0F52B1}" type="presOf" srcId="{C1F27346-115F-4F7E-B387-7CE02F1EAE3A}" destId="{B4AC5763-E17F-481B-AF65-2CA9EE6A98C8}" srcOrd="0" destOrd="0" presId="urn:microsoft.com/office/officeart/2018/5/layout/IconCircleLabelList"/>
    <dgm:cxn modelId="{DEC419F0-0DED-44E9-BCB5-5074F6315E95}" type="presOf" srcId="{51F6F614-9148-4915-8ADE-80E2ED86E92D}" destId="{92E4F695-3969-472F-A9DC-19A63472F491}" srcOrd="0" destOrd="0" presId="urn:microsoft.com/office/officeart/2018/5/layout/IconCircleLabelList"/>
    <dgm:cxn modelId="{4D024CC1-2D8D-48A8-A281-0EE1EF36598B}" type="presParOf" srcId="{18BAFC25-A8C1-4D68-A345-2DC30EB47FCD}" destId="{D28D9E6A-7A1E-4846-AE98-BC1C374D1442}" srcOrd="0" destOrd="0" presId="urn:microsoft.com/office/officeart/2018/5/layout/IconCircleLabelList"/>
    <dgm:cxn modelId="{3FA84CCD-57A2-4452-AFF4-BCED3F521BDE}" type="presParOf" srcId="{D28D9E6A-7A1E-4846-AE98-BC1C374D1442}" destId="{776C83C1-8F13-48FD-9131-85A0416B5F95}" srcOrd="0" destOrd="0" presId="urn:microsoft.com/office/officeart/2018/5/layout/IconCircleLabelList"/>
    <dgm:cxn modelId="{7E82F998-C85D-42D6-88D8-2161136396EB}" type="presParOf" srcId="{D28D9E6A-7A1E-4846-AE98-BC1C374D1442}" destId="{8CAFD5B4-5FA3-4676-B5C1-4679B91283DB}" srcOrd="1" destOrd="0" presId="urn:microsoft.com/office/officeart/2018/5/layout/IconCircleLabelList"/>
    <dgm:cxn modelId="{6E3741E3-A9F1-4255-A379-EFE7FF46B2D7}" type="presParOf" srcId="{D28D9E6A-7A1E-4846-AE98-BC1C374D1442}" destId="{9A6B03D8-573A-4711-8CEC-9A5C906801D3}" srcOrd="2" destOrd="0" presId="urn:microsoft.com/office/officeart/2018/5/layout/IconCircleLabelList"/>
    <dgm:cxn modelId="{314C22C3-2609-4866-8479-7479024EB187}" type="presParOf" srcId="{D28D9E6A-7A1E-4846-AE98-BC1C374D1442}" destId="{92E4F695-3969-472F-A9DC-19A63472F491}" srcOrd="3" destOrd="0" presId="urn:microsoft.com/office/officeart/2018/5/layout/IconCircleLabelList"/>
    <dgm:cxn modelId="{A4619211-B609-4402-999D-5FA9996CB331}" type="presParOf" srcId="{18BAFC25-A8C1-4D68-A345-2DC30EB47FCD}" destId="{580D3CF9-6091-4BC5-ACAC-C09FEAF1E8B6}" srcOrd="1" destOrd="0" presId="urn:microsoft.com/office/officeart/2018/5/layout/IconCircleLabelList"/>
    <dgm:cxn modelId="{D651BF74-2B2D-44ED-BAC9-DC1DECF09743}" type="presParOf" srcId="{18BAFC25-A8C1-4D68-A345-2DC30EB47FCD}" destId="{82C982E2-C277-4519-BF2F-9AA79B0E98A0}" srcOrd="2" destOrd="0" presId="urn:microsoft.com/office/officeart/2018/5/layout/IconCircleLabelList"/>
    <dgm:cxn modelId="{6D72DD90-40B8-4684-808D-F93241B4BDB2}" type="presParOf" srcId="{82C982E2-C277-4519-BF2F-9AA79B0E98A0}" destId="{ECB06A1A-A036-4EDD-B35C-AC372EF57046}" srcOrd="0" destOrd="0" presId="urn:microsoft.com/office/officeart/2018/5/layout/IconCircleLabelList"/>
    <dgm:cxn modelId="{66E4D079-3A18-454F-B5EF-CD7EF2B77FD3}" type="presParOf" srcId="{82C982E2-C277-4519-BF2F-9AA79B0E98A0}" destId="{ABAF6A13-683A-4FF0-96C8-849AEABFA33F}" srcOrd="1" destOrd="0" presId="urn:microsoft.com/office/officeart/2018/5/layout/IconCircleLabelList"/>
    <dgm:cxn modelId="{0724A0F5-9DC8-4D17-BF41-3DEC784073F2}" type="presParOf" srcId="{82C982E2-C277-4519-BF2F-9AA79B0E98A0}" destId="{8ABAFBAA-3239-4403-9EB7-977E6EC3D75C}" srcOrd="2" destOrd="0" presId="urn:microsoft.com/office/officeart/2018/5/layout/IconCircleLabelList"/>
    <dgm:cxn modelId="{F1E7C434-A030-43CB-93BA-904A0E93ABEC}" type="presParOf" srcId="{82C982E2-C277-4519-BF2F-9AA79B0E98A0}" destId="{F20C242A-8856-447E-A7FB-4A2887F1CD41}" srcOrd="3" destOrd="0" presId="urn:microsoft.com/office/officeart/2018/5/layout/IconCircleLabelList"/>
    <dgm:cxn modelId="{D484C223-6CB2-4EA8-8C93-B571481F0913}" type="presParOf" srcId="{18BAFC25-A8C1-4D68-A345-2DC30EB47FCD}" destId="{F2065486-F20F-4A03-BDE0-1C54A1C57DD7}" srcOrd="3" destOrd="0" presId="urn:microsoft.com/office/officeart/2018/5/layout/IconCircleLabelList"/>
    <dgm:cxn modelId="{8192084B-B1E0-4B57-AFFC-1C4DA51F873B}" type="presParOf" srcId="{18BAFC25-A8C1-4D68-A345-2DC30EB47FCD}" destId="{ECB0B28A-CC15-4737-9E44-156DA6E0A62A}" srcOrd="4" destOrd="0" presId="urn:microsoft.com/office/officeart/2018/5/layout/IconCircleLabelList"/>
    <dgm:cxn modelId="{27E917B8-D5C9-4C1C-85AF-AAF23C3A29D6}" type="presParOf" srcId="{ECB0B28A-CC15-4737-9E44-156DA6E0A62A}" destId="{DC07FF13-B966-4F0D-8C47-96D997D59884}" srcOrd="0" destOrd="0" presId="urn:microsoft.com/office/officeart/2018/5/layout/IconCircleLabelList"/>
    <dgm:cxn modelId="{87B68A8A-80C6-4CCD-A1C8-EAF790A5A0DF}" type="presParOf" srcId="{ECB0B28A-CC15-4737-9E44-156DA6E0A62A}" destId="{06E06D99-DBBE-4C29-BCAD-FC21D416FCC4}" srcOrd="1" destOrd="0" presId="urn:microsoft.com/office/officeart/2018/5/layout/IconCircleLabelList"/>
    <dgm:cxn modelId="{22AC464E-3E1A-415C-B38D-CF16BA5BF2A2}" type="presParOf" srcId="{ECB0B28A-CC15-4737-9E44-156DA6E0A62A}" destId="{DF050F0F-05D4-4EE1-B9ED-424C5F1B6E75}" srcOrd="2" destOrd="0" presId="urn:microsoft.com/office/officeart/2018/5/layout/IconCircleLabelList"/>
    <dgm:cxn modelId="{397AD5A0-9B4F-4372-8723-25D5C13BADF1}" type="presParOf" srcId="{ECB0B28A-CC15-4737-9E44-156DA6E0A62A}" destId="{B4AC5763-E17F-481B-AF65-2CA9EE6A98C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777C669-A3A9-435F-91DE-827A2F1B5CC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10B7D9F-F4C3-411D-8890-C3CFACFFAF65}">
      <dgm:prSet/>
      <dgm:spPr/>
      <dgm:t>
        <a:bodyPr/>
        <a:lstStyle/>
        <a:p>
          <a:r>
            <a:rPr lang="en-US"/>
            <a:t>Reduced vulnerability to droughts and heatwaves</a:t>
          </a:r>
        </a:p>
      </dgm:t>
    </dgm:pt>
    <dgm:pt modelId="{05F20EC7-3F5C-4E09-B39E-6EEB5FC0C51F}" type="parTrans" cxnId="{361DB900-84C2-49E5-A174-177CBD551282}">
      <dgm:prSet/>
      <dgm:spPr/>
      <dgm:t>
        <a:bodyPr/>
        <a:lstStyle/>
        <a:p>
          <a:endParaRPr lang="en-US"/>
        </a:p>
      </dgm:t>
    </dgm:pt>
    <dgm:pt modelId="{0DB70284-D9BD-4B2C-A06E-1B0E117E1C70}" type="sibTrans" cxnId="{361DB900-84C2-49E5-A174-177CBD551282}">
      <dgm:prSet/>
      <dgm:spPr/>
      <dgm:t>
        <a:bodyPr/>
        <a:lstStyle/>
        <a:p>
          <a:endParaRPr lang="en-US"/>
        </a:p>
      </dgm:t>
    </dgm:pt>
    <dgm:pt modelId="{60816CAA-9314-4B9F-94E6-4E62E9449E32}">
      <dgm:prSet/>
      <dgm:spPr/>
      <dgm:t>
        <a:bodyPr/>
        <a:lstStyle/>
        <a:p>
          <a:r>
            <a:rPr lang="en-US"/>
            <a:t>Alignment with adaptation and mitigation objectives</a:t>
          </a:r>
        </a:p>
      </dgm:t>
    </dgm:pt>
    <dgm:pt modelId="{80B14446-1ACF-4A60-825D-F550FAC98260}" type="parTrans" cxnId="{F5E4B90C-5579-4479-B0D7-5B603DBB0E44}">
      <dgm:prSet/>
      <dgm:spPr/>
      <dgm:t>
        <a:bodyPr/>
        <a:lstStyle/>
        <a:p>
          <a:endParaRPr lang="en-US"/>
        </a:p>
      </dgm:t>
    </dgm:pt>
    <dgm:pt modelId="{D20DC930-431A-43E2-92F7-B54E27726A43}" type="sibTrans" cxnId="{F5E4B90C-5579-4479-B0D7-5B603DBB0E44}">
      <dgm:prSet/>
      <dgm:spPr/>
      <dgm:t>
        <a:bodyPr/>
        <a:lstStyle/>
        <a:p>
          <a:endParaRPr lang="en-US"/>
        </a:p>
      </dgm:t>
    </dgm:pt>
    <dgm:pt modelId="{C4A2ACBD-F22C-4788-B7B6-3AC044A0B6C1}">
      <dgm:prSet/>
      <dgm:spPr/>
      <dgm:t>
        <a:bodyPr/>
        <a:lstStyle/>
        <a:p>
          <a:r>
            <a:rPr lang="en-US"/>
            <a:t>Eligibility for GCF, CIF, and green bonds</a:t>
          </a:r>
        </a:p>
      </dgm:t>
    </dgm:pt>
    <dgm:pt modelId="{3FAE313A-95E3-472B-800D-9518CC2BD3B9}" type="parTrans" cxnId="{CA28BC03-1B7C-4F19-BCD5-621BB9B33297}">
      <dgm:prSet/>
      <dgm:spPr/>
      <dgm:t>
        <a:bodyPr/>
        <a:lstStyle/>
        <a:p>
          <a:endParaRPr lang="en-US"/>
        </a:p>
      </dgm:t>
    </dgm:pt>
    <dgm:pt modelId="{43861EB9-3177-4B04-BDB6-CCA9AB5B0D64}" type="sibTrans" cxnId="{CA28BC03-1B7C-4F19-BCD5-621BB9B33297}">
      <dgm:prSet/>
      <dgm:spPr/>
      <dgm:t>
        <a:bodyPr/>
        <a:lstStyle/>
        <a:p>
          <a:endParaRPr lang="en-US"/>
        </a:p>
      </dgm:t>
    </dgm:pt>
    <dgm:pt modelId="{03B3C095-C4F4-43FB-84BB-200728E4B0F6}" type="pres">
      <dgm:prSet presAssocID="{F777C669-A3A9-435F-91DE-827A2F1B5CC9}" presName="root" presStyleCnt="0">
        <dgm:presLayoutVars>
          <dgm:dir/>
          <dgm:resizeHandles val="exact"/>
        </dgm:presLayoutVars>
      </dgm:prSet>
      <dgm:spPr/>
    </dgm:pt>
    <dgm:pt modelId="{7067DFB6-51DC-42B5-9E13-DB8F5C75B6CE}" type="pres">
      <dgm:prSet presAssocID="{810B7D9F-F4C3-411D-8890-C3CFACFFAF65}" presName="compNode" presStyleCnt="0"/>
      <dgm:spPr/>
    </dgm:pt>
    <dgm:pt modelId="{F72661EC-962A-4C84-B863-BCDE9810C993}" type="pres">
      <dgm:prSet presAssocID="{810B7D9F-F4C3-411D-8890-C3CFACFFAF6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4BCC4065-690D-4960-BA52-8EF1B11741F2}" type="pres">
      <dgm:prSet presAssocID="{810B7D9F-F4C3-411D-8890-C3CFACFFAF65}" presName="spaceRect" presStyleCnt="0"/>
      <dgm:spPr/>
    </dgm:pt>
    <dgm:pt modelId="{689B9A5B-7673-45E2-8234-4B89A5372C44}" type="pres">
      <dgm:prSet presAssocID="{810B7D9F-F4C3-411D-8890-C3CFACFFAF65}" presName="textRect" presStyleLbl="revTx" presStyleIdx="0" presStyleCnt="3">
        <dgm:presLayoutVars>
          <dgm:chMax val="1"/>
          <dgm:chPref val="1"/>
        </dgm:presLayoutVars>
      </dgm:prSet>
      <dgm:spPr/>
    </dgm:pt>
    <dgm:pt modelId="{366083E0-E5B9-4C06-B32B-D9DBE4A114A6}" type="pres">
      <dgm:prSet presAssocID="{0DB70284-D9BD-4B2C-A06E-1B0E117E1C70}" presName="sibTrans" presStyleCnt="0"/>
      <dgm:spPr/>
    </dgm:pt>
    <dgm:pt modelId="{9BADF63C-39C2-4004-BB26-D604C1B161CB}" type="pres">
      <dgm:prSet presAssocID="{60816CAA-9314-4B9F-94E6-4E62E9449E32}" presName="compNode" presStyleCnt="0"/>
      <dgm:spPr/>
    </dgm:pt>
    <dgm:pt modelId="{2F708CC6-2D79-4BA1-84CB-4C20AAC5D6C1}" type="pres">
      <dgm:prSet presAssocID="{60816CAA-9314-4B9F-94E6-4E62E9449E3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FBC9DB0-DB6C-4F49-A6A8-22DA5AF247C4}" type="pres">
      <dgm:prSet presAssocID="{60816CAA-9314-4B9F-94E6-4E62E9449E32}" presName="spaceRect" presStyleCnt="0"/>
      <dgm:spPr/>
    </dgm:pt>
    <dgm:pt modelId="{DFF47C11-C3FC-4FBF-8018-197C42B1C913}" type="pres">
      <dgm:prSet presAssocID="{60816CAA-9314-4B9F-94E6-4E62E9449E32}" presName="textRect" presStyleLbl="revTx" presStyleIdx="1" presStyleCnt="3">
        <dgm:presLayoutVars>
          <dgm:chMax val="1"/>
          <dgm:chPref val="1"/>
        </dgm:presLayoutVars>
      </dgm:prSet>
      <dgm:spPr/>
    </dgm:pt>
    <dgm:pt modelId="{B11420D3-B600-4D66-B72E-0CFB93C35B9E}" type="pres">
      <dgm:prSet presAssocID="{D20DC930-431A-43E2-92F7-B54E27726A43}" presName="sibTrans" presStyleCnt="0"/>
      <dgm:spPr/>
    </dgm:pt>
    <dgm:pt modelId="{4CA9C070-1C26-493D-B7C8-FEB7458928CE}" type="pres">
      <dgm:prSet presAssocID="{C4A2ACBD-F22C-4788-B7B6-3AC044A0B6C1}" presName="compNode" presStyleCnt="0"/>
      <dgm:spPr/>
    </dgm:pt>
    <dgm:pt modelId="{BE7FA2F8-369E-408D-8B8E-77255A724FF6}" type="pres">
      <dgm:prSet presAssocID="{C4A2ACBD-F22C-4788-B7B6-3AC044A0B6C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7CA5FDFA-4266-4569-9204-73784FB65D18}" type="pres">
      <dgm:prSet presAssocID="{C4A2ACBD-F22C-4788-B7B6-3AC044A0B6C1}" presName="spaceRect" presStyleCnt="0"/>
      <dgm:spPr/>
    </dgm:pt>
    <dgm:pt modelId="{7CD4A6DE-F799-496D-8505-2EB0506DAA6D}" type="pres">
      <dgm:prSet presAssocID="{C4A2ACBD-F22C-4788-B7B6-3AC044A0B6C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61DB900-84C2-49E5-A174-177CBD551282}" srcId="{F777C669-A3A9-435F-91DE-827A2F1B5CC9}" destId="{810B7D9F-F4C3-411D-8890-C3CFACFFAF65}" srcOrd="0" destOrd="0" parTransId="{05F20EC7-3F5C-4E09-B39E-6EEB5FC0C51F}" sibTransId="{0DB70284-D9BD-4B2C-A06E-1B0E117E1C70}"/>
    <dgm:cxn modelId="{D2429403-CD96-4CE0-A4D5-948DF50BD5C0}" type="presOf" srcId="{C4A2ACBD-F22C-4788-B7B6-3AC044A0B6C1}" destId="{7CD4A6DE-F799-496D-8505-2EB0506DAA6D}" srcOrd="0" destOrd="0" presId="urn:microsoft.com/office/officeart/2018/2/layout/IconLabelList"/>
    <dgm:cxn modelId="{CA28BC03-1B7C-4F19-BCD5-621BB9B33297}" srcId="{F777C669-A3A9-435F-91DE-827A2F1B5CC9}" destId="{C4A2ACBD-F22C-4788-B7B6-3AC044A0B6C1}" srcOrd="2" destOrd="0" parTransId="{3FAE313A-95E3-472B-800D-9518CC2BD3B9}" sibTransId="{43861EB9-3177-4B04-BDB6-CCA9AB5B0D64}"/>
    <dgm:cxn modelId="{F5E4B90C-5579-4479-B0D7-5B603DBB0E44}" srcId="{F777C669-A3A9-435F-91DE-827A2F1B5CC9}" destId="{60816CAA-9314-4B9F-94E6-4E62E9449E32}" srcOrd="1" destOrd="0" parTransId="{80B14446-1ACF-4A60-825D-F550FAC98260}" sibTransId="{D20DC930-431A-43E2-92F7-B54E27726A43}"/>
    <dgm:cxn modelId="{D6801656-8649-4D64-AAA4-011FC41D6AAF}" type="presOf" srcId="{810B7D9F-F4C3-411D-8890-C3CFACFFAF65}" destId="{689B9A5B-7673-45E2-8234-4B89A5372C44}" srcOrd="0" destOrd="0" presId="urn:microsoft.com/office/officeart/2018/2/layout/IconLabelList"/>
    <dgm:cxn modelId="{B6558B8B-3ADE-4530-BD6D-D1F89DD54CFE}" type="presOf" srcId="{F777C669-A3A9-435F-91DE-827A2F1B5CC9}" destId="{03B3C095-C4F4-43FB-84BB-200728E4B0F6}" srcOrd="0" destOrd="0" presId="urn:microsoft.com/office/officeart/2018/2/layout/IconLabelList"/>
    <dgm:cxn modelId="{702362FB-7C38-414A-9EE7-DE9A2DDEEC89}" type="presOf" srcId="{60816CAA-9314-4B9F-94E6-4E62E9449E32}" destId="{DFF47C11-C3FC-4FBF-8018-197C42B1C913}" srcOrd="0" destOrd="0" presId="urn:microsoft.com/office/officeart/2018/2/layout/IconLabelList"/>
    <dgm:cxn modelId="{1A6D3F3A-35D2-46D1-AEEB-8A7D5AB9A358}" type="presParOf" srcId="{03B3C095-C4F4-43FB-84BB-200728E4B0F6}" destId="{7067DFB6-51DC-42B5-9E13-DB8F5C75B6CE}" srcOrd="0" destOrd="0" presId="urn:microsoft.com/office/officeart/2018/2/layout/IconLabelList"/>
    <dgm:cxn modelId="{B3205BBF-6336-4C71-AFC4-B23190D36729}" type="presParOf" srcId="{7067DFB6-51DC-42B5-9E13-DB8F5C75B6CE}" destId="{F72661EC-962A-4C84-B863-BCDE9810C993}" srcOrd="0" destOrd="0" presId="urn:microsoft.com/office/officeart/2018/2/layout/IconLabelList"/>
    <dgm:cxn modelId="{421E0F07-1D8E-43C8-9A73-86EA9D93F856}" type="presParOf" srcId="{7067DFB6-51DC-42B5-9E13-DB8F5C75B6CE}" destId="{4BCC4065-690D-4960-BA52-8EF1B11741F2}" srcOrd="1" destOrd="0" presId="urn:microsoft.com/office/officeart/2018/2/layout/IconLabelList"/>
    <dgm:cxn modelId="{2B4A38F4-F79C-49C8-89CD-4584FF700733}" type="presParOf" srcId="{7067DFB6-51DC-42B5-9E13-DB8F5C75B6CE}" destId="{689B9A5B-7673-45E2-8234-4B89A5372C44}" srcOrd="2" destOrd="0" presId="urn:microsoft.com/office/officeart/2018/2/layout/IconLabelList"/>
    <dgm:cxn modelId="{E6B7E0EF-7DD6-4C64-BADC-B3038B9BEB9F}" type="presParOf" srcId="{03B3C095-C4F4-43FB-84BB-200728E4B0F6}" destId="{366083E0-E5B9-4C06-B32B-D9DBE4A114A6}" srcOrd="1" destOrd="0" presId="urn:microsoft.com/office/officeart/2018/2/layout/IconLabelList"/>
    <dgm:cxn modelId="{BA84CB2E-C0DE-4AB0-ADA7-673A6E7B255B}" type="presParOf" srcId="{03B3C095-C4F4-43FB-84BB-200728E4B0F6}" destId="{9BADF63C-39C2-4004-BB26-D604C1B161CB}" srcOrd="2" destOrd="0" presId="urn:microsoft.com/office/officeart/2018/2/layout/IconLabelList"/>
    <dgm:cxn modelId="{CF0EF8BA-32C7-4CAA-B145-05C5C4D82460}" type="presParOf" srcId="{9BADF63C-39C2-4004-BB26-D604C1B161CB}" destId="{2F708CC6-2D79-4BA1-84CB-4C20AAC5D6C1}" srcOrd="0" destOrd="0" presId="urn:microsoft.com/office/officeart/2018/2/layout/IconLabelList"/>
    <dgm:cxn modelId="{FE957677-E61E-404C-83B8-C74CC20E7F2A}" type="presParOf" srcId="{9BADF63C-39C2-4004-BB26-D604C1B161CB}" destId="{CFBC9DB0-DB6C-4F49-A6A8-22DA5AF247C4}" srcOrd="1" destOrd="0" presId="urn:microsoft.com/office/officeart/2018/2/layout/IconLabelList"/>
    <dgm:cxn modelId="{FB3FD007-077F-4E9F-A1AC-5F99405A3377}" type="presParOf" srcId="{9BADF63C-39C2-4004-BB26-D604C1B161CB}" destId="{DFF47C11-C3FC-4FBF-8018-197C42B1C913}" srcOrd="2" destOrd="0" presId="urn:microsoft.com/office/officeart/2018/2/layout/IconLabelList"/>
    <dgm:cxn modelId="{8EB13968-79DC-46C7-96F7-1B39347D2A07}" type="presParOf" srcId="{03B3C095-C4F4-43FB-84BB-200728E4B0F6}" destId="{B11420D3-B600-4D66-B72E-0CFB93C35B9E}" srcOrd="3" destOrd="0" presId="urn:microsoft.com/office/officeart/2018/2/layout/IconLabelList"/>
    <dgm:cxn modelId="{6296D34C-0BE6-44F4-BD29-76F8B397FB8F}" type="presParOf" srcId="{03B3C095-C4F4-43FB-84BB-200728E4B0F6}" destId="{4CA9C070-1C26-493D-B7C8-FEB7458928CE}" srcOrd="4" destOrd="0" presId="urn:microsoft.com/office/officeart/2018/2/layout/IconLabelList"/>
    <dgm:cxn modelId="{ED93FE45-93E1-4AF8-97DF-7250D197C777}" type="presParOf" srcId="{4CA9C070-1C26-493D-B7C8-FEB7458928CE}" destId="{BE7FA2F8-369E-408D-8B8E-77255A724FF6}" srcOrd="0" destOrd="0" presId="urn:microsoft.com/office/officeart/2018/2/layout/IconLabelList"/>
    <dgm:cxn modelId="{55F6246A-6640-4295-8375-A757A4FF90D5}" type="presParOf" srcId="{4CA9C070-1C26-493D-B7C8-FEB7458928CE}" destId="{7CA5FDFA-4266-4569-9204-73784FB65D18}" srcOrd="1" destOrd="0" presId="urn:microsoft.com/office/officeart/2018/2/layout/IconLabelList"/>
    <dgm:cxn modelId="{2E2AB829-1F58-47FB-9BAF-97414D3EEF4B}" type="presParOf" srcId="{4CA9C070-1C26-493D-B7C8-FEB7458928CE}" destId="{7CD4A6DE-F799-496D-8505-2EB0506DAA6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68446B7-9E73-4E6D-99A8-0EBF21F241C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ED2E325-6F0D-4B0C-8358-C02D2B14F0C1}">
      <dgm:prSet/>
      <dgm:spPr/>
      <dgm:t>
        <a:bodyPr/>
        <a:lstStyle/>
        <a:p>
          <a:pPr>
            <a:defRPr cap="all"/>
          </a:pPr>
          <a:r>
            <a:rPr lang="en-US"/>
            <a:t>Infrastructure + operational measures</a:t>
          </a:r>
        </a:p>
      </dgm:t>
    </dgm:pt>
    <dgm:pt modelId="{874B6E87-4617-4BBB-A3B5-348F5359CAA2}" type="parTrans" cxnId="{0E034CB4-3C00-45BC-9528-28C362113299}">
      <dgm:prSet/>
      <dgm:spPr/>
      <dgm:t>
        <a:bodyPr/>
        <a:lstStyle/>
        <a:p>
          <a:endParaRPr lang="en-US"/>
        </a:p>
      </dgm:t>
    </dgm:pt>
    <dgm:pt modelId="{275155C9-6601-434F-AC1A-915FB937D229}" type="sibTrans" cxnId="{0E034CB4-3C00-45BC-9528-28C362113299}">
      <dgm:prSet/>
      <dgm:spPr/>
      <dgm:t>
        <a:bodyPr/>
        <a:lstStyle/>
        <a:p>
          <a:endParaRPr lang="en-US"/>
        </a:p>
      </dgm:t>
    </dgm:pt>
    <dgm:pt modelId="{D45E4A79-544F-4CE1-A801-D608181CC8CE}">
      <dgm:prSet/>
      <dgm:spPr/>
      <dgm:t>
        <a:bodyPr/>
        <a:lstStyle/>
        <a:p>
          <a:pPr>
            <a:defRPr cap="all"/>
          </a:pPr>
          <a:r>
            <a:rPr lang="en-US"/>
            <a:t>Digital, institutional, and financial enablers</a:t>
          </a:r>
        </a:p>
      </dgm:t>
    </dgm:pt>
    <dgm:pt modelId="{C1AC5F9C-7242-4381-AFFA-BC3710FAB32C}" type="parTrans" cxnId="{3BE62E27-AB74-482C-9D96-4A9B630DFC6B}">
      <dgm:prSet/>
      <dgm:spPr/>
      <dgm:t>
        <a:bodyPr/>
        <a:lstStyle/>
        <a:p>
          <a:endParaRPr lang="en-US"/>
        </a:p>
      </dgm:t>
    </dgm:pt>
    <dgm:pt modelId="{0F0E7F2E-1347-4567-8A5B-395BA2FCAACA}" type="sibTrans" cxnId="{3BE62E27-AB74-482C-9D96-4A9B630DFC6B}">
      <dgm:prSet/>
      <dgm:spPr/>
      <dgm:t>
        <a:bodyPr/>
        <a:lstStyle/>
        <a:p>
          <a:endParaRPr lang="en-US"/>
        </a:p>
      </dgm:t>
    </dgm:pt>
    <dgm:pt modelId="{9F35EC6B-3B7A-4099-931B-D42C0082B688}">
      <dgm:prSet/>
      <dgm:spPr/>
      <dgm:t>
        <a:bodyPr/>
        <a:lstStyle/>
        <a:p>
          <a:pPr>
            <a:defRPr cap="all"/>
          </a:pPr>
          <a:r>
            <a:rPr lang="en-US"/>
            <a:t>Packaged as a WEFE investment bundle</a:t>
          </a:r>
        </a:p>
      </dgm:t>
    </dgm:pt>
    <dgm:pt modelId="{A7BF52B5-FF18-4E56-842C-2E6CE8B2B103}" type="parTrans" cxnId="{41424919-5F1E-4775-9DAC-C7C08EC26359}">
      <dgm:prSet/>
      <dgm:spPr/>
      <dgm:t>
        <a:bodyPr/>
        <a:lstStyle/>
        <a:p>
          <a:endParaRPr lang="en-US"/>
        </a:p>
      </dgm:t>
    </dgm:pt>
    <dgm:pt modelId="{B7A15AE6-ABB6-4D59-9E2A-D5ECEA773793}" type="sibTrans" cxnId="{41424919-5F1E-4775-9DAC-C7C08EC26359}">
      <dgm:prSet/>
      <dgm:spPr/>
      <dgm:t>
        <a:bodyPr/>
        <a:lstStyle/>
        <a:p>
          <a:endParaRPr lang="en-US"/>
        </a:p>
      </dgm:t>
    </dgm:pt>
    <dgm:pt modelId="{92D6593C-87D9-46FF-83EF-11CA90B2DCEB}" type="pres">
      <dgm:prSet presAssocID="{068446B7-9E73-4E6D-99A8-0EBF21F241C4}" presName="root" presStyleCnt="0">
        <dgm:presLayoutVars>
          <dgm:dir/>
          <dgm:resizeHandles val="exact"/>
        </dgm:presLayoutVars>
      </dgm:prSet>
      <dgm:spPr/>
    </dgm:pt>
    <dgm:pt modelId="{3CCD34C1-C98A-498A-A0BD-0AAD6DF9D24F}" type="pres">
      <dgm:prSet presAssocID="{CED2E325-6F0D-4B0C-8358-C02D2B14F0C1}" presName="compNode" presStyleCnt="0"/>
      <dgm:spPr/>
    </dgm:pt>
    <dgm:pt modelId="{5A0CFC52-FA91-4A53-B2AE-4E4B76E0F403}" type="pres">
      <dgm:prSet presAssocID="{CED2E325-6F0D-4B0C-8358-C02D2B14F0C1}" presName="iconBgRect" presStyleLbl="bgShp" presStyleIdx="0" presStyleCnt="3"/>
      <dgm:spPr/>
    </dgm:pt>
    <dgm:pt modelId="{40005634-9BED-4456-8CA3-0D13A4C15C44}" type="pres">
      <dgm:prSet presAssocID="{CED2E325-6F0D-4B0C-8358-C02D2B14F0C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32F0F65-7D9B-4906-917B-6C169ED44E5C}" type="pres">
      <dgm:prSet presAssocID="{CED2E325-6F0D-4B0C-8358-C02D2B14F0C1}" presName="spaceRect" presStyleCnt="0"/>
      <dgm:spPr/>
    </dgm:pt>
    <dgm:pt modelId="{B02FBE13-5561-4EA7-8E16-A3A6FF1F7A70}" type="pres">
      <dgm:prSet presAssocID="{CED2E325-6F0D-4B0C-8358-C02D2B14F0C1}" presName="textRect" presStyleLbl="revTx" presStyleIdx="0" presStyleCnt="3">
        <dgm:presLayoutVars>
          <dgm:chMax val="1"/>
          <dgm:chPref val="1"/>
        </dgm:presLayoutVars>
      </dgm:prSet>
      <dgm:spPr/>
    </dgm:pt>
    <dgm:pt modelId="{C4AF51D2-9200-4FED-B34F-1DC1AF2E1CC1}" type="pres">
      <dgm:prSet presAssocID="{275155C9-6601-434F-AC1A-915FB937D229}" presName="sibTrans" presStyleCnt="0"/>
      <dgm:spPr/>
    </dgm:pt>
    <dgm:pt modelId="{50DF5AB3-DCD1-4CD4-86B6-6E4E668426E0}" type="pres">
      <dgm:prSet presAssocID="{D45E4A79-544F-4CE1-A801-D608181CC8CE}" presName="compNode" presStyleCnt="0"/>
      <dgm:spPr/>
    </dgm:pt>
    <dgm:pt modelId="{078E2ADB-1266-4B33-A803-C6D5C42A63EC}" type="pres">
      <dgm:prSet presAssocID="{D45E4A79-544F-4CE1-A801-D608181CC8CE}" presName="iconBgRect" presStyleLbl="bgShp" presStyleIdx="1" presStyleCnt="3"/>
      <dgm:spPr/>
    </dgm:pt>
    <dgm:pt modelId="{5716DC41-DEC7-48BB-A2DD-3714E6722662}" type="pres">
      <dgm:prSet presAssocID="{D45E4A79-544F-4CE1-A801-D608181CC8C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BF9C2BA6-E003-4B77-82CA-7D2457672FA7}" type="pres">
      <dgm:prSet presAssocID="{D45E4A79-544F-4CE1-A801-D608181CC8CE}" presName="spaceRect" presStyleCnt="0"/>
      <dgm:spPr/>
    </dgm:pt>
    <dgm:pt modelId="{5D10F963-16A6-486F-BCB3-EA6ED0453457}" type="pres">
      <dgm:prSet presAssocID="{D45E4A79-544F-4CE1-A801-D608181CC8CE}" presName="textRect" presStyleLbl="revTx" presStyleIdx="1" presStyleCnt="3">
        <dgm:presLayoutVars>
          <dgm:chMax val="1"/>
          <dgm:chPref val="1"/>
        </dgm:presLayoutVars>
      </dgm:prSet>
      <dgm:spPr/>
    </dgm:pt>
    <dgm:pt modelId="{474AE863-E983-49F4-AC29-AAB747317F8A}" type="pres">
      <dgm:prSet presAssocID="{0F0E7F2E-1347-4567-8A5B-395BA2FCAACA}" presName="sibTrans" presStyleCnt="0"/>
      <dgm:spPr/>
    </dgm:pt>
    <dgm:pt modelId="{F88F89DD-93E5-42BD-B721-61C81FB5CE0D}" type="pres">
      <dgm:prSet presAssocID="{9F35EC6B-3B7A-4099-931B-D42C0082B688}" presName="compNode" presStyleCnt="0"/>
      <dgm:spPr/>
    </dgm:pt>
    <dgm:pt modelId="{5CA932BA-127C-4874-A43A-FD01FCA7327F}" type="pres">
      <dgm:prSet presAssocID="{9F35EC6B-3B7A-4099-931B-D42C0082B688}" presName="iconBgRect" presStyleLbl="bgShp" presStyleIdx="2" presStyleCnt="3"/>
      <dgm:spPr/>
    </dgm:pt>
    <dgm:pt modelId="{A8867E42-0469-4152-B2FA-918427705646}" type="pres">
      <dgm:prSet presAssocID="{9F35EC6B-3B7A-4099-931B-D42C0082B68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DE506E96-9B84-441A-B502-55558C9A7928}" type="pres">
      <dgm:prSet presAssocID="{9F35EC6B-3B7A-4099-931B-D42C0082B688}" presName="spaceRect" presStyleCnt="0"/>
      <dgm:spPr/>
    </dgm:pt>
    <dgm:pt modelId="{4E7F16DE-B243-4B35-B730-14532DD0F406}" type="pres">
      <dgm:prSet presAssocID="{9F35EC6B-3B7A-4099-931B-D42C0082B68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1424919-5F1E-4775-9DAC-C7C08EC26359}" srcId="{068446B7-9E73-4E6D-99A8-0EBF21F241C4}" destId="{9F35EC6B-3B7A-4099-931B-D42C0082B688}" srcOrd="2" destOrd="0" parTransId="{A7BF52B5-FF18-4E56-842C-2E6CE8B2B103}" sibTransId="{B7A15AE6-ABB6-4D59-9E2A-D5ECEA773793}"/>
    <dgm:cxn modelId="{E9E51021-B286-41CA-96A6-787FD6174840}" type="presOf" srcId="{D45E4A79-544F-4CE1-A801-D608181CC8CE}" destId="{5D10F963-16A6-486F-BCB3-EA6ED0453457}" srcOrd="0" destOrd="0" presId="urn:microsoft.com/office/officeart/2018/5/layout/IconCircleLabelList"/>
    <dgm:cxn modelId="{3BE62E27-AB74-482C-9D96-4A9B630DFC6B}" srcId="{068446B7-9E73-4E6D-99A8-0EBF21F241C4}" destId="{D45E4A79-544F-4CE1-A801-D608181CC8CE}" srcOrd="1" destOrd="0" parTransId="{C1AC5F9C-7242-4381-AFFA-BC3710FAB32C}" sibTransId="{0F0E7F2E-1347-4567-8A5B-395BA2FCAACA}"/>
    <dgm:cxn modelId="{27E50C38-7971-407C-8B82-C66C2D2AA53D}" type="presOf" srcId="{CED2E325-6F0D-4B0C-8358-C02D2B14F0C1}" destId="{B02FBE13-5561-4EA7-8E16-A3A6FF1F7A70}" srcOrd="0" destOrd="0" presId="urn:microsoft.com/office/officeart/2018/5/layout/IconCircleLabelList"/>
    <dgm:cxn modelId="{0E034CB4-3C00-45BC-9528-28C362113299}" srcId="{068446B7-9E73-4E6D-99A8-0EBF21F241C4}" destId="{CED2E325-6F0D-4B0C-8358-C02D2B14F0C1}" srcOrd="0" destOrd="0" parTransId="{874B6E87-4617-4BBB-A3B5-348F5359CAA2}" sibTransId="{275155C9-6601-434F-AC1A-915FB937D229}"/>
    <dgm:cxn modelId="{6F2C9ED2-7449-495C-983D-96F9623B3E24}" type="presOf" srcId="{9F35EC6B-3B7A-4099-931B-D42C0082B688}" destId="{4E7F16DE-B243-4B35-B730-14532DD0F406}" srcOrd="0" destOrd="0" presId="urn:microsoft.com/office/officeart/2018/5/layout/IconCircleLabelList"/>
    <dgm:cxn modelId="{38AF17E9-1D5E-4AC1-A8E2-C76AC8E18A8B}" type="presOf" srcId="{068446B7-9E73-4E6D-99A8-0EBF21F241C4}" destId="{92D6593C-87D9-46FF-83EF-11CA90B2DCEB}" srcOrd="0" destOrd="0" presId="urn:microsoft.com/office/officeart/2018/5/layout/IconCircleLabelList"/>
    <dgm:cxn modelId="{4E70AD43-F522-4116-8F4F-4B1AA2A53F5E}" type="presParOf" srcId="{92D6593C-87D9-46FF-83EF-11CA90B2DCEB}" destId="{3CCD34C1-C98A-498A-A0BD-0AAD6DF9D24F}" srcOrd="0" destOrd="0" presId="urn:microsoft.com/office/officeart/2018/5/layout/IconCircleLabelList"/>
    <dgm:cxn modelId="{671214C1-187D-4CC1-834D-C6B35F261037}" type="presParOf" srcId="{3CCD34C1-C98A-498A-A0BD-0AAD6DF9D24F}" destId="{5A0CFC52-FA91-4A53-B2AE-4E4B76E0F403}" srcOrd="0" destOrd="0" presId="urn:microsoft.com/office/officeart/2018/5/layout/IconCircleLabelList"/>
    <dgm:cxn modelId="{2DC12875-E00F-45B0-8043-B9BD30F8555B}" type="presParOf" srcId="{3CCD34C1-C98A-498A-A0BD-0AAD6DF9D24F}" destId="{40005634-9BED-4456-8CA3-0D13A4C15C44}" srcOrd="1" destOrd="0" presId="urn:microsoft.com/office/officeart/2018/5/layout/IconCircleLabelList"/>
    <dgm:cxn modelId="{7692863D-3FD5-4C14-BF23-AAA23C952EE8}" type="presParOf" srcId="{3CCD34C1-C98A-498A-A0BD-0AAD6DF9D24F}" destId="{532F0F65-7D9B-4906-917B-6C169ED44E5C}" srcOrd="2" destOrd="0" presId="urn:microsoft.com/office/officeart/2018/5/layout/IconCircleLabelList"/>
    <dgm:cxn modelId="{CEA290EC-18F0-4D7D-A330-76653B673A67}" type="presParOf" srcId="{3CCD34C1-C98A-498A-A0BD-0AAD6DF9D24F}" destId="{B02FBE13-5561-4EA7-8E16-A3A6FF1F7A70}" srcOrd="3" destOrd="0" presId="urn:microsoft.com/office/officeart/2018/5/layout/IconCircleLabelList"/>
    <dgm:cxn modelId="{66BA6733-7B9A-4CDC-A459-5B63D0F1B65C}" type="presParOf" srcId="{92D6593C-87D9-46FF-83EF-11CA90B2DCEB}" destId="{C4AF51D2-9200-4FED-B34F-1DC1AF2E1CC1}" srcOrd="1" destOrd="0" presId="urn:microsoft.com/office/officeart/2018/5/layout/IconCircleLabelList"/>
    <dgm:cxn modelId="{8E56CF55-BB15-44BF-86D7-E7E0E4FF72AD}" type="presParOf" srcId="{92D6593C-87D9-46FF-83EF-11CA90B2DCEB}" destId="{50DF5AB3-DCD1-4CD4-86B6-6E4E668426E0}" srcOrd="2" destOrd="0" presId="urn:microsoft.com/office/officeart/2018/5/layout/IconCircleLabelList"/>
    <dgm:cxn modelId="{E6E74C70-3CBF-4683-8F33-726C7B5D0985}" type="presParOf" srcId="{50DF5AB3-DCD1-4CD4-86B6-6E4E668426E0}" destId="{078E2ADB-1266-4B33-A803-C6D5C42A63EC}" srcOrd="0" destOrd="0" presId="urn:microsoft.com/office/officeart/2018/5/layout/IconCircleLabelList"/>
    <dgm:cxn modelId="{92503C67-7BA2-41D1-ACE9-3ED807561D4A}" type="presParOf" srcId="{50DF5AB3-DCD1-4CD4-86B6-6E4E668426E0}" destId="{5716DC41-DEC7-48BB-A2DD-3714E6722662}" srcOrd="1" destOrd="0" presId="urn:microsoft.com/office/officeart/2018/5/layout/IconCircleLabelList"/>
    <dgm:cxn modelId="{FC1EF00E-8908-48E0-B7CA-D6394EA076A3}" type="presParOf" srcId="{50DF5AB3-DCD1-4CD4-86B6-6E4E668426E0}" destId="{BF9C2BA6-E003-4B77-82CA-7D2457672FA7}" srcOrd="2" destOrd="0" presId="urn:microsoft.com/office/officeart/2018/5/layout/IconCircleLabelList"/>
    <dgm:cxn modelId="{91FAEAED-5370-48AB-A62B-D6A90EC30FB4}" type="presParOf" srcId="{50DF5AB3-DCD1-4CD4-86B6-6E4E668426E0}" destId="{5D10F963-16A6-486F-BCB3-EA6ED0453457}" srcOrd="3" destOrd="0" presId="urn:microsoft.com/office/officeart/2018/5/layout/IconCircleLabelList"/>
    <dgm:cxn modelId="{85612977-DD80-4D6B-8708-6BC5B27A3B50}" type="presParOf" srcId="{92D6593C-87D9-46FF-83EF-11CA90B2DCEB}" destId="{474AE863-E983-49F4-AC29-AAB747317F8A}" srcOrd="3" destOrd="0" presId="urn:microsoft.com/office/officeart/2018/5/layout/IconCircleLabelList"/>
    <dgm:cxn modelId="{A2DED020-746B-4CDA-AF0B-517E554C815F}" type="presParOf" srcId="{92D6593C-87D9-46FF-83EF-11CA90B2DCEB}" destId="{F88F89DD-93E5-42BD-B721-61C81FB5CE0D}" srcOrd="4" destOrd="0" presId="urn:microsoft.com/office/officeart/2018/5/layout/IconCircleLabelList"/>
    <dgm:cxn modelId="{2ADB4087-DBF3-4610-BEB7-3C83E8DE61C6}" type="presParOf" srcId="{F88F89DD-93E5-42BD-B721-61C81FB5CE0D}" destId="{5CA932BA-127C-4874-A43A-FD01FCA7327F}" srcOrd="0" destOrd="0" presId="urn:microsoft.com/office/officeart/2018/5/layout/IconCircleLabelList"/>
    <dgm:cxn modelId="{0F071869-9904-4A4F-BA9D-48FE14356C87}" type="presParOf" srcId="{F88F89DD-93E5-42BD-B721-61C81FB5CE0D}" destId="{A8867E42-0469-4152-B2FA-918427705646}" srcOrd="1" destOrd="0" presId="urn:microsoft.com/office/officeart/2018/5/layout/IconCircleLabelList"/>
    <dgm:cxn modelId="{8E60631D-E5CC-432E-AB32-115776986E7C}" type="presParOf" srcId="{F88F89DD-93E5-42BD-B721-61C81FB5CE0D}" destId="{DE506E96-9B84-441A-B502-55558C9A7928}" srcOrd="2" destOrd="0" presId="urn:microsoft.com/office/officeart/2018/5/layout/IconCircleLabelList"/>
    <dgm:cxn modelId="{FCF90D86-DC47-48B5-BF84-0695A9F27C3D}" type="presParOf" srcId="{F88F89DD-93E5-42BD-B721-61C81FB5CE0D}" destId="{4E7F16DE-B243-4B35-B730-14532DD0F40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4F18BE8-2596-4445-ACCA-324D5282824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812C4C2-D8D5-4119-8732-A1368B4A4D84}">
      <dgm:prSet/>
      <dgm:spPr/>
      <dgm:t>
        <a:bodyPr/>
        <a:lstStyle/>
        <a:p>
          <a:r>
            <a:rPr lang="en-US"/>
            <a:t>Abstraction, storage, and conveyance</a:t>
          </a:r>
        </a:p>
      </dgm:t>
    </dgm:pt>
    <dgm:pt modelId="{AEB5F399-4DD2-4C94-99C4-9617997820F2}" type="parTrans" cxnId="{554E0EDA-6A0F-48DD-AFB8-EFFF67F1FAFB}">
      <dgm:prSet/>
      <dgm:spPr/>
      <dgm:t>
        <a:bodyPr/>
        <a:lstStyle/>
        <a:p>
          <a:endParaRPr lang="en-US"/>
        </a:p>
      </dgm:t>
    </dgm:pt>
    <dgm:pt modelId="{ADA68381-1690-4C11-8374-C04ED2D41B78}" type="sibTrans" cxnId="{554E0EDA-6A0F-48DD-AFB8-EFFF67F1FAFB}">
      <dgm:prSet/>
      <dgm:spPr/>
      <dgm:t>
        <a:bodyPr/>
        <a:lstStyle/>
        <a:p>
          <a:endParaRPr lang="en-US"/>
        </a:p>
      </dgm:t>
    </dgm:pt>
    <dgm:pt modelId="{F56C3ED3-D933-41BE-91C3-6071EBF10842}">
      <dgm:prSet/>
      <dgm:spPr/>
      <dgm:t>
        <a:bodyPr/>
        <a:lstStyle/>
        <a:p>
          <a:r>
            <a:rPr lang="en-US"/>
            <a:t>Treatment and reuse</a:t>
          </a:r>
        </a:p>
      </dgm:t>
    </dgm:pt>
    <dgm:pt modelId="{22114E9B-46B3-4F1E-8651-43B9857D0084}" type="parTrans" cxnId="{C8CEC82D-22E5-4740-9ACC-2A546CA4AB10}">
      <dgm:prSet/>
      <dgm:spPr/>
      <dgm:t>
        <a:bodyPr/>
        <a:lstStyle/>
        <a:p>
          <a:endParaRPr lang="en-US"/>
        </a:p>
      </dgm:t>
    </dgm:pt>
    <dgm:pt modelId="{E99CE49E-E3AD-4898-825D-757CA1B35CB6}" type="sibTrans" cxnId="{C8CEC82D-22E5-4740-9ACC-2A546CA4AB10}">
      <dgm:prSet/>
      <dgm:spPr/>
      <dgm:t>
        <a:bodyPr/>
        <a:lstStyle/>
        <a:p>
          <a:endParaRPr lang="en-US"/>
        </a:p>
      </dgm:t>
    </dgm:pt>
    <dgm:pt modelId="{C34DD43B-AFD7-4577-8CCF-9DF35482EE00}">
      <dgm:prSet/>
      <dgm:spPr/>
      <dgm:t>
        <a:bodyPr/>
        <a:lstStyle/>
        <a:p>
          <a:r>
            <a:rPr lang="en-US"/>
            <a:t>Demand management and loss reduction</a:t>
          </a:r>
        </a:p>
      </dgm:t>
    </dgm:pt>
    <dgm:pt modelId="{F6B006ED-8A0E-49D1-A7C9-21743D23AF20}" type="parTrans" cxnId="{CD62F357-595C-4A00-9D5C-28B191884C02}">
      <dgm:prSet/>
      <dgm:spPr/>
      <dgm:t>
        <a:bodyPr/>
        <a:lstStyle/>
        <a:p>
          <a:endParaRPr lang="en-US"/>
        </a:p>
      </dgm:t>
    </dgm:pt>
    <dgm:pt modelId="{D15597C5-823E-4799-9C1E-038258501137}" type="sibTrans" cxnId="{CD62F357-595C-4A00-9D5C-28B191884C02}">
      <dgm:prSet/>
      <dgm:spPr/>
      <dgm:t>
        <a:bodyPr/>
        <a:lstStyle/>
        <a:p>
          <a:endParaRPr lang="en-US"/>
        </a:p>
      </dgm:t>
    </dgm:pt>
    <dgm:pt modelId="{5551D628-7A8D-429A-B543-73EE770C760C}" type="pres">
      <dgm:prSet presAssocID="{84F18BE8-2596-4445-ACCA-324D5282824E}" presName="root" presStyleCnt="0">
        <dgm:presLayoutVars>
          <dgm:dir/>
          <dgm:resizeHandles val="exact"/>
        </dgm:presLayoutVars>
      </dgm:prSet>
      <dgm:spPr/>
    </dgm:pt>
    <dgm:pt modelId="{550EACE2-A4A5-484E-9B75-CDFBE0C07A4F}" type="pres">
      <dgm:prSet presAssocID="{E812C4C2-D8D5-4119-8732-A1368B4A4D84}" presName="compNode" presStyleCnt="0"/>
      <dgm:spPr/>
    </dgm:pt>
    <dgm:pt modelId="{96AA0847-E259-4472-BD37-7F71BCD4D21B}" type="pres">
      <dgm:prSet presAssocID="{E812C4C2-D8D5-4119-8732-A1368B4A4D84}" presName="bgRect" presStyleLbl="bgShp" presStyleIdx="0" presStyleCnt="3"/>
      <dgm:spPr/>
    </dgm:pt>
    <dgm:pt modelId="{26DC2CC0-31C8-4505-A6DD-3142CA2F3B6C}" type="pres">
      <dgm:prSet presAssocID="{E812C4C2-D8D5-4119-8732-A1368B4A4D8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475A7BA-8ADD-4F02-BE4F-4599F319B5AB}" type="pres">
      <dgm:prSet presAssocID="{E812C4C2-D8D5-4119-8732-A1368B4A4D84}" presName="spaceRect" presStyleCnt="0"/>
      <dgm:spPr/>
    </dgm:pt>
    <dgm:pt modelId="{128A1D10-267E-4945-982D-D1FFD7CB7BF6}" type="pres">
      <dgm:prSet presAssocID="{E812C4C2-D8D5-4119-8732-A1368B4A4D84}" presName="parTx" presStyleLbl="revTx" presStyleIdx="0" presStyleCnt="3">
        <dgm:presLayoutVars>
          <dgm:chMax val="0"/>
          <dgm:chPref val="0"/>
        </dgm:presLayoutVars>
      </dgm:prSet>
      <dgm:spPr/>
    </dgm:pt>
    <dgm:pt modelId="{DC5E09AA-3EE1-4DBC-83F9-D6E4D9CD99EF}" type="pres">
      <dgm:prSet presAssocID="{ADA68381-1690-4C11-8374-C04ED2D41B78}" presName="sibTrans" presStyleCnt="0"/>
      <dgm:spPr/>
    </dgm:pt>
    <dgm:pt modelId="{5335AFFF-CE11-4C97-ACE6-AFE9EE26F978}" type="pres">
      <dgm:prSet presAssocID="{F56C3ED3-D933-41BE-91C3-6071EBF10842}" presName="compNode" presStyleCnt="0"/>
      <dgm:spPr/>
    </dgm:pt>
    <dgm:pt modelId="{FE034EDB-85BD-4826-A35E-25DD2E1B6435}" type="pres">
      <dgm:prSet presAssocID="{F56C3ED3-D933-41BE-91C3-6071EBF10842}" presName="bgRect" presStyleLbl="bgShp" presStyleIdx="1" presStyleCnt="3"/>
      <dgm:spPr/>
    </dgm:pt>
    <dgm:pt modelId="{5BE061E7-3C15-40DD-94C9-35468CAD4CD3}" type="pres">
      <dgm:prSet presAssocID="{F56C3ED3-D933-41BE-91C3-6071EBF1084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5F806727-62CC-487A-921F-06FFBEFF5CC1}" type="pres">
      <dgm:prSet presAssocID="{F56C3ED3-D933-41BE-91C3-6071EBF10842}" presName="spaceRect" presStyleCnt="0"/>
      <dgm:spPr/>
    </dgm:pt>
    <dgm:pt modelId="{3BCE7C19-BCFB-4CD0-BA21-73EC7EB0F3C8}" type="pres">
      <dgm:prSet presAssocID="{F56C3ED3-D933-41BE-91C3-6071EBF10842}" presName="parTx" presStyleLbl="revTx" presStyleIdx="1" presStyleCnt="3">
        <dgm:presLayoutVars>
          <dgm:chMax val="0"/>
          <dgm:chPref val="0"/>
        </dgm:presLayoutVars>
      </dgm:prSet>
      <dgm:spPr/>
    </dgm:pt>
    <dgm:pt modelId="{D5F553AF-6404-46B3-9EBD-48B3B7D11B7A}" type="pres">
      <dgm:prSet presAssocID="{E99CE49E-E3AD-4898-825D-757CA1B35CB6}" presName="sibTrans" presStyleCnt="0"/>
      <dgm:spPr/>
    </dgm:pt>
    <dgm:pt modelId="{3C9CD21F-153D-4536-90D3-4E5A42516542}" type="pres">
      <dgm:prSet presAssocID="{C34DD43B-AFD7-4577-8CCF-9DF35482EE00}" presName="compNode" presStyleCnt="0"/>
      <dgm:spPr/>
    </dgm:pt>
    <dgm:pt modelId="{CD72D9A5-7017-4DC1-8033-0F71AAC7698F}" type="pres">
      <dgm:prSet presAssocID="{C34DD43B-AFD7-4577-8CCF-9DF35482EE00}" presName="bgRect" presStyleLbl="bgShp" presStyleIdx="2" presStyleCnt="3"/>
      <dgm:spPr/>
    </dgm:pt>
    <dgm:pt modelId="{11FF302E-C088-4765-981E-A1BA80FB4DEF}" type="pres">
      <dgm:prSet presAssocID="{C34DD43B-AFD7-4577-8CCF-9DF35482EE0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7575AB2-A4E1-4835-A6CB-DDE938B0A9E8}" type="pres">
      <dgm:prSet presAssocID="{C34DD43B-AFD7-4577-8CCF-9DF35482EE00}" presName="spaceRect" presStyleCnt="0"/>
      <dgm:spPr/>
    </dgm:pt>
    <dgm:pt modelId="{9F305450-5D63-4575-BEE2-DA5C90987600}" type="pres">
      <dgm:prSet presAssocID="{C34DD43B-AFD7-4577-8CCF-9DF35482EE0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A97800A-2E5C-4D22-A590-7ACD08F41442}" type="presOf" srcId="{84F18BE8-2596-4445-ACCA-324D5282824E}" destId="{5551D628-7A8D-429A-B543-73EE770C760C}" srcOrd="0" destOrd="0" presId="urn:microsoft.com/office/officeart/2018/2/layout/IconVerticalSolidList"/>
    <dgm:cxn modelId="{ACBBDE1F-DC0D-4CE3-9637-1313E886C7DB}" type="presOf" srcId="{F56C3ED3-D933-41BE-91C3-6071EBF10842}" destId="{3BCE7C19-BCFB-4CD0-BA21-73EC7EB0F3C8}" srcOrd="0" destOrd="0" presId="urn:microsoft.com/office/officeart/2018/2/layout/IconVerticalSolidList"/>
    <dgm:cxn modelId="{C8CEC82D-22E5-4740-9ACC-2A546CA4AB10}" srcId="{84F18BE8-2596-4445-ACCA-324D5282824E}" destId="{F56C3ED3-D933-41BE-91C3-6071EBF10842}" srcOrd="1" destOrd="0" parTransId="{22114E9B-46B3-4F1E-8651-43B9857D0084}" sibTransId="{E99CE49E-E3AD-4898-825D-757CA1B35CB6}"/>
    <dgm:cxn modelId="{CD62F357-595C-4A00-9D5C-28B191884C02}" srcId="{84F18BE8-2596-4445-ACCA-324D5282824E}" destId="{C34DD43B-AFD7-4577-8CCF-9DF35482EE00}" srcOrd="2" destOrd="0" parTransId="{F6B006ED-8A0E-49D1-A7C9-21743D23AF20}" sibTransId="{D15597C5-823E-4799-9C1E-038258501137}"/>
    <dgm:cxn modelId="{CA2B9CAC-E8AA-46DD-8FDE-6DB0531F6C88}" type="presOf" srcId="{C34DD43B-AFD7-4577-8CCF-9DF35482EE00}" destId="{9F305450-5D63-4575-BEE2-DA5C90987600}" srcOrd="0" destOrd="0" presId="urn:microsoft.com/office/officeart/2018/2/layout/IconVerticalSolidList"/>
    <dgm:cxn modelId="{7D55D4C8-6656-4733-9FC7-C55A6241410F}" type="presOf" srcId="{E812C4C2-D8D5-4119-8732-A1368B4A4D84}" destId="{128A1D10-267E-4945-982D-D1FFD7CB7BF6}" srcOrd="0" destOrd="0" presId="urn:microsoft.com/office/officeart/2018/2/layout/IconVerticalSolidList"/>
    <dgm:cxn modelId="{554E0EDA-6A0F-48DD-AFB8-EFFF67F1FAFB}" srcId="{84F18BE8-2596-4445-ACCA-324D5282824E}" destId="{E812C4C2-D8D5-4119-8732-A1368B4A4D84}" srcOrd="0" destOrd="0" parTransId="{AEB5F399-4DD2-4C94-99C4-9617997820F2}" sibTransId="{ADA68381-1690-4C11-8374-C04ED2D41B78}"/>
    <dgm:cxn modelId="{9CF48E7A-1E8C-4C34-A363-D327B10821E3}" type="presParOf" srcId="{5551D628-7A8D-429A-B543-73EE770C760C}" destId="{550EACE2-A4A5-484E-9B75-CDFBE0C07A4F}" srcOrd="0" destOrd="0" presId="urn:microsoft.com/office/officeart/2018/2/layout/IconVerticalSolidList"/>
    <dgm:cxn modelId="{ED12450C-C7B7-4CFA-8B0D-6E04B29B9EF9}" type="presParOf" srcId="{550EACE2-A4A5-484E-9B75-CDFBE0C07A4F}" destId="{96AA0847-E259-4472-BD37-7F71BCD4D21B}" srcOrd="0" destOrd="0" presId="urn:microsoft.com/office/officeart/2018/2/layout/IconVerticalSolidList"/>
    <dgm:cxn modelId="{BD2B8F69-BFAF-47E4-92FE-84420C38ED15}" type="presParOf" srcId="{550EACE2-A4A5-484E-9B75-CDFBE0C07A4F}" destId="{26DC2CC0-31C8-4505-A6DD-3142CA2F3B6C}" srcOrd="1" destOrd="0" presId="urn:microsoft.com/office/officeart/2018/2/layout/IconVerticalSolidList"/>
    <dgm:cxn modelId="{89AD4521-FC04-46CD-B3FA-FB2F03868D51}" type="presParOf" srcId="{550EACE2-A4A5-484E-9B75-CDFBE0C07A4F}" destId="{5475A7BA-8ADD-4F02-BE4F-4599F319B5AB}" srcOrd="2" destOrd="0" presId="urn:microsoft.com/office/officeart/2018/2/layout/IconVerticalSolidList"/>
    <dgm:cxn modelId="{B26B7340-FB23-48E9-A920-CE6E8E64D27C}" type="presParOf" srcId="{550EACE2-A4A5-484E-9B75-CDFBE0C07A4F}" destId="{128A1D10-267E-4945-982D-D1FFD7CB7BF6}" srcOrd="3" destOrd="0" presId="urn:microsoft.com/office/officeart/2018/2/layout/IconVerticalSolidList"/>
    <dgm:cxn modelId="{F77668F8-0396-4233-8211-89DD1C50E775}" type="presParOf" srcId="{5551D628-7A8D-429A-B543-73EE770C760C}" destId="{DC5E09AA-3EE1-4DBC-83F9-D6E4D9CD99EF}" srcOrd="1" destOrd="0" presId="urn:microsoft.com/office/officeart/2018/2/layout/IconVerticalSolidList"/>
    <dgm:cxn modelId="{BE8A8E84-6ED4-4AB6-A3F5-D83C997830FE}" type="presParOf" srcId="{5551D628-7A8D-429A-B543-73EE770C760C}" destId="{5335AFFF-CE11-4C97-ACE6-AFE9EE26F978}" srcOrd="2" destOrd="0" presId="urn:microsoft.com/office/officeart/2018/2/layout/IconVerticalSolidList"/>
    <dgm:cxn modelId="{A764B5F6-06F6-4345-BC89-AF084CC82B54}" type="presParOf" srcId="{5335AFFF-CE11-4C97-ACE6-AFE9EE26F978}" destId="{FE034EDB-85BD-4826-A35E-25DD2E1B6435}" srcOrd="0" destOrd="0" presId="urn:microsoft.com/office/officeart/2018/2/layout/IconVerticalSolidList"/>
    <dgm:cxn modelId="{BF94EF8C-9E25-4D43-80FE-EB92C45207F2}" type="presParOf" srcId="{5335AFFF-CE11-4C97-ACE6-AFE9EE26F978}" destId="{5BE061E7-3C15-40DD-94C9-35468CAD4CD3}" srcOrd="1" destOrd="0" presId="urn:microsoft.com/office/officeart/2018/2/layout/IconVerticalSolidList"/>
    <dgm:cxn modelId="{765609EA-B5DE-4F23-A14F-7ABEC32C64E3}" type="presParOf" srcId="{5335AFFF-CE11-4C97-ACE6-AFE9EE26F978}" destId="{5F806727-62CC-487A-921F-06FFBEFF5CC1}" srcOrd="2" destOrd="0" presId="urn:microsoft.com/office/officeart/2018/2/layout/IconVerticalSolidList"/>
    <dgm:cxn modelId="{165CF75B-6F13-4577-B980-60B3DA054009}" type="presParOf" srcId="{5335AFFF-CE11-4C97-ACE6-AFE9EE26F978}" destId="{3BCE7C19-BCFB-4CD0-BA21-73EC7EB0F3C8}" srcOrd="3" destOrd="0" presId="urn:microsoft.com/office/officeart/2018/2/layout/IconVerticalSolidList"/>
    <dgm:cxn modelId="{F39E868A-4C70-40FA-B28F-EE0B10EA7A64}" type="presParOf" srcId="{5551D628-7A8D-429A-B543-73EE770C760C}" destId="{D5F553AF-6404-46B3-9EBD-48B3B7D11B7A}" srcOrd="3" destOrd="0" presId="urn:microsoft.com/office/officeart/2018/2/layout/IconVerticalSolidList"/>
    <dgm:cxn modelId="{98DABB2B-CBD5-472C-BDFF-ED9CFC8D87CA}" type="presParOf" srcId="{5551D628-7A8D-429A-B543-73EE770C760C}" destId="{3C9CD21F-153D-4536-90D3-4E5A42516542}" srcOrd="4" destOrd="0" presId="urn:microsoft.com/office/officeart/2018/2/layout/IconVerticalSolidList"/>
    <dgm:cxn modelId="{5C99633C-B22D-48EA-9BE6-F1ADFBE91E86}" type="presParOf" srcId="{3C9CD21F-153D-4536-90D3-4E5A42516542}" destId="{CD72D9A5-7017-4DC1-8033-0F71AAC7698F}" srcOrd="0" destOrd="0" presId="urn:microsoft.com/office/officeart/2018/2/layout/IconVerticalSolidList"/>
    <dgm:cxn modelId="{CC9097D9-DCF0-4F2F-BA7B-CD170EFDDDBA}" type="presParOf" srcId="{3C9CD21F-153D-4536-90D3-4E5A42516542}" destId="{11FF302E-C088-4765-981E-A1BA80FB4DEF}" srcOrd="1" destOrd="0" presId="urn:microsoft.com/office/officeart/2018/2/layout/IconVerticalSolidList"/>
    <dgm:cxn modelId="{F2730F36-C7C5-4F96-99CB-A8170ABFF42D}" type="presParOf" srcId="{3C9CD21F-153D-4536-90D3-4E5A42516542}" destId="{C7575AB2-A4E1-4835-A6CB-DDE938B0A9E8}" srcOrd="2" destOrd="0" presId="urn:microsoft.com/office/officeart/2018/2/layout/IconVerticalSolidList"/>
    <dgm:cxn modelId="{DEE1F440-74FC-44F4-9609-23E73828E172}" type="presParOf" srcId="{3C9CD21F-153D-4536-90D3-4E5A42516542}" destId="{9F305450-5D63-4575-BEE2-DA5C9098760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1988000-B7F7-4FF0-90DB-CC946F77607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360FB94-925C-44BA-A3B3-544AFD2822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Renewable energy integration</a:t>
          </a:r>
        </a:p>
      </dgm:t>
    </dgm:pt>
    <dgm:pt modelId="{E0A6DA85-8FDC-49E6-A9F2-BB8849E533B8}" type="parTrans" cxnId="{1BA89EAD-2A2B-43FF-951F-198505240460}">
      <dgm:prSet/>
      <dgm:spPr/>
      <dgm:t>
        <a:bodyPr/>
        <a:lstStyle/>
        <a:p>
          <a:endParaRPr lang="en-US"/>
        </a:p>
      </dgm:t>
    </dgm:pt>
    <dgm:pt modelId="{EA257843-3031-4BC0-8591-1B720B3AECEB}" type="sibTrans" cxnId="{1BA89EAD-2A2B-43FF-951F-198505240460}">
      <dgm:prSet/>
      <dgm:spPr/>
      <dgm:t>
        <a:bodyPr/>
        <a:lstStyle/>
        <a:p>
          <a:endParaRPr lang="en-US"/>
        </a:p>
      </dgm:t>
    </dgm:pt>
    <dgm:pt modelId="{031C463A-6981-4098-9A62-52AB66CD3A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Energy efficiency measures</a:t>
          </a:r>
        </a:p>
      </dgm:t>
    </dgm:pt>
    <dgm:pt modelId="{B9336B8D-7826-4C50-A4FE-9C95C81188A2}" type="parTrans" cxnId="{B9EFEA76-EDDE-4BBB-B821-6545CB763FA9}">
      <dgm:prSet/>
      <dgm:spPr/>
      <dgm:t>
        <a:bodyPr/>
        <a:lstStyle/>
        <a:p>
          <a:endParaRPr lang="en-US"/>
        </a:p>
      </dgm:t>
    </dgm:pt>
    <dgm:pt modelId="{42905D9B-FEA4-48A8-823E-EFF5F5F67065}" type="sibTrans" cxnId="{B9EFEA76-EDDE-4BBB-B821-6545CB763FA9}">
      <dgm:prSet/>
      <dgm:spPr/>
      <dgm:t>
        <a:bodyPr/>
        <a:lstStyle/>
        <a:p>
          <a:endParaRPr lang="en-US"/>
        </a:p>
      </dgm:t>
    </dgm:pt>
    <dgm:pt modelId="{E4E5A2E8-6B05-4BED-B3CA-721C253084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Energy recovery from water systems</a:t>
          </a:r>
        </a:p>
      </dgm:t>
    </dgm:pt>
    <dgm:pt modelId="{C002123A-7AC9-4C89-9B1C-3DA991AB557C}" type="parTrans" cxnId="{947047FA-F9A9-497A-8D4B-D22784162B10}">
      <dgm:prSet/>
      <dgm:spPr/>
      <dgm:t>
        <a:bodyPr/>
        <a:lstStyle/>
        <a:p>
          <a:endParaRPr lang="en-US"/>
        </a:p>
      </dgm:t>
    </dgm:pt>
    <dgm:pt modelId="{27B8B660-988D-40FE-8193-CCAFE3459FAA}" type="sibTrans" cxnId="{947047FA-F9A9-497A-8D4B-D22784162B10}">
      <dgm:prSet/>
      <dgm:spPr/>
      <dgm:t>
        <a:bodyPr/>
        <a:lstStyle/>
        <a:p>
          <a:endParaRPr lang="en-US"/>
        </a:p>
      </dgm:t>
    </dgm:pt>
    <dgm:pt modelId="{27059F78-A60B-4633-B2C6-61C9FDAC68F8}" type="pres">
      <dgm:prSet presAssocID="{81988000-B7F7-4FF0-90DB-CC946F776078}" presName="root" presStyleCnt="0">
        <dgm:presLayoutVars>
          <dgm:dir/>
          <dgm:resizeHandles val="exact"/>
        </dgm:presLayoutVars>
      </dgm:prSet>
      <dgm:spPr/>
    </dgm:pt>
    <dgm:pt modelId="{DD8F8F14-2AD3-4856-A644-402DAF4F8C1B}" type="pres">
      <dgm:prSet presAssocID="{D360FB94-925C-44BA-A3B3-544AFD282253}" presName="compNode" presStyleCnt="0"/>
      <dgm:spPr/>
    </dgm:pt>
    <dgm:pt modelId="{18E6D7C8-B63D-424B-ACE7-E209947C8E3C}" type="pres">
      <dgm:prSet presAssocID="{D360FB94-925C-44BA-A3B3-544AFD282253}" presName="bgRect" presStyleLbl="bgShp" presStyleIdx="0" presStyleCnt="3"/>
      <dgm:spPr/>
    </dgm:pt>
    <dgm:pt modelId="{B5849F3E-3C6B-4CC8-98AC-4C9D93792BE4}" type="pres">
      <dgm:prSet presAssocID="{D360FB94-925C-44BA-A3B3-544AFD28225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A4931502-5C7D-4247-B504-0812AB7AE113}" type="pres">
      <dgm:prSet presAssocID="{D360FB94-925C-44BA-A3B3-544AFD282253}" presName="spaceRect" presStyleCnt="0"/>
      <dgm:spPr/>
    </dgm:pt>
    <dgm:pt modelId="{96D168A4-3B06-4A26-AB40-94869277B37E}" type="pres">
      <dgm:prSet presAssocID="{D360FB94-925C-44BA-A3B3-544AFD282253}" presName="parTx" presStyleLbl="revTx" presStyleIdx="0" presStyleCnt="3">
        <dgm:presLayoutVars>
          <dgm:chMax val="0"/>
          <dgm:chPref val="0"/>
        </dgm:presLayoutVars>
      </dgm:prSet>
      <dgm:spPr/>
    </dgm:pt>
    <dgm:pt modelId="{EBD1FB5F-57E9-40D5-9053-55C7D9B96E4F}" type="pres">
      <dgm:prSet presAssocID="{EA257843-3031-4BC0-8591-1B720B3AECEB}" presName="sibTrans" presStyleCnt="0"/>
      <dgm:spPr/>
    </dgm:pt>
    <dgm:pt modelId="{39E29F36-DF32-4291-8267-7A041BF066DB}" type="pres">
      <dgm:prSet presAssocID="{031C463A-6981-4098-9A62-52AB66CD3A69}" presName="compNode" presStyleCnt="0"/>
      <dgm:spPr/>
    </dgm:pt>
    <dgm:pt modelId="{C17C275D-44BE-4A19-9CB1-1399194BF87E}" type="pres">
      <dgm:prSet presAssocID="{031C463A-6981-4098-9A62-52AB66CD3A69}" presName="bgRect" presStyleLbl="bgShp" presStyleIdx="1" presStyleCnt="3"/>
      <dgm:spPr/>
    </dgm:pt>
    <dgm:pt modelId="{BB148934-7F8D-490E-9ACC-1C2D32C77A8C}" type="pres">
      <dgm:prSet presAssocID="{031C463A-6981-4098-9A62-52AB66CD3A6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ED7C1468-4A5A-48BA-9D40-3F8348913F92}" type="pres">
      <dgm:prSet presAssocID="{031C463A-6981-4098-9A62-52AB66CD3A69}" presName="spaceRect" presStyleCnt="0"/>
      <dgm:spPr/>
    </dgm:pt>
    <dgm:pt modelId="{70C161F8-AEDC-4892-A987-993BFDBA8680}" type="pres">
      <dgm:prSet presAssocID="{031C463A-6981-4098-9A62-52AB66CD3A69}" presName="parTx" presStyleLbl="revTx" presStyleIdx="1" presStyleCnt="3">
        <dgm:presLayoutVars>
          <dgm:chMax val="0"/>
          <dgm:chPref val="0"/>
        </dgm:presLayoutVars>
      </dgm:prSet>
      <dgm:spPr/>
    </dgm:pt>
    <dgm:pt modelId="{4FA316A9-4E5C-4884-8BC5-4CD5FA1C2E0B}" type="pres">
      <dgm:prSet presAssocID="{42905D9B-FEA4-48A8-823E-EFF5F5F67065}" presName="sibTrans" presStyleCnt="0"/>
      <dgm:spPr/>
    </dgm:pt>
    <dgm:pt modelId="{2E680DF6-F399-4FA5-BB63-3564CA32415A}" type="pres">
      <dgm:prSet presAssocID="{E4E5A2E8-6B05-4BED-B3CA-721C2530841A}" presName="compNode" presStyleCnt="0"/>
      <dgm:spPr/>
    </dgm:pt>
    <dgm:pt modelId="{0AD1CD3C-EDD6-4105-9BEE-5AC9688A345B}" type="pres">
      <dgm:prSet presAssocID="{E4E5A2E8-6B05-4BED-B3CA-721C2530841A}" presName="bgRect" presStyleLbl="bgShp" presStyleIdx="2" presStyleCnt="3"/>
      <dgm:spPr/>
    </dgm:pt>
    <dgm:pt modelId="{D4CBACC8-2A97-47E3-8FA4-750D246D45B2}" type="pres">
      <dgm:prSet presAssocID="{E4E5A2E8-6B05-4BED-B3CA-721C2530841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76AC0751-0E31-40C2-B8C8-419A6F9D7140}" type="pres">
      <dgm:prSet presAssocID="{E4E5A2E8-6B05-4BED-B3CA-721C2530841A}" presName="spaceRect" presStyleCnt="0"/>
      <dgm:spPr/>
    </dgm:pt>
    <dgm:pt modelId="{000E18C0-5A93-48D9-BD5F-0F1D7E5A983D}" type="pres">
      <dgm:prSet presAssocID="{E4E5A2E8-6B05-4BED-B3CA-721C2530841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FA1DB3D-C7F5-471A-B09A-E9C9F0B32434}" type="presOf" srcId="{031C463A-6981-4098-9A62-52AB66CD3A69}" destId="{70C161F8-AEDC-4892-A987-993BFDBA8680}" srcOrd="0" destOrd="0" presId="urn:microsoft.com/office/officeart/2018/2/layout/IconVerticalSolidList"/>
    <dgm:cxn modelId="{B9EFEA76-EDDE-4BBB-B821-6545CB763FA9}" srcId="{81988000-B7F7-4FF0-90DB-CC946F776078}" destId="{031C463A-6981-4098-9A62-52AB66CD3A69}" srcOrd="1" destOrd="0" parTransId="{B9336B8D-7826-4C50-A4FE-9C95C81188A2}" sibTransId="{42905D9B-FEA4-48A8-823E-EFF5F5F67065}"/>
    <dgm:cxn modelId="{1BA89EAD-2A2B-43FF-951F-198505240460}" srcId="{81988000-B7F7-4FF0-90DB-CC946F776078}" destId="{D360FB94-925C-44BA-A3B3-544AFD282253}" srcOrd="0" destOrd="0" parTransId="{E0A6DA85-8FDC-49E6-A9F2-BB8849E533B8}" sibTransId="{EA257843-3031-4BC0-8591-1B720B3AECEB}"/>
    <dgm:cxn modelId="{4FBA93C3-5B92-4937-B9A4-6983913F8A91}" type="presOf" srcId="{81988000-B7F7-4FF0-90DB-CC946F776078}" destId="{27059F78-A60B-4633-B2C6-61C9FDAC68F8}" srcOrd="0" destOrd="0" presId="urn:microsoft.com/office/officeart/2018/2/layout/IconVerticalSolidList"/>
    <dgm:cxn modelId="{876D34DE-B278-4973-B8BE-D220406656AA}" type="presOf" srcId="{D360FB94-925C-44BA-A3B3-544AFD282253}" destId="{96D168A4-3B06-4A26-AB40-94869277B37E}" srcOrd="0" destOrd="0" presId="urn:microsoft.com/office/officeart/2018/2/layout/IconVerticalSolidList"/>
    <dgm:cxn modelId="{477E83E2-CA93-4605-BF78-E9C1B4AAD3EC}" type="presOf" srcId="{E4E5A2E8-6B05-4BED-B3CA-721C2530841A}" destId="{000E18C0-5A93-48D9-BD5F-0F1D7E5A983D}" srcOrd="0" destOrd="0" presId="urn:microsoft.com/office/officeart/2018/2/layout/IconVerticalSolidList"/>
    <dgm:cxn modelId="{947047FA-F9A9-497A-8D4B-D22784162B10}" srcId="{81988000-B7F7-4FF0-90DB-CC946F776078}" destId="{E4E5A2E8-6B05-4BED-B3CA-721C2530841A}" srcOrd="2" destOrd="0" parTransId="{C002123A-7AC9-4C89-9B1C-3DA991AB557C}" sibTransId="{27B8B660-988D-40FE-8193-CCAFE3459FAA}"/>
    <dgm:cxn modelId="{9472DBB1-0589-4529-9D85-29E0329C54C4}" type="presParOf" srcId="{27059F78-A60B-4633-B2C6-61C9FDAC68F8}" destId="{DD8F8F14-2AD3-4856-A644-402DAF4F8C1B}" srcOrd="0" destOrd="0" presId="urn:microsoft.com/office/officeart/2018/2/layout/IconVerticalSolidList"/>
    <dgm:cxn modelId="{E9EA4811-A801-46D6-BE13-24854C33DC08}" type="presParOf" srcId="{DD8F8F14-2AD3-4856-A644-402DAF4F8C1B}" destId="{18E6D7C8-B63D-424B-ACE7-E209947C8E3C}" srcOrd="0" destOrd="0" presId="urn:microsoft.com/office/officeart/2018/2/layout/IconVerticalSolidList"/>
    <dgm:cxn modelId="{1527C787-63C5-43A8-A0E1-4879ED7EC5F0}" type="presParOf" srcId="{DD8F8F14-2AD3-4856-A644-402DAF4F8C1B}" destId="{B5849F3E-3C6B-4CC8-98AC-4C9D93792BE4}" srcOrd="1" destOrd="0" presId="urn:microsoft.com/office/officeart/2018/2/layout/IconVerticalSolidList"/>
    <dgm:cxn modelId="{8E53ADD8-8296-4DB8-A448-68A0B73EBF29}" type="presParOf" srcId="{DD8F8F14-2AD3-4856-A644-402DAF4F8C1B}" destId="{A4931502-5C7D-4247-B504-0812AB7AE113}" srcOrd="2" destOrd="0" presId="urn:microsoft.com/office/officeart/2018/2/layout/IconVerticalSolidList"/>
    <dgm:cxn modelId="{C19B3CAF-B6C3-4D2A-A91A-C36D06FA6400}" type="presParOf" srcId="{DD8F8F14-2AD3-4856-A644-402DAF4F8C1B}" destId="{96D168A4-3B06-4A26-AB40-94869277B37E}" srcOrd="3" destOrd="0" presId="urn:microsoft.com/office/officeart/2018/2/layout/IconVerticalSolidList"/>
    <dgm:cxn modelId="{768A4D63-D50E-4B85-A4BB-4506A3650834}" type="presParOf" srcId="{27059F78-A60B-4633-B2C6-61C9FDAC68F8}" destId="{EBD1FB5F-57E9-40D5-9053-55C7D9B96E4F}" srcOrd="1" destOrd="0" presId="urn:microsoft.com/office/officeart/2018/2/layout/IconVerticalSolidList"/>
    <dgm:cxn modelId="{720BC0BD-566E-482D-8AFC-5B3EF33F3A32}" type="presParOf" srcId="{27059F78-A60B-4633-B2C6-61C9FDAC68F8}" destId="{39E29F36-DF32-4291-8267-7A041BF066DB}" srcOrd="2" destOrd="0" presId="urn:microsoft.com/office/officeart/2018/2/layout/IconVerticalSolidList"/>
    <dgm:cxn modelId="{5887411A-A16A-43D6-97C1-4726F8F1E8BC}" type="presParOf" srcId="{39E29F36-DF32-4291-8267-7A041BF066DB}" destId="{C17C275D-44BE-4A19-9CB1-1399194BF87E}" srcOrd="0" destOrd="0" presId="urn:microsoft.com/office/officeart/2018/2/layout/IconVerticalSolidList"/>
    <dgm:cxn modelId="{F548ECC9-6782-4B94-B6FE-6DEEFC211ED5}" type="presParOf" srcId="{39E29F36-DF32-4291-8267-7A041BF066DB}" destId="{BB148934-7F8D-490E-9ACC-1C2D32C77A8C}" srcOrd="1" destOrd="0" presId="urn:microsoft.com/office/officeart/2018/2/layout/IconVerticalSolidList"/>
    <dgm:cxn modelId="{64318D05-681B-49D9-9BD9-475EC9616853}" type="presParOf" srcId="{39E29F36-DF32-4291-8267-7A041BF066DB}" destId="{ED7C1468-4A5A-48BA-9D40-3F8348913F92}" srcOrd="2" destOrd="0" presId="urn:microsoft.com/office/officeart/2018/2/layout/IconVerticalSolidList"/>
    <dgm:cxn modelId="{2FA4AE46-5799-4397-9701-037DC08CFBD9}" type="presParOf" srcId="{39E29F36-DF32-4291-8267-7A041BF066DB}" destId="{70C161F8-AEDC-4892-A987-993BFDBA8680}" srcOrd="3" destOrd="0" presId="urn:microsoft.com/office/officeart/2018/2/layout/IconVerticalSolidList"/>
    <dgm:cxn modelId="{318C8ADF-E42C-432B-A31A-C5229F8BD3CB}" type="presParOf" srcId="{27059F78-A60B-4633-B2C6-61C9FDAC68F8}" destId="{4FA316A9-4E5C-4884-8BC5-4CD5FA1C2E0B}" srcOrd="3" destOrd="0" presId="urn:microsoft.com/office/officeart/2018/2/layout/IconVerticalSolidList"/>
    <dgm:cxn modelId="{A3E1C668-B1B1-49E4-AE64-A722B8AD156B}" type="presParOf" srcId="{27059F78-A60B-4633-B2C6-61C9FDAC68F8}" destId="{2E680DF6-F399-4FA5-BB63-3564CA32415A}" srcOrd="4" destOrd="0" presId="urn:microsoft.com/office/officeart/2018/2/layout/IconVerticalSolidList"/>
    <dgm:cxn modelId="{0C05283E-30D9-48CD-A1C7-666B40FBFAB8}" type="presParOf" srcId="{2E680DF6-F399-4FA5-BB63-3564CA32415A}" destId="{0AD1CD3C-EDD6-4105-9BEE-5AC9688A345B}" srcOrd="0" destOrd="0" presId="urn:microsoft.com/office/officeart/2018/2/layout/IconVerticalSolidList"/>
    <dgm:cxn modelId="{3131310F-D25F-44AD-969F-408DD7FAFDD5}" type="presParOf" srcId="{2E680DF6-F399-4FA5-BB63-3564CA32415A}" destId="{D4CBACC8-2A97-47E3-8FA4-750D246D45B2}" srcOrd="1" destOrd="0" presId="urn:microsoft.com/office/officeart/2018/2/layout/IconVerticalSolidList"/>
    <dgm:cxn modelId="{5DD28E47-DB0F-4362-B566-EA4BE046D721}" type="presParOf" srcId="{2E680DF6-F399-4FA5-BB63-3564CA32415A}" destId="{76AC0751-0E31-40C2-B8C8-419A6F9D7140}" srcOrd="2" destOrd="0" presId="urn:microsoft.com/office/officeart/2018/2/layout/IconVerticalSolidList"/>
    <dgm:cxn modelId="{D383E869-3A4D-4B90-A5A5-294E877BE06A}" type="presParOf" srcId="{2E680DF6-F399-4FA5-BB63-3564CA32415A}" destId="{000E18C0-5A93-48D9-BD5F-0F1D7E5A98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A3786B1-A9F7-486E-BE54-DFABF576991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D7F61C6-08A3-4207-BF8F-0F4942E06E14}">
      <dgm:prSet/>
      <dgm:spPr/>
      <dgm:t>
        <a:bodyPr/>
        <a:lstStyle/>
        <a:p>
          <a:r>
            <a:rPr lang="en-US"/>
            <a:t>Irrigation modernization</a:t>
          </a:r>
        </a:p>
      </dgm:t>
    </dgm:pt>
    <dgm:pt modelId="{A87B3911-1874-4CF3-AEAA-C45FC844C228}" type="parTrans" cxnId="{66311C92-F411-47C2-9A69-779D94DF864B}">
      <dgm:prSet/>
      <dgm:spPr/>
      <dgm:t>
        <a:bodyPr/>
        <a:lstStyle/>
        <a:p>
          <a:endParaRPr lang="en-US"/>
        </a:p>
      </dgm:t>
    </dgm:pt>
    <dgm:pt modelId="{55B05E8A-26E0-451C-B41E-24800E123666}" type="sibTrans" cxnId="{66311C92-F411-47C2-9A69-779D94DF864B}">
      <dgm:prSet/>
      <dgm:spPr/>
      <dgm:t>
        <a:bodyPr/>
        <a:lstStyle/>
        <a:p>
          <a:endParaRPr lang="en-US"/>
        </a:p>
      </dgm:t>
    </dgm:pt>
    <dgm:pt modelId="{7C1F7B71-BC2C-43C1-A83B-CC0AB0654679}">
      <dgm:prSet/>
      <dgm:spPr/>
      <dgm:t>
        <a:bodyPr/>
        <a:lstStyle/>
        <a:p>
          <a:r>
            <a:rPr lang="en-US"/>
            <a:t>Climate-smart agriculture practices</a:t>
          </a:r>
        </a:p>
      </dgm:t>
    </dgm:pt>
    <dgm:pt modelId="{3D568AA8-24BA-4C30-BF5F-08A4A7E5412A}" type="parTrans" cxnId="{0CA8C7F8-940C-4CD6-BF8F-28AB347E63C0}">
      <dgm:prSet/>
      <dgm:spPr/>
      <dgm:t>
        <a:bodyPr/>
        <a:lstStyle/>
        <a:p>
          <a:endParaRPr lang="en-US"/>
        </a:p>
      </dgm:t>
    </dgm:pt>
    <dgm:pt modelId="{1612373D-17A7-4A30-AC85-1F3FB73258A9}" type="sibTrans" cxnId="{0CA8C7F8-940C-4CD6-BF8F-28AB347E63C0}">
      <dgm:prSet/>
      <dgm:spPr/>
      <dgm:t>
        <a:bodyPr/>
        <a:lstStyle/>
        <a:p>
          <a:endParaRPr lang="en-US"/>
        </a:p>
      </dgm:t>
    </dgm:pt>
    <dgm:pt modelId="{D27F3AFB-2BBC-46EE-9A78-C32AD5A2EC2F}">
      <dgm:prSet/>
      <dgm:spPr/>
      <dgm:t>
        <a:bodyPr/>
        <a:lstStyle/>
        <a:p>
          <a:r>
            <a:rPr lang="en-US"/>
            <a:t>Value-chain enablers (storage, processing)</a:t>
          </a:r>
        </a:p>
      </dgm:t>
    </dgm:pt>
    <dgm:pt modelId="{A02E5E6F-419C-4904-A165-B416F8661CC2}" type="parTrans" cxnId="{23E08BA9-ECDE-4795-A606-9D8A66FA4D7A}">
      <dgm:prSet/>
      <dgm:spPr/>
      <dgm:t>
        <a:bodyPr/>
        <a:lstStyle/>
        <a:p>
          <a:endParaRPr lang="en-US"/>
        </a:p>
      </dgm:t>
    </dgm:pt>
    <dgm:pt modelId="{BB021000-D691-464B-B2FB-616289520279}" type="sibTrans" cxnId="{23E08BA9-ECDE-4795-A606-9D8A66FA4D7A}">
      <dgm:prSet/>
      <dgm:spPr/>
      <dgm:t>
        <a:bodyPr/>
        <a:lstStyle/>
        <a:p>
          <a:endParaRPr lang="en-US"/>
        </a:p>
      </dgm:t>
    </dgm:pt>
    <dgm:pt modelId="{DD6DFA79-0332-4BC4-B2A2-9389EE536B98}" type="pres">
      <dgm:prSet presAssocID="{5A3786B1-A9F7-486E-BE54-DFABF5769913}" presName="root" presStyleCnt="0">
        <dgm:presLayoutVars>
          <dgm:dir/>
          <dgm:resizeHandles val="exact"/>
        </dgm:presLayoutVars>
      </dgm:prSet>
      <dgm:spPr/>
    </dgm:pt>
    <dgm:pt modelId="{FCA99463-3E22-4729-853C-3751ECA6E928}" type="pres">
      <dgm:prSet presAssocID="{3D7F61C6-08A3-4207-BF8F-0F4942E06E14}" presName="compNode" presStyleCnt="0"/>
      <dgm:spPr/>
    </dgm:pt>
    <dgm:pt modelId="{A5AC0A13-5D08-473D-B6DC-EB9002C59CC3}" type="pres">
      <dgm:prSet presAssocID="{3D7F61C6-08A3-4207-BF8F-0F4942E06E14}" presName="bgRect" presStyleLbl="bgShp" presStyleIdx="0" presStyleCnt="3"/>
      <dgm:spPr/>
    </dgm:pt>
    <dgm:pt modelId="{8A436D59-4F1D-4675-997D-54FE6673555E}" type="pres">
      <dgm:prSet presAssocID="{3D7F61C6-08A3-4207-BF8F-0F4942E06E1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D819292C-5EA4-445D-A871-DF6E8BB9594B}" type="pres">
      <dgm:prSet presAssocID="{3D7F61C6-08A3-4207-BF8F-0F4942E06E14}" presName="spaceRect" presStyleCnt="0"/>
      <dgm:spPr/>
    </dgm:pt>
    <dgm:pt modelId="{B6A6BF14-993E-4E44-A945-20B13F4EA880}" type="pres">
      <dgm:prSet presAssocID="{3D7F61C6-08A3-4207-BF8F-0F4942E06E14}" presName="parTx" presStyleLbl="revTx" presStyleIdx="0" presStyleCnt="3">
        <dgm:presLayoutVars>
          <dgm:chMax val="0"/>
          <dgm:chPref val="0"/>
        </dgm:presLayoutVars>
      </dgm:prSet>
      <dgm:spPr/>
    </dgm:pt>
    <dgm:pt modelId="{F47628B3-C8AF-429F-9DC3-FFCD39679FD8}" type="pres">
      <dgm:prSet presAssocID="{55B05E8A-26E0-451C-B41E-24800E123666}" presName="sibTrans" presStyleCnt="0"/>
      <dgm:spPr/>
    </dgm:pt>
    <dgm:pt modelId="{D553D973-BFBB-4B5C-BDAF-C27C6E9E1527}" type="pres">
      <dgm:prSet presAssocID="{7C1F7B71-BC2C-43C1-A83B-CC0AB0654679}" presName="compNode" presStyleCnt="0"/>
      <dgm:spPr/>
    </dgm:pt>
    <dgm:pt modelId="{FD0914E3-445A-44AE-9757-2FA248F3482A}" type="pres">
      <dgm:prSet presAssocID="{7C1F7B71-BC2C-43C1-A83B-CC0AB0654679}" presName="bgRect" presStyleLbl="bgShp" presStyleIdx="1" presStyleCnt="3"/>
      <dgm:spPr/>
    </dgm:pt>
    <dgm:pt modelId="{2C3428CE-2CAF-40F1-AC8E-2B7A9EA24726}" type="pres">
      <dgm:prSet presAssocID="{7C1F7B71-BC2C-43C1-A83B-CC0AB065467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5DBA85B0-0D40-43F1-8A76-01990C4C3271}" type="pres">
      <dgm:prSet presAssocID="{7C1F7B71-BC2C-43C1-A83B-CC0AB0654679}" presName="spaceRect" presStyleCnt="0"/>
      <dgm:spPr/>
    </dgm:pt>
    <dgm:pt modelId="{3E7F0774-4F30-469F-B020-C71C3E88AFEA}" type="pres">
      <dgm:prSet presAssocID="{7C1F7B71-BC2C-43C1-A83B-CC0AB0654679}" presName="parTx" presStyleLbl="revTx" presStyleIdx="1" presStyleCnt="3">
        <dgm:presLayoutVars>
          <dgm:chMax val="0"/>
          <dgm:chPref val="0"/>
        </dgm:presLayoutVars>
      </dgm:prSet>
      <dgm:spPr/>
    </dgm:pt>
    <dgm:pt modelId="{B33D27A3-0877-4BBA-8E97-6B69AD26189A}" type="pres">
      <dgm:prSet presAssocID="{1612373D-17A7-4A30-AC85-1F3FB73258A9}" presName="sibTrans" presStyleCnt="0"/>
      <dgm:spPr/>
    </dgm:pt>
    <dgm:pt modelId="{0E5478B7-87D6-4DAC-AA8A-15EC2AC935E6}" type="pres">
      <dgm:prSet presAssocID="{D27F3AFB-2BBC-46EE-9A78-C32AD5A2EC2F}" presName="compNode" presStyleCnt="0"/>
      <dgm:spPr/>
    </dgm:pt>
    <dgm:pt modelId="{F47E594D-61AB-40CA-9483-779BFF89509E}" type="pres">
      <dgm:prSet presAssocID="{D27F3AFB-2BBC-46EE-9A78-C32AD5A2EC2F}" presName="bgRect" presStyleLbl="bgShp" presStyleIdx="2" presStyleCnt="3"/>
      <dgm:spPr/>
    </dgm:pt>
    <dgm:pt modelId="{C612FAE9-C139-4D33-9AD9-30D41BB989C4}" type="pres">
      <dgm:prSet presAssocID="{D27F3AFB-2BBC-46EE-9A78-C32AD5A2EC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8253F7BB-B146-4EC9-9116-17FF7E949616}" type="pres">
      <dgm:prSet presAssocID="{D27F3AFB-2BBC-46EE-9A78-C32AD5A2EC2F}" presName="spaceRect" presStyleCnt="0"/>
      <dgm:spPr/>
    </dgm:pt>
    <dgm:pt modelId="{EF57772E-A3D0-42B2-8CCF-DB55C45941A4}" type="pres">
      <dgm:prSet presAssocID="{D27F3AFB-2BBC-46EE-9A78-C32AD5A2EC2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5447901-1359-4072-9553-289D43CB451D}" type="presOf" srcId="{5A3786B1-A9F7-486E-BE54-DFABF5769913}" destId="{DD6DFA79-0332-4BC4-B2A2-9389EE536B98}" srcOrd="0" destOrd="0" presId="urn:microsoft.com/office/officeart/2018/2/layout/IconVerticalSolidList"/>
    <dgm:cxn modelId="{8F99E277-0E2B-47E3-B488-A01AF978B789}" type="presOf" srcId="{3D7F61C6-08A3-4207-BF8F-0F4942E06E14}" destId="{B6A6BF14-993E-4E44-A945-20B13F4EA880}" srcOrd="0" destOrd="0" presId="urn:microsoft.com/office/officeart/2018/2/layout/IconVerticalSolidList"/>
    <dgm:cxn modelId="{66311C92-F411-47C2-9A69-779D94DF864B}" srcId="{5A3786B1-A9F7-486E-BE54-DFABF5769913}" destId="{3D7F61C6-08A3-4207-BF8F-0F4942E06E14}" srcOrd="0" destOrd="0" parTransId="{A87B3911-1874-4CF3-AEAA-C45FC844C228}" sibTransId="{55B05E8A-26E0-451C-B41E-24800E123666}"/>
    <dgm:cxn modelId="{D603BF9D-2C7B-4E34-A540-1F18E2F22408}" type="presOf" srcId="{7C1F7B71-BC2C-43C1-A83B-CC0AB0654679}" destId="{3E7F0774-4F30-469F-B020-C71C3E88AFEA}" srcOrd="0" destOrd="0" presId="urn:microsoft.com/office/officeart/2018/2/layout/IconVerticalSolidList"/>
    <dgm:cxn modelId="{23E08BA9-ECDE-4795-A606-9D8A66FA4D7A}" srcId="{5A3786B1-A9F7-486E-BE54-DFABF5769913}" destId="{D27F3AFB-2BBC-46EE-9A78-C32AD5A2EC2F}" srcOrd="2" destOrd="0" parTransId="{A02E5E6F-419C-4904-A165-B416F8661CC2}" sibTransId="{BB021000-D691-464B-B2FB-616289520279}"/>
    <dgm:cxn modelId="{893452BF-5710-4212-AF62-48342BF2F554}" type="presOf" srcId="{D27F3AFB-2BBC-46EE-9A78-C32AD5A2EC2F}" destId="{EF57772E-A3D0-42B2-8CCF-DB55C45941A4}" srcOrd="0" destOrd="0" presId="urn:microsoft.com/office/officeart/2018/2/layout/IconVerticalSolidList"/>
    <dgm:cxn modelId="{0CA8C7F8-940C-4CD6-BF8F-28AB347E63C0}" srcId="{5A3786B1-A9F7-486E-BE54-DFABF5769913}" destId="{7C1F7B71-BC2C-43C1-A83B-CC0AB0654679}" srcOrd="1" destOrd="0" parTransId="{3D568AA8-24BA-4C30-BF5F-08A4A7E5412A}" sibTransId="{1612373D-17A7-4A30-AC85-1F3FB73258A9}"/>
    <dgm:cxn modelId="{3D41357E-9392-4FE2-9D36-9AE5F821DEB7}" type="presParOf" srcId="{DD6DFA79-0332-4BC4-B2A2-9389EE536B98}" destId="{FCA99463-3E22-4729-853C-3751ECA6E928}" srcOrd="0" destOrd="0" presId="urn:microsoft.com/office/officeart/2018/2/layout/IconVerticalSolidList"/>
    <dgm:cxn modelId="{DA12A50D-B7BD-4BE0-BC8F-97ECD20C6940}" type="presParOf" srcId="{FCA99463-3E22-4729-853C-3751ECA6E928}" destId="{A5AC0A13-5D08-473D-B6DC-EB9002C59CC3}" srcOrd="0" destOrd="0" presId="urn:microsoft.com/office/officeart/2018/2/layout/IconVerticalSolidList"/>
    <dgm:cxn modelId="{7E78D5A0-40C6-4FC5-9B6E-58C7AD5775F0}" type="presParOf" srcId="{FCA99463-3E22-4729-853C-3751ECA6E928}" destId="{8A436D59-4F1D-4675-997D-54FE6673555E}" srcOrd="1" destOrd="0" presId="urn:microsoft.com/office/officeart/2018/2/layout/IconVerticalSolidList"/>
    <dgm:cxn modelId="{1BEE2C0F-644B-45B3-9575-D89B459A0101}" type="presParOf" srcId="{FCA99463-3E22-4729-853C-3751ECA6E928}" destId="{D819292C-5EA4-445D-A871-DF6E8BB9594B}" srcOrd="2" destOrd="0" presId="urn:microsoft.com/office/officeart/2018/2/layout/IconVerticalSolidList"/>
    <dgm:cxn modelId="{FC316152-F1AB-4EE2-8C6E-404CC5760B1D}" type="presParOf" srcId="{FCA99463-3E22-4729-853C-3751ECA6E928}" destId="{B6A6BF14-993E-4E44-A945-20B13F4EA880}" srcOrd="3" destOrd="0" presId="urn:microsoft.com/office/officeart/2018/2/layout/IconVerticalSolidList"/>
    <dgm:cxn modelId="{668732CD-D4FC-439E-9632-676A867D3D2C}" type="presParOf" srcId="{DD6DFA79-0332-4BC4-B2A2-9389EE536B98}" destId="{F47628B3-C8AF-429F-9DC3-FFCD39679FD8}" srcOrd="1" destOrd="0" presId="urn:microsoft.com/office/officeart/2018/2/layout/IconVerticalSolidList"/>
    <dgm:cxn modelId="{6A8B80E8-20EF-422C-B710-2B68B0E7A6EE}" type="presParOf" srcId="{DD6DFA79-0332-4BC4-B2A2-9389EE536B98}" destId="{D553D973-BFBB-4B5C-BDAF-C27C6E9E1527}" srcOrd="2" destOrd="0" presId="urn:microsoft.com/office/officeart/2018/2/layout/IconVerticalSolidList"/>
    <dgm:cxn modelId="{8686A4C9-5C97-4C53-BC02-DD444B4F1F3F}" type="presParOf" srcId="{D553D973-BFBB-4B5C-BDAF-C27C6E9E1527}" destId="{FD0914E3-445A-44AE-9757-2FA248F3482A}" srcOrd="0" destOrd="0" presId="urn:microsoft.com/office/officeart/2018/2/layout/IconVerticalSolidList"/>
    <dgm:cxn modelId="{09A8FE48-BC39-4EDB-B4DA-A6A0350CE47D}" type="presParOf" srcId="{D553D973-BFBB-4B5C-BDAF-C27C6E9E1527}" destId="{2C3428CE-2CAF-40F1-AC8E-2B7A9EA24726}" srcOrd="1" destOrd="0" presId="urn:microsoft.com/office/officeart/2018/2/layout/IconVerticalSolidList"/>
    <dgm:cxn modelId="{15D3A1A2-A8BA-4E84-9C07-22E265216EFF}" type="presParOf" srcId="{D553D973-BFBB-4B5C-BDAF-C27C6E9E1527}" destId="{5DBA85B0-0D40-43F1-8A76-01990C4C3271}" srcOrd="2" destOrd="0" presId="urn:microsoft.com/office/officeart/2018/2/layout/IconVerticalSolidList"/>
    <dgm:cxn modelId="{B75247BD-09F8-409A-95C6-BDDCAEC22655}" type="presParOf" srcId="{D553D973-BFBB-4B5C-BDAF-C27C6E9E1527}" destId="{3E7F0774-4F30-469F-B020-C71C3E88AFEA}" srcOrd="3" destOrd="0" presId="urn:microsoft.com/office/officeart/2018/2/layout/IconVerticalSolidList"/>
    <dgm:cxn modelId="{14551572-6C75-4CED-A265-DCDAB000B829}" type="presParOf" srcId="{DD6DFA79-0332-4BC4-B2A2-9389EE536B98}" destId="{B33D27A3-0877-4BBA-8E97-6B69AD26189A}" srcOrd="3" destOrd="0" presId="urn:microsoft.com/office/officeart/2018/2/layout/IconVerticalSolidList"/>
    <dgm:cxn modelId="{6A2A53C0-63F8-4771-8F70-6B042379FB5A}" type="presParOf" srcId="{DD6DFA79-0332-4BC4-B2A2-9389EE536B98}" destId="{0E5478B7-87D6-4DAC-AA8A-15EC2AC935E6}" srcOrd="4" destOrd="0" presId="urn:microsoft.com/office/officeart/2018/2/layout/IconVerticalSolidList"/>
    <dgm:cxn modelId="{2403908A-EAA1-490C-960D-29B93FDD1E39}" type="presParOf" srcId="{0E5478B7-87D6-4DAC-AA8A-15EC2AC935E6}" destId="{F47E594D-61AB-40CA-9483-779BFF89509E}" srcOrd="0" destOrd="0" presId="urn:microsoft.com/office/officeart/2018/2/layout/IconVerticalSolidList"/>
    <dgm:cxn modelId="{66ECC5AC-0C98-480B-A240-3B8839545E79}" type="presParOf" srcId="{0E5478B7-87D6-4DAC-AA8A-15EC2AC935E6}" destId="{C612FAE9-C139-4D33-9AD9-30D41BB989C4}" srcOrd="1" destOrd="0" presId="urn:microsoft.com/office/officeart/2018/2/layout/IconVerticalSolidList"/>
    <dgm:cxn modelId="{8DE92455-31EC-4583-B076-833AECD8FCCB}" type="presParOf" srcId="{0E5478B7-87D6-4DAC-AA8A-15EC2AC935E6}" destId="{8253F7BB-B146-4EC9-9116-17FF7E949616}" srcOrd="2" destOrd="0" presId="urn:microsoft.com/office/officeart/2018/2/layout/IconVerticalSolidList"/>
    <dgm:cxn modelId="{43D04A18-842B-476E-AF55-038463F51D7A}" type="presParOf" srcId="{0E5478B7-87D6-4DAC-AA8A-15EC2AC935E6}" destId="{EF57772E-A3D0-42B2-8CCF-DB55C45941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3E5E5C00-8DFA-4459-BA18-F7C16C3828C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6B15B00-93C9-4E65-B4CD-00B91A4B3F61}">
      <dgm:prSet/>
      <dgm:spPr/>
      <dgm:t>
        <a:bodyPr/>
        <a:lstStyle/>
        <a:p>
          <a:r>
            <a:rPr lang="en-US"/>
            <a:t>Catchment and watershed management</a:t>
          </a:r>
        </a:p>
      </dgm:t>
    </dgm:pt>
    <dgm:pt modelId="{AAEBDCFC-D0A7-4796-AC74-7EA7CB01D98E}" type="parTrans" cxnId="{22B91958-83EC-447E-B520-457DFED2B13F}">
      <dgm:prSet/>
      <dgm:spPr/>
      <dgm:t>
        <a:bodyPr/>
        <a:lstStyle/>
        <a:p>
          <a:endParaRPr lang="en-US"/>
        </a:p>
      </dgm:t>
    </dgm:pt>
    <dgm:pt modelId="{017CB714-1B9C-4271-82B7-FBF94EACBA62}" type="sibTrans" cxnId="{22B91958-83EC-447E-B520-457DFED2B13F}">
      <dgm:prSet/>
      <dgm:spPr/>
      <dgm:t>
        <a:bodyPr/>
        <a:lstStyle/>
        <a:p>
          <a:endParaRPr lang="en-US"/>
        </a:p>
      </dgm:t>
    </dgm:pt>
    <dgm:pt modelId="{F5A6CC84-100E-4FB6-A5DD-AC4C14208419}">
      <dgm:prSet/>
      <dgm:spPr/>
      <dgm:t>
        <a:bodyPr/>
        <a:lstStyle/>
        <a:p>
          <a:r>
            <a:rPr lang="en-US"/>
            <a:t>Pollution control</a:t>
          </a:r>
        </a:p>
      </dgm:t>
    </dgm:pt>
    <dgm:pt modelId="{544B1E16-1686-40F9-AEC9-9F3003644A4A}" type="parTrans" cxnId="{CF98C75C-392E-4B03-9EFF-307E2E6C40A9}">
      <dgm:prSet/>
      <dgm:spPr/>
      <dgm:t>
        <a:bodyPr/>
        <a:lstStyle/>
        <a:p>
          <a:endParaRPr lang="en-US"/>
        </a:p>
      </dgm:t>
    </dgm:pt>
    <dgm:pt modelId="{DDB841A1-7276-4B06-BF37-9C359ACD814A}" type="sibTrans" cxnId="{CF98C75C-392E-4B03-9EFF-307E2E6C40A9}">
      <dgm:prSet/>
      <dgm:spPr/>
      <dgm:t>
        <a:bodyPr/>
        <a:lstStyle/>
        <a:p>
          <a:endParaRPr lang="en-US"/>
        </a:p>
      </dgm:t>
    </dgm:pt>
    <dgm:pt modelId="{82262225-AA03-4353-B2C0-8D50E6D820E8}">
      <dgm:prSet/>
      <dgm:spPr/>
      <dgm:t>
        <a:bodyPr/>
        <a:lstStyle/>
        <a:p>
          <a:r>
            <a:rPr lang="en-US"/>
            <a:t>Nature-based solutions</a:t>
          </a:r>
        </a:p>
      </dgm:t>
    </dgm:pt>
    <dgm:pt modelId="{7D035927-728C-4FD5-A24B-451CDB999149}" type="parTrans" cxnId="{1A4B12A3-B507-4458-B993-16D813DB151D}">
      <dgm:prSet/>
      <dgm:spPr/>
      <dgm:t>
        <a:bodyPr/>
        <a:lstStyle/>
        <a:p>
          <a:endParaRPr lang="en-US"/>
        </a:p>
      </dgm:t>
    </dgm:pt>
    <dgm:pt modelId="{D5C4FC24-DE85-4777-8366-9C54156ED668}" type="sibTrans" cxnId="{1A4B12A3-B507-4458-B993-16D813DB151D}">
      <dgm:prSet/>
      <dgm:spPr/>
      <dgm:t>
        <a:bodyPr/>
        <a:lstStyle/>
        <a:p>
          <a:endParaRPr lang="en-US"/>
        </a:p>
      </dgm:t>
    </dgm:pt>
    <dgm:pt modelId="{9DFC7148-97E6-4F0E-9565-F9CCD5E89D20}" type="pres">
      <dgm:prSet presAssocID="{3E5E5C00-8DFA-4459-BA18-F7C16C3828C1}" presName="root" presStyleCnt="0">
        <dgm:presLayoutVars>
          <dgm:dir/>
          <dgm:resizeHandles val="exact"/>
        </dgm:presLayoutVars>
      </dgm:prSet>
      <dgm:spPr/>
    </dgm:pt>
    <dgm:pt modelId="{F8EFEDEF-1A6D-44AA-A7D5-09F84175489F}" type="pres">
      <dgm:prSet presAssocID="{16B15B00-93C9-4E65-B4CD-00B91A4B3F61}" presName="compNode" presStyleCnt="0"/>
      <dgm:spPr/>
    </dgm:pt>
    <dgm:pt modelId="{F987EA16-4B51-4560-BA32-CF55C1C65E5E}" type="pres">
      <dgm:prSet presAssocID="{16B15B00-93C9-4E65-B4CD-00B91A4B3F61}" presName="bgRect" presStyleLbl="bgShp" presStyleIdx="0" presStyleCnt="3"/>
      <dgm:spPr/>
    </dgm:pt>
    <dgm:pt modelId="{46771E67-06C2-4A02-8D76-CE4C90738524}" type="pres">
      <dgm:prSet presAssocID="{16B15B00-93C9-4E65-B4CD-00B91A4B3F6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B7AA79B4-E3B2-4780-813A-9707EC98B029}" type="pres">
      <dgm:prSet presAssocID="{16B15B00-93C9-4E65-B4CD-00B91A4B3F61}" presName="spaceRect" presStyleCnt="0"/>
      <dgm:spPr/>
    </dgm:pt>
    <dgm:pt modelId="{FC9D206D-874D-41F7-AFEC-6D4194B2AAB1}" type="pres">
      <dgm:prSet presAssocID="{16B15B00-93C9-4E65-B4CD-00B91A4B3F61}" presName="parTx" presStyleLbl="revTx" presStyleIdx="0" presStyleCnt="3">
        <dgm:presLayoutVars>
          <dgm:chMax val="0"/>
          <dgm:chPref val="0"/>
        </dgm:presLayoutVars>
      </dgm:prSet>
      <dgm:spPr/>
    </dgm:pt>
    <dgm:pt modelId="{D177CCE4-4994-49DB-9DB4-7CA09B21AC1E}" type="pres">
      <dgm:prSet presAssocID="{017CB714-1B9C-4271-82B7-FBF94EACBA62}" presName="sibTrans" presStyleCnt="0"/>
      <dgm:spPr/>
    </dgm:pt>
    <dgm:pt modelId="{5C7E1D47-F7EF-4211-8BDC-C64F8EFC0E88}" type="pres">
      <dgm:prSet presAssocID="{F5A6CC84-100E-4FB6-A5DD-AC4C14208419}" presName="compNode" presStyleCnt="0"/>
      <dgm:spPr/>
    </dgm:pt>
    <dgm:pt modelId="{85986AC3-5034-4D1D-B3CE-CECDE9E10661}" type="pres">
      <dgm:prSet presAssocID="{F5A6CC84-100E-4FB6-A5DD-AC4C14208419}" presName="bgRect" presStyleLbl="bgShp" presStyleIdx="1" presStyleCnt="3"/>
      <dgm:spPr/>
    </dgm:pt>
    <dgm:pt modelId="{C09E1928-87F2-4C5D-90C3-31C1C3485FD3}" type="pres">
      <dgm:prSet presAssocID="{F5A6CC84-100E-4FB6-A5DD-AC4C1420841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318DFC91-AD47-464D-8EE5-EDB46A4B23CB}" type="pres">
      <dgm:prSet presAssocID="{F5A6CC84-100E-4FB6-A5DD-AC4C14208419}" presName="spaceRect" presStyleCnt="0"/>
      <dgm:spPr/>
    </dgm:pt>
    <dgm:pt modelId="{3CC48429-9F95-431F-8F1E-8FC42E021B0D}" type="pres">
      <dgm:prSet presAssocID="{F5A6CC84-100E-4FB6-A5DD-AC4C14208419}" presName="parTx" presStyleLbl="revTx" presStyleIdx="1" presStyleCnt="3">
        <dgm:presLayoutVars>
          <dgm:chMax val="0"/>
          <dgm:chPref val="0"/>
        </dgm:presLayoutVars>
      </dgm:prSet>
      <dgm:spPr/>
    </dgm:pt>
    <dgm:pt modelId="{183B9385-059C-4B44-AE37-E1E42C0A5EB7}" type="pres">
      <dgm:prSet presAssocID="{DDB841A1-7276-4B06-BF37-9C359ACD814A}" presName="sibTrans" presStyleCnt="0"/>
      <dgm:spPr/>
    </dgm:pt>
    <dgm:pt modelId="{451A6B45-AAC3-4ACF-92AB-B834E6A08972}" type="pres">
      <dgm:prSet presAssocID="{82262225-AA03-4353-B2C0-8D50E6D820E8}" presName="compNode" presStyleCnt="0"/>
      <dgm:spPr/>
    </dgm:pt>
    <dgm:pt modelId="{3095EC16-CDE3-4D8B-958E-DE591FC9B683}" type="pres">
      <dgm:prSet presAssocID="{82262225-AA03-4353-B2C0-8D50E6D820E8}" presName="bgRect" presStyleLbl="bgShp" presStyleIdx="2" presStyleCnt="3"/>
      <dgm:spPr/>
    </dgm:pt>
    <dgm:pt modelId="{E6C64520-EC7F-4336-8589-25E50D505659}" type="pres">
      <dgm:prSet presAssocID="{82262225-AA03-4353-B2C0-8D50E6D820E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30CEA59D-D5CA-498A-9A03-7E437D59E031}" type="pres">
      <dgm:prSet presAssocID="{82262225-AA03-4353-B2C0-8D50E6D820E8}" presName="spaceRect" presStyleCnt="0"/>
      <dgm:spPr/>
    </dgm:pt>
    <dgm:pt modelId="{DEA62DD9-3558-4DB3-87D9-CF39C3FF47B7}" type="pres">
      <dgm:prSet presAssocID="{82262225-AA03-4353-B2C0-8D50E6D820E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7A55B1F-9280-4299-A23E-9E1AC55D9B53}" type="presOf" srcId="{16B15B00-93C9-4E65-B4CD-00B91A4B3F61}" destId="{FC9D206D-874D-41F7-AFEC-6D4194B2AAB1}" srcOrd="0" destOrd="0" presId="urn:microsoft.com/office/officeart/2018/2/layout/IconVerticalSolidList"/>
    <dgm:cxn modelId="{CF98C75C-392E-4B03-9EFF-307E2E6C40A9}" srcId="{3E5E5C00-8DFA-4459-BA18-F7C16C3828C1}" destId="{F5A6CC84-100E-4FB6-A5DD-AC4C14208419}" srcOrd="1" destOrd="0" parTransId="{544B1E16-1686-40F9-AEC9-9F3003644A4A}" sibTransId="{DDB841A1-7276-4B06-BF37-9C359ACD814A}"/>
    <dgm:cxn modelId="{22B91958-83EC-447E-B520-457DFED2B13F}" srcId="{3E5E5C00-8DFA-4459-BA18-F7C16C3828C1}" destId="{16B15B00-93C9-4E65-B4CD-00B91A4B3F61}" srcOrd="0" destOrd="0" parTransId="{AAEBDCFC-D0A7-4796-AC74-7EA7CB01D98E}" sibTransId="{017CB714-1B9C-4271-82B7-FBF94EACBA62}"/>
    <dgm:cxn modelId="{F491D286-EE01-40FB-864C-64639E9391BE}" type="presOf" srcId="{82262225-AA03-4353-B2C0-8D50E6D820E8}" destId="{DEA62DD9-3558-4DB3-87D9-CF39C3FF47B7}" srcOrd="0" destOrd="0" presId="urn:microsoft.com/office/officeart/2018/2/layout/IconVerticalSolidList"/>
    <dgm:cxn modelId="{1A4B12A3-B507-4458-B993-16D813DB151D}" srcId="{3E5E5C00-8DFA-4459-BA18-F7C16C3828C1}" destId="{82262225-AA03-4353-B2C0-8D50E6D820E8}" srcOrd="2" destOrd="0" parTransId="{7D035927-728C-4FD5-A24B-451CDB999149}" sibTransId="{D5C4FC24-DE85-4777-8366-9C54156ED668}"/>
    <dgm:cxn modelId="{35A5ACD8-F5D7-401C-A201-41C47637A0F9}" type="presOf" srcId="{F5A6CC84-100E-4FB6-A5DD-AC4C14208419}" destId="{3CC48429-9F95-431F-8F1E-8FC42E021B0D}" srcOrd="0" destOrd="0" presId="urn:microsoft.com/office/officeart/2018/2/layout/IconVerticalSolidList"/>
    <dgm:cxn modelId="{B8F961DE-689E-48EA-93DF-C9F8E456A397}" type="presOf" srcId="{3E5E5C00-8DFA-4459-BA18-F7C16C3828C1}" destId="{9DFC7148-97E6-4F0E-9565-F9CCD5E89D20}" srcOrd="0" destOrd="0" presId="urn:microsoft.com/office/officeart/2018/2/layout/IconVerticalSolidList"/>
    <dgm:cxn modelId="{4B3CFE19-5550-4F52-9EBF-17FD8A7AD415}" type="presParOf" srcId="{9DFC7148-97E6-4F0E-9565-F9CCD5E89D20}" destId="{F8EFEDEF-1A6D-44AA-A7D5-09F84175489F}" srcOrd="0" destOrd="0" presId="urn:microsoft.com/office/officeart/2018/2/layout/IconVerticalSolidList"/>
    <dgm:cxn modelId="{274C3E01-2ECE-4FA0-A850-67A83BF85A15}" type="presParOf" srcId="{F8EFEDEF-1A6D-44AA-A7D5-09F84175489F}" destId="{F987EA16-4B51-4560-BA32-CF55C1C65E5E}" srcOrd="0" destOrd="0" presId="urn:microsoft.com/office/officeart/2018/2/layout/IconVerticalSolidList"/>
    <dgm:cxn modelId="{C5DBDA69-4BD9-4CA6-B770-7EE632BBDFCC}" type="presParOf" srcId="{F8EFEDEF-1A6D-44AA-A7D5-09F84175489F}" destId="{46771E67-06C2-4A02-8D76-CE4C90738524}" srcOrd="1" destOrd="0" presId="urn:microsoft.com/office/officeart/2018/2/layout/IconVerticalSolidList"/>
    <dgm:cxn modelId="{C0228F43-5B4F-498A-9F04-CF6DCFE7D0AB}" type="presParOf" srcId="{F8EFEDEF-1A6D-44AA-A7D5-09F84175489F}" destId="{B7AA79B4-E3B2-4780-813A-9707EC98B029}" srcOrd="2" destOrd="0" presId="urn:microsoft.com/office/officeart/2018/2/layout/IconVerticalSolidList"/>
    <dgm:cxn modelId="{A576408A-E723-471B-9391-4D24D5680E16}" type="presParOf" srcId="{F8EFEDEF-1A6D-44AA-A7D5-09F84175489F}" destId="{FC9D206D-874D-41F7-AFEC-6D4194B2AAB1}" srcOrd="3" destOrd="0" presId="urn:microsoft.com/office/officeart/2018/2/layout/IconVerticalSolidList"/>
    <dgm:cxn modelId="{467142A3-4979-4D9F-BA48-A74A4FA9C379}" type="presParOf" srcId="{9DFC7148-97E6-4F0E-9565-F9CCD5E89D20}" destId="{D177CCE4-4994-49DB-9DB4-7CA09B21AC1E}" srcOrd="1" destOrd="0" presId="urn:microsoft.com/office/officeart/2018/2/layout/IconVerticalSolidList"/>
    <dgm:cxn modelId="{1FB68CBD-5CCD-4EC1-8835-A490D28D506E}" type="presParOf" srcId="{9DFC7148-97E6-4F0E-9565-F9CCD5E89D20}" destId="{5C7E1D47-F7EF-4211-8BDC-C64F8EFC0E88}" srcOrd="2" destOrd="0" presId="urn:microsoft.com/office/officeart/2018/2/layout/IconVerticalSolidList"/>
    <dgm:cxn modelId="{3B6A541C-AD6C-4124-86E8-534DF379AEAE}" type="presParOf" srcId="{5C7E1D47-F7EF-4211-8BDC-C64F8EFC0E88}" destId="{85986AC3-5034-4D1D-B3CE-CECDE9E10661}" srcOrd="0" destOrd="0" presId="urn:microsoft.com/office/officeart/2018/2/layout/IconVerticalSolidList"/>
    <dgm:cxn modelId="{77C77844-D75F-4D0E-971A-615AFE6564AD}" type="presParOf" srcId="{5C7E1D47-F7EF-4211-8BDC-C64F8EFC0E88}" destId="{C09E1928-87F2-4C5D-90C3-31C1C3485FD3}" srcOrd="1" destOrd="0" presId="urn:microsoft.com/office/officeart/2018/2/layout/IconVerticalSolidList"/>
    <dgm:cxn modelId="{23100206-7B7F-4098-9C92-646AF02C9E54}" type="presParOf" srcId="{5C7E1D47-F7EF-4211-8BDC-C64F8EFC0E88}" destId="{318DFC91-AD47-464D-8EE5-EDB46A4B23CB}" srcOrd="2" destOrd="0" presId="urn:microsoft.com/office/officeart/2018/2/layout/IconVerticalSolidList"/>
    <dgm:cxn modelId="{4C67B135-2012-46C0-8CF7-21DF8DA53CDC}" type="presParOf" srcId="{5C7E1D47-F7EF-4211-8BDC-C64F8EFC0E88}" destId="{3CC48429-9F95-431F-8F1E-8FC42E021B0D}" srcOrd="3" destOrd="0" presId="urn:microsoft.com/office/officeart/2018/2/layout/IconVerticalSolidList"/>
    <dgm:cxn modelId="{8F1E9CDB-E00F-43A9-BDC5-4F755BE15D95}" type="presParOf" srcId="{9DFC7148-97E6-4F0E-9565-F9CCD5E89D20}" destId="{183B9385-059C-4B44-AE37-E1E42C0A5EB7}" srcOrd="3" destOrd="0" presId="urn:microsoft.com/office/officeart/2018/2/layout/IconVerticalSolidList"/>
    <dgm:cxn modelId="{E8073D1A-D63F-4757-8674-ACB3FB7F152E}" type="presParOf" srcId="{9DFC7148-97E6-4F0E-9565-F9CCD5E89D20}" destId="{451A6B45-AAC3-4ACF-92AB-B834E6A08972}" srcOrd="4" destOrd="0" presId="urn:microsoft.com/office/officeart/2018/2/layout/IconVerticalSolidList"/>
    <dgm:cxn modelId="{28316E7C-DB36-444A-A9C7-8189E165C5F6}" type="presParOf" srcId="{451A6B45-AAC3-4ACF-92AB-B834E6A08972}" destId="{3095EC16-CDE3-4D8B-958E-DE591FC9B683}" srcOrd="0" destOrd="0" presId="urn:microsoft.com/office/officeart/2018/2/layout/IconVerticalSolidList"/>
    <dgm:cxn modelId="{25E8F6BC-9DDD-4FB9-9530-85AC2B14CA33}" type="presParOf" srcId="{451A6B45-AAC3-4ACF-92AB-B834E6A08972}" destId="{E6C64520-EC7F-4336-8589-25E50D505659}" srcOrd="1" destOrd="0" presId="urn:microsoft.com/office/officeart/2018/2/layout/IconVerticalSolidList"/>
    <dgm:cxn modelId="{F9B48FB7-28DB-4CEC-A10A-69EF97864588}" type="presParOf" srcId="{451A6B45-AAC3-4ACF-92AB-B834E6A08972}" destId="{30CEA59D-D5CA-498A-9A03-7E437D59E031}" srcOrd="2" destOrd="0" presId="urn:microsoft.com/office/officeart/2018/2/layout/IconVerticalSolidList"/>
    <dgm:cxn modelId="{37771282-FF18-4EAE-B88B-6C80CFD9EF0C}" type="presParOf" srcId="{451A6B45-AAC3-4ACF-92AB-B834E6A08972}" destId="{DEA62DD9-3558-4DB3-87D9-CF39C3FF47B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778E63A-05F5-4778-8CE6-1003EF86810A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7739081-B709-437D-9195-76AB37AFD0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Monitoring and control systems</a:t>
          </a:r>
        </a:p>
      </dgm:t>
    </dgm:pt>
    <dgm:pt modelId="{A8434362-7AA6-48EF-9B0A-3B3C8C4E6BEC}" type="parTrans" cxnId="{023B3F19-BA14-4B4D-A864-EEB8C8B7A625}">
      <dgm:prSet/>
      <dgm:spPr/>
      <dgm:t>
        <a:bodyPr/>
        <a:lstStyle/>
        <a:p>
          <a:endParaRPr lang="en-US"/>
        </a:p>
      </dgm:t>
    </dgm:pt>
    <dgm:pt modelId="{C2A757E4-B1B3-4F03-A3D8-5CDBED6D13CD}" type="sibTrans" cxnId="{023B3F19-BA14-4B4D-A864-EEB8C8B7A625}">
      <dgm:prSet/>
      <dgm:spPr/>
      <dgm:t>
        <a:bodyPr/>
        <a:lstStyle/>
        <a:p>
          <a:endParaRPr lang="en-US"/>
        </a:p>
      </dgm:t>
    </dgm:pt>
    <dgm:pt modelId="{89271CA3-750D-4FC3-9BFC-6982C7C73A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Decision-support tools</a:t>
          </a:r>
        </a:p>
      </dgm:t>
    </dgm:pt>
    <dgm:pt modelId="{204BCA15-9F2F-4559-8ACE-691D96ABA377}" type="parTrans" cxnId="{26F4BD16-DBD1-4943-AA5D-715F56E6BDAA}">
      <dgm:prSet/>
      <dgm:spPr/>
      <dgm:t>
        <a:bodyPr/>
        <a:lstStyle/>
        <a:p>
          <a:endParaRPr lang="en-US"/>
        </a:p>
      </dgm:t>
    </dgm:pt>
    <dgm:pt modelId="{07F49096-FB47-465F-995F-FFF8824D7E48}" type="sibTrans" cxnId="{26F4BD16-DBD1-4943-AA5D-715F56E6BDAA}">
      <dgm:prSet/>
      <dgm:spPr/>
      <dgm:t>
        <a:bodyPr/>
        <a:lstStyle/>
        <a:p>
          <a:endParaRPr lang="en-US"/>
        </a:p>
      </dgm:t>
    </dgm:pt>
    <dgm:pt modelId="{C5AFBE40-5926-483E-8548-8DADA9D671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MRV for financiers and climate funds</a:t>
          </a:r>
        </a:p>
      </dgm:t>
    </dgm:pt>
    <dgm:pt modelId="{E9FACC01-BD8C-495F-868E-79A55B1B225F}" type="parTrans" cxnId="{5B767A3C-58A7-4DAB-BD8B-FBA59C67EB43}">
      <dgm:prSet/>
      <dgm:spPr/>
      <dgm:t>
        <a:bodyPr/>
        <a:lstStyle/>
        <a:p>
          <a:endParaRPr lang="en-US"/>
        </a:p>
      </dgm:t>
    </dgm:pt>
    <dgm:pt modelId="{B52178D4-6383-4CC5-AF19-103007728411}" type="sibTrans" cxnId="{5B767A3C-58A7-4DAB-BD8B-FBA59C67EB43}">
      <dgm:prSet/>
      <dgm:spPr/>
      <dgm:t>
        <a:bodyPr/>
        <a:lstStyle/>
        <a:p>
          <a:endParaRPr lang="en-US"/>
        </a:p>
      </dgm:t>
    </dgm:pt>
    <dgm:pt modelId="{8530230C-DE3E-4E5D-A525-C2D7EC9E9EEE}" type="pres">
      <dgm:prSet presAssocID="{D778E63A-05F5-4778-8CE6-1003EF86810A}" presName="root" presStyleCnt="0">
        <dgm:presLayoutVars>
          <dgm:dir/>
          <dgm:resizeHandles val="exact"/>
        </dgm:presLayoutVars>
      </dgm:prSet>
      <dgm:spPr/>
    </dgm:pt>
    <dgm:pt modelId="{59FE3E25-310A-4E47-BE0F-59020103A549}" type="pres">
      <dgm:prSet presAssocID="{B7739081-B709-437D-9195-76AB37AFD06A}" presName="compNode" presStyleCnt="0"/>
      <dgm:spPr/>
    </dgm:pt>
    <dgm:pt modelId="{E5E30B44-88AC-4997-9832-B890A09D0FB6}" type="pres">
      <dgm:prSet presAssocID="{B7739081-B709-437D-9195-76AB37AFD06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C97A356-29F0-4651-AADE-9D70571579FE}" type="pres">
      <dgm:prSet presAssocID="{B7739081-B709-437D-9195-76AB37AFD06A}" presName="spaceRect" presStyleCnt="0"/>
      <dgm:spPr/>
    </dgm:pt>
    <dgm:pt modelId="{9081144C-EF3C-439B-B990-18ADC8E6B5E2}" type="pres">
      <dgm:prSet presAssocID="{B7739081-B709-437D-9195-76AB37AFD06A}" presName="textRect" presStyleLbl="revTx" presStyleIdx="0" presStyleCnt="3">
        <dgm:presLayoutVars>
          <dgm:chMax val="1"/>
          <dgm:chPref val="1"/>
        </dgm:presLayoutVars>
      </dgm:prSet>
      <dgm:spPr/>
    </dgm:pt>
    <dgm:pt modelId="{75D356A8-0018-4CCA-AB3C-D25613499398}" type="pres">
      <dgm:prSet presAssocID="{C2A757E4-B1B3-4F03-A3D8-5CDBED6D13CD}" presName="sibTrans" presStyleCnt="0"/>
      <dgm:spPr/>
    </dgm:pt>
    <dgm:pt modelId="{4BE0A987-649B-4384-BC92-554D09D4A055}" type="pres">
      <dgm:prSet presAssocID="{89271CA3-750D-4FC3-9BFC-6982C7C73A1F}" presName="compNode" presStyleCnt="0"/>
      <dgm:spPr/>
    </dgm:pt>
    <dgm:pt modelId="{3024CAB8-A1AB-4611-90B3-7E6D1B5FFE7E}" type="pres">
      <dgm:prSet presAssocID="{89271CA3-750D-4FC3-9BFC-6982C7C73A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6CC96B70-EBF9-4236-80B5-A5BB79ED7D70}" type="pres">
      <dgm:prSet presAssocID="{89271CA3-750D-4FC3-9BFC-6982C7C73A1F}" presName="spaceRect" presStyleCnt="0"/>
      <dgm:spPr/>
    </dgm:pt>
    <dgm:pt modelId="{BCF364D4-F1E7-4FE5-9BD9-799F754B6F7F}" type="pres">
      <dgm:prSet presAssocID="{89271CA3-750D-4FC3-9BFC-6982C7C73A1F}" presName="textRect" presStyleLbl="revTx" presStyleIdx="1" presStyleCnt="3">
        <dgm:presLayoutVars>
          <dgm:chMax val="1"/>
          <dgm:chPref val="1"/>
        </dgm:presLayoutVars>
      </dgm:prSet>
      <dgm:spPr/>
    </dgm:pt>
    <dgm:pt modelId="{3DA30BFE-4123-4E06-A6DA-3D07BB634070}" type="pres">
      <dgm:prSet presAssocID="{07F49096-FB47-465F-995F-FFF8824D7E48}" presName="sibTrans" presStyleCnt="0"/>
      <dgm:spPr/>
    </dgm:pt>
    <dgm:pt modelId="{1D63068E-7B87-4997-BCEC-F55BD4DD9EEE}" type="pres">
      <dgm:prSet presAssocID="{C5AFBE40-5926-483E-8548-8DADA9D6714A}" presName="compNode" presStyleCnt="0"/>
      <dgm:spPr/>
    </dgm:pt>
    <dgm:pt modelId="{088D2CC5-39E3-4BEA-8CFB-688F88FD6F48}" type="pres">
      <dgm:prSet presAssocID="{C5AFBE40-5926-483E-8548-8DADA9D6714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9E390EF7-0455-468A-B06C-6ECD6658FC06}" type="pres">
      <dgm:prSet presAssocID="{C5AFBE40-5926-483E-8548-8DADA9D6714A}" presName="spaceRect" presStyleCnt="0"/>
      <dgm:spPr/>
    </dgm:pt>
    <dgm:pt modelId="{FEE8E0BF-23CC-4CDC-A2BB-ACCDD0FA74F5}" type="pres">
      <dgm:prSet presAssocID="{C5AFBE40-5926-483E-8548-8DADA9D6714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3A9E602-AFFE-4701-80CF-914FF2EF0A61}" type="presOf" srcId="{B7739081-B709-437D-9195-76AB37AFD06A}" destId="{9081144C-EF3C-439B-B990-18ADC8E6B5E2}" srcOrd="0" destOrd="0" presId="urn:microsoft.com/office/officeart/2018/2/layout/IconLabelList"/>
    <dgm:cxn modelId="{26F4BD16-DBD1-4943-AA5D-715F56E6BDAA}" srcId="{D778E63A-05F5-4778-8CE6-1003EF86810A}" destId="{89271CA3-750D-4FC3-9BFC-6982C7C73A1F}" srcOrd="1" destOrd="0" parTransId="{204BCA15-9F2F-4559-8ACE-691D96ABA377}" sibTransId="{07F49096-FB47-465F-995F-FFF8824D7E48}"/>
    <dgm:cxn modelId="{023B3F19-BA14-4B4D-A864-EEB8C8B7A625}" srcId="{D778E63A-05F5-4778-8CE6-1003EF86810A}" destId="{B7739081-B709-437D-9195-76AB37AFD06A}" srcOrd="0" destOrd="0" parTransId="{A8434362-7AA6-48EF-9B0A-3B3C8C4E6BEC}" sibTransId="{C2A757E4-B1B3-4F03-A3D8-5CDBED6D13CD}"/>
    <dgm:cxn modelId="{5B767A3C-58A7-4DAB-BD8B-FBA59C67EB43}" srcId="{D778E63A-05F5-4778-8CE6-1003EF86810A}" destId="{C5AFBE40-5926-483E-8548-8DADA9D6714A}" srcOrd="2" destOrd="0" parTransId="{E9FACC01-BD8C-495F-868E-79A55B1B225F}" sibTransId="{B52178D4-6383-4CC5-AF19-103007728411}"/>
    <dgm:cxn modelId="{AC556853-8E1C-41A7-B896-2FD4BA3B6B58}" type="presOf" srcId="{C5AFBE40-5926-483E-8548-8DADA9D6714A}" destId="{FEE8E0BF-23CC-4CDC-A2BB-ACCDD0FA74F5}" srcOrd="0" destOrd="0" presId="urn:microsoft.com/office/officeart/2018/2/layout/IconLabelList"/>
    <dgm:cxn modelId="{0C1A0B77-BE00-44C5-832A-C12A086DE955}" type="presOf" srcId="{89271CA3-750D-4FC3-9BFC-6982C7C73A1F}" destId="{BCF364D4-F1E7-4FE5-9BD9-799F754B6F7F}" srcOrd="0" destOrd="0" presId="urn:microsoft.com/office/officeart/2018/2/layout/IconLabelList"/>
    <dgm:cxn modelId="{D23447C2-38DF-41B3-A832-C890337B183B}" type="presOf" srcId="{D778E63A-05F5-4778-8CE6-1003EF86810A}" destId="{8530230C-DE3E-4E5D-A525-C2D7EC9E9EEE}" srcOrd="0" destOrd="0" presId="urn:microsoft.com/office/officeart/2018/2/layout/IconLabelList"/>
    <dgm:cxn modelId="{81DB40E3-CC7B-4D07-8672-425D5B24E477}" type="presParOf" srcId="{8530230C-DE3E-4E5D-A525-C2D7EC9E9EEE}" destId="{59FE3E25-310A-4E47-BE0F-59020103A549}" srcOrd="0" destOrd="0" presId="urn:microsoft.com/office/officeart/2018/2/layout/IconLabelList"/>
    <dgm:cxn modelId="{2B4FBA33-A3D3-47CC-9828-042D4FDD3FBB}" type="presParOf" srcId="{59FE3E25-310A-4E47-BE0F-59020103A549}" destId="{E5E30B44-88AC-4997-9832-B890A09D0FB6}" srcOrd="0" destOrd="0" presId="urn:microsoft.com/office/officeart/2018/2/layout/IconLabelList"/>
    <dgm:cxn modelId="{5B840E40-9902-410B-B019-65A4C9E2E43F}" type="presParOf" srcId="{59FE3E25-310A-4E47-BE0F-59020103A549}" destId="{BC97A356-29F0-4651-AADE-9D70571579FE}" srcOrd="1" destOrd="0" presId="urn:microsoft.com/office/officeart/2018/2/layout/IconLabelList"/>
    <dgm:cxn modelId="{33F38CDA-6132-42C3-B060-69711220888B}" type="presParOf" srcId="{59FE3E25-310A-4E47-BE0F-59020103A549}" destId="{9081144C-EF3C-439B-B990-18ADC8E6B5E2}" srcOrd="2" destOrd="0" presId="urn:microsoft.com/office/officeart/2018/2/layout/IconLabelList"/>
    <dgm:cxn modelId="{DE800850-A238-4C55-A0FA-DA8DD645A157}" type="presParOf" srcId="{8530230C-DE3E-4E5D-A525-C2D7EC9E9EEE}" destId="{75D356A8-0018-4CCA-AB3C-D25613499398}" srcOrd="1" destOrd="0" presId="urn:microsoft.com/office/officeart/2018/2/layout/IconLabelList"/>
    <dgm:cxn modelId="{1C08E55B-3DF2-4F92-AEC5-CF77C61CC770}" type="presParOf" srcId="{8530230C-DE3E-4E5D-A525-C2D7EC9E9EEE}" destId="{4BE0A987-649B-4384-BC92-554D09D4A055}" srcOrd="2" destOrd="0" presId="urn:microsoft.com/office/officeart/2018/2/layout/IconLabelList"/>
    <dgm:cxn modelId="{64811C14-4AD6-49C5-A3F0-B96051C43985}" type="presParOf" srcId="{4BE0A987-649B-4384-BC92-554D09D4A055}" destId="{3024CAB8-A1AB-4611-90B3-7E6D1B5FFE7E}" srcOrd="0" destOrd="0" presId="urn:microsoft.com/office/officeart/2018/2/layout/IconLabelList"/>
    <dgm:cxn modelId="{BAB7A1F5-E72E-4713-988B-EC54720D9664}" type="presParOf" srcId="{4BE0A987-649B-4384-BC92-554D09D4A055}" destId="{6CC96B70-EBF9-4236-80B5-A5BB79ED7D70}" srcOrd="1" destOrd="0" presId="urn:microsoft.com/office/officeart/2018/2/layout/IconLabelList"/>
    <dgm:cxn modelId="{4E337CAA-183B-4BFB-83B8-8654478A711A}" type="presParOf" srcId="{4BE0A987-649B-4384-BC92-554D09D4A055}" destId="{BCF364D4-F1E7-4FE5-9BD9-799F754B6F7F}" srcOrd="2" destOrd="0" presId="urn:microsoft.com/office/officeart/2018/2/layout/IconLabelList"/>
    <dgm:cxn modelId="{AAAED16E-60A1-4685-A7C8-37C87F61BD9F}" type="presParOf" srcId="{8530230C-DE3E-4E5D-A525-C2D7EC9E9EEE}" destId="{3DA30BFE-4123-4E06-A6DA-3D07BB634070}" srcOrd="3" destOrd="0" presId="urn:microsoft.com/office/officeart/2018/2/layout/IconLabelList"/>
    <dgm:cxn modelId="{3BD7D1BF-AE1B-4224-91C5-46FC2FA499CC}" type="presParOf" srcId="{8530230C-DE3E-4E5D-A525-C2D7EC9E9EEE}" destId="{1D63068E-7B87-4997-BCEC-F55BD4DD9EEE}" srcOrd="4" destOrd="0" presId="urn:microsoft.com/office/officeart/2018/2/layout/IconLabelList"/>
    <dgm:cxn modelId="{C842BBE7-5585-4337-8477-F41EC3C45459}" type="presParOf" srcId="{1D63068E-7B87-4997-BCEC-F55BD4DD9EEE}" destId="{088D2CC5-39E3-4BEA-8CFB-688F88FD6F48}" srcOrd="0" destOrd="0" presId="urn:microsoft.com/office/officeart/2018/2/layout/IconLabelList"/>
    <dgm:cxn modelId="{B36AE694-3FB3-4812-AE10-9D9CE713C55D}" type="presParOf" srcId="{1D63068E-7B87-4997-BCEC-F55BD4DD9EEE}" destId="{9E390EF7-0455-468A-B06C-6ECD6658FC06}" srcOrd="1" destOrd="0" presId="urn:microsoft.com/office/officeart/2018/2/layout/IconLabelList"/>
    <dgm:cxn modelId="{B7EDACBA-AA4A-4BF0-95B2-3D5FE20A3133}" type="presParOf" srcId="{1D63068E-7B87-4997-BCEC-F55BD4DD9EEE}" destId="{FEE8E0BF-23CC-4CDC-A2BB-ACCDD0FA74F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215262CF-30C2-41D6-9DD8-FC65A014FF1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8427202-10E5-463C-B187-51B83729E12F}">
      <dgm:prSet/>
      <dgm:spPr/>
      <dgm:t>
        <a:bodyPr/>
        <a:lstStyle/>
        <a:p>
          <a:pPr>
            <a:defRPr cap="all"/>
          </a:pPr>
          <a:r>
            <a:rPr lang="en-US"/>
            <a:t>Clear roles and responsibilities</a:t>
          </a:r>
        </a:p>
      </dgm:t>
    </dgm:pt>
    <dgm:pt modelId="{46B2989E-23BE-4D2B-84C6-87CD4A481D45}" type="parTrans" cxnId="{1BCB59F2-9ACA-496B-A93B-BF81175DE1F5}">
      <dgm:prSet/>
      <dgm:spPr/>
      <dgm:t>
        <a:bodyPr/>
        <a:lstStyle/>
        <a:p>
          <a:endParaRPr lang="en-US"/>
        </a:p>
      </dgm:t>
    </dgm:pt>
    <dgm:pt modelId="{5CFB8457-8F50-4D04-AA41-B04859B7FE9B}" type="sibTrans" cxnId="{1BCB59F2-9ACA-496B-A93B-BF81175DE1F5}">
      <dgm:prSet/>
      <dgm:spPr/>
      <dgm:t>
        <a:bodyPr/>
        <a:lstStyle/>
        <a:p>
          <a:endParaRPr lang="en-US"/>
        </a:p>
      </dgm:t>
    </dgm:pt>
    <dgm:pt modelId="{47767509-CE40-4FCB-9BA9-9252C1738CC2}">
      <dgm:prSet/>
      <dgm:spPr/>
      <dgm:t>
        <a:bodyPr/>
        <a:lstStyle/>
        <a:p>
          <a:pPr>
            <a:defRPr cap="all"/>
          </a:pPr>
          <a:r>
            <a:rPr lang="en-US"/>
            <a:t>Tariffs, permits, and safeguards</a:t>
          </a:r>
        </a:p>
      </dgm:t>
    </dgm:pt>
    <dgm:pt modelId="{285D9EB1-5BA1-4FAD-A11C-AE7218417A12}" type="parTrans" cxnId="{2F137993-0614-4264-991F-3715F506C05F}">
      <dgm:prSet/>
      <dgm:spPr/>
      <dgm:t>
        <a:bodyPr/>
        <a:lstStyle/>
        <a:p>
          <a:endParaRPr lang="en-US"/>
        </a:p>
      </dgm:t>
    </dgm:pt>
    <dgm:pt modelId="{54B8CFF8-7AF2-4010-A0AE-BBD8624E00C7}" type="sibTrans" cxnId="{2F137993-0614-4264-991F-3715F506C05F}">
      <dgm:prSet/>
      <dgm:spPr/>
      <dgm:t>
        <a:bodyPr/>
        <a:lstStyle/>
        <a:p>
          <a:endParaRPr lang="en-US"/>
        </a:p>
      </dgm:t>
    </dgm:pt>
    <dgm:pt modelId="{F5C9272D-D326-4D51-BA87-C2CE5526D783}">
      <dgm:prSet/>
      <dgm:spPr/>
      <dgm:t>
        <a:bodyPr/>
        <a:lstStyle/>
        <a:p>
          <a:pPr>
            <a:defRPr cap="all"/>
          </a:pPr>
          <a:r>
            <a:rPr lang="en-US"/>
            <a:t>Stakeholder engagement mechanisms</a:t>
          </a:r>
        </a:p>
      </dgm:t>
    </dgm:pt>
    <dgm:pt modelId="{C16D44AF-BA54-4BEE-AA8D-A2F4E1B246B2}" type="parTrans" cxnId="{665CEF7F-4392-43AD-8075-CAF48DF2C256}">
      <dgm:prSet/>
      <dgm:spPr/>
      <dgm:t>
        <a:bodyPr/>
        <a:lstStyle/>
        <a:p>
          <a:endParaRPr lang="en-US"/>
        </a:p>
      </dgm:t>
    </dgm:pt>
    <dgm:pt modelId="{E807D347-A0E8-4075-8D9C-96E2D46817E9}" type="sibTrans" cxnId="{665CEF7F-4392-43AD-8075-CAF48DF2C256}">
      <dgm:prSet/>
      <dgm:spPr/>
      <dgm:t>
        <a:bodyPr/>
        <a:lstStyle/>
        <a:p>
          <a:endParaRPr lang="en-US"/>
        </a:p>
      </dgm:t>
    </dgm:pt>
    <dgm:pt modelId="{100782E4-26B5-4787-A5AD-2996C979B32F}" type="pres">
      <dgm:prSet presAssocID="{215262CF-30C2-41D6-9DD8-FC65A014FF1F}" presName="root" presStyleCnt="0">
        <dgm:presLayoutVars>
          <dgm:dir/>
          <dgm:resizeHandles val="exact"/>
        </dgm:presLayoutVars>
      </dgm:prSet>
      <dgm:spPr/>
    </dgm:pt>
    <dgm:pt modelId="{749C5DC2-A579-4389-91A9-D35D82C153FA}" type="pres">
      <dgm:prSet presAssocID="{48427202-10E5-463C-B187-51B83729E12F}" presName="compNode" presStyleCnt="0"/>
      <dgm:spPr/>
    </dgm:pt>
    <dgm:pt modelId="{964A2795-CF07-46CE-8BE3-F46A3B8E8E24}" type="pres">
      <dgm:prSet presAssocID="{48427202-10E5-463C-B187-51B83729E12F}" presName="iconBgRect" presStyleLbl="bgShp" presStyleIdx="0" presStyleCnt="3"/>
      <dgm:spPr/>
    </dgm:pt>
    <dgm:pt modelId="{D6FC421B-BA9A-4923-BCE9-8A8A9CD5D008}" type="pres">
      <dgm:prSet presAssocID="{48427202-10E5-463C-B187-51B83729E12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9741F51-FCD9-419C-B237-8FC7A543BBBD}" type="pres">
      <dgm:prSet presAssocID="{48427202-10E5-463C-B187-51B83729E12F}" presName="spaceRect" presStyleCnt="0"/>
      <dgm:spPr/>
    </dgm:pt>
    <dgm:pt modelId="{B3C87D62-24F7-4EA2-8029-911FA2322C93}" type="pres">
      <dgm:prSet presAssocID="{48427202-10E5-463C-B187-51B83729E12F}" presName="textRect" presStyleLbl="revTx" presStyleIdx="0" presStyleCnt="3">
        <dgm:presLayoutVars>
          <dgm:chMax val="1"/>
          <dgm:chPref val="1"/>
        </dgm:presLayoutVars>
      </dgm:prSet>
      <dgm:spPr/>
    </dgm:pt>
    <dgm:pt modelId="{A01784A7-15BA-4E94-964C-E53B1236607B}" type="pres">
      <dgm:prSet presAssocID="{5CFB8457-8F50-4D04-AA41-B04859B7FE9B}" presName="sibTrans" presStyleCnt="0"/>
      <dgm:spPr/>
    </dgm:pt>
    <dgm:pt modelId="{3E3EC98D-1A6C-438C-9D14-B52E53A1FC10}" type="pres">
      <dgm:prSet presAssocID="{47767509-CE40-4FCB-9BA9-9252C1738CC2}" presName="compNode" presStyleCnt="0"/>
      <dgm:spPr/>
    </dgm:pt>
    <dgm:pt modelId="{6890E92C-F1F6-47D4-B148-5457F703C548}" type="pres">
      <dgm:prSet presAssocID="{47767509-CE40-4FCB-9BA9-9252C1738CC2}" presName="iconBgRect" presStyleLbl="bgShp" presStyleIdx="1" presStyleCnt="3"/>
      <dgm:spPr/>
    </dgm:pt>
    <dgm:pt modelId="{7135D3BA-7352-4CED-BE09-EB6A0EEBCE5F}" type="pres">
      <dgm:prSet presAssocID="{47767509-CE40-4FCB-9BA9-9252C1738CC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9B67DE6D-3529-40D3-8B6C-BD79548D3602}" type="pres">
      <dgm:prSet presAssocID="{47767509-CE40-4FCB-9BA9-9252C1738CC2}" presName="spaceRect" presStyleCnt="0"/>
      <dgm:spPr/>
    </dgm:pt>
    <dgm:pt modelId="{278CF810-6D4B-4F62-B1B0-A7551C41C7E7}" type="pres">
      <dgm:prSet presAssocID="{47767509-CE40-4FCB-9BA9-9252C1738CC2}" presName="textRect" presStyleLbl="revTx" presStyleIdx="1" presStyleCnt="3">
        <dgm:presLayoutVars>
          <dgm:chMax val="1"/>
          <dgm:chPref val="1"/>
        </dgm:presLayoutVars>
      </dgm:prSet>
      <dgm:spPr/>
    </dgm:pt>
    <dgm:pt modelId="{C4175677-EA87-4D63-B6E5-834B387D7780}" type="pres">
      <dgm:prSet presAssocID="{54B8CFF8-7AF2-4010-A0AE-BBD8624E00C7}" presName="sibTrans" presStyleCnt="0"/>
      <dgm:spPr/>
    </dgm:pt>
    <dgm:pt modelId="{A2691E72-3067-49F2-83E0-EB521013210A}" type="pres">
      <dgm:prSet presAssocID="{F5C9272D-D326-4D51-BA87-C2CE5526D783}" presName="compNode" presStyleCnt="0"/>
      <dgm:spPr/>
    </dgm:pt>
    <dgm:pt modelId="{C37F1719-D774-41AE-8B00-3E691F02A6FA}" type="pres">
      <dgm:prSet presAssocID="{F5C9272D-D326-4D51-BA87-C2CE5526D783}" presName="iconBgRect" presStyleLbl="bgShp" presStyleIdx="2" presStyleCnt="3"/>
      <dgm:spPr/>
    </dgm:pt>
    <dgm:pt modelId="{4E3447A0-ECA6-4732-83D9-99DB0173D652}" type="pres">
      <dgm:prSet presAssocID="{F5C9272D-D326-4D51-BA87-C2CE5526D78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7CC167D3-2293-403D-A569-E856B62FF968}" type="pres">
      <dgm:prSet presAssocID="{F5C9272D-D326-4D51-BA87-C2CE5526D783}" presName="spaceRect" presStyleCnt="0"/>
      <dgm:spPr/>
    </dgm:pt>
    <dgm:pt modelId="{48CC2E49-B42D-4332-BE8D-BE6A80716A60}" type="pres">
      <dgm:prSet presAssocID="{F5C9272D-D326-4D51-BA87-C2CE5526D78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3308733-B489-49CF-B7D3-AEC8E806495A}" type="presOf" srcId="{215262CF-30C2-41D6-9DD8-FC65A014FF1F}" destId="{100782E4-26B5-4787-A5AD-2996C979B32F}" srcOrd="0" destOrd="0" presId="urn:microsoft.com/office/officeart/2018/5/layout/IconCircleLabelList"/>
    <dgm:cxn modelId="{77D5F975-AB8B-4EEA-A6D0-D9B03AA359A8}" type="presOf" srcId="{47767509-CE40-4FCB-9BA9-9252C1738CC2}" destId="{278CF810-6D4B-4F62-B1B0-A7551C41C7E7}" srcOrd="0" destOrd="0" presId="urn:microsoft.com/office/officeart/2018/5/layout/IconCircleLabelList"/>
    <dgm:cxn modelId="{665CEF7F-4392-43AD-8075-CAF48DF2C256}" srcId="{215262CF-30C2-41D6-9DD8-FC65A014FF1F}" destId="{F5C9272D-D326-4D51-BA87-C2CE5526D783}" srcOrd="2" destOrd="0" parTransId="{C16D44AF-BA54-4BEE-AA8D-A2F4E1B246B2}" sibTransId="{E807D347-A0E8-4075-8D9C-96E2D46817E9}"/>
    <dgm:cxn modelId="{2F137993-0614-4264-991F-3715F506C05F}" srcId="{215262CF-30C2-41D6-9DD8-FC65A014FF1F}" destId="{47767509-CE40-4FCB-9BA9-9252C1738CC2}" srcOrd="1" destOrd="0" parTransId="{285D9EB1-5BA1-4FAD-A11C-AE7218417A12}" sibTransId="{54B8CFF8-7AF2-4010-A0AE-BBD8624E00C7}"/>
    <dgm:cxn modelId="{B1903FEE-0006-4172-829D-BFFFE676674F}" type="presOf" srcId="{F5C9272D-D326-4D51-BA87-C2CE5526D783}" destId="{48CC2E49-B42D-4332-BE8D-BE6A80716A60}" srcOrd="0" destOrd="0" presId="urn:microsoft.com/office/officeart/2018/5/layout/IconCircleLabelList"/>
    <dgm:cxn modelId="{1BCB59F2-9ACA-496B-A93B-BF81175DE1F5}" srcId="{215262CF-30C2-41D6-9DD8-FC65A014FF1F}" destId="{48427202-10E5-463C-B187-51B83729E12F}" srcOrd="0" destOrd="0" parTransId="{46B2989E-23BE-4D2B-84C6-87CD4A481D45}" sibTransId="{5CFB8457-8F50-4D04-AA41-B04859B7FE9B}"/>
    <dgm:cxn modelId="{3B0F86F7-2903-4670-AC71-9CBC09497297}" type="presOf" srcId="{48427202-10E5-463C-B187-51B83729E12F}" destId="{B3C87D62-24F7-4EA2-8029-911FA2322C93}" srcOrd="0" destOrd="0" presId="urn:microsoft.com/office/officeart/2018/5/layout/IconCircleLabelList"/>
    <dgm:cxn modelId="{70F45F27-12ED-49AF-8252-AD6DFAC7E1D6}" type="presParOf" srcId="{100782E4-26B5-4787-A5AD-2996C979B32F}" destId="{749C5DC2-A579-4389-91A9-D35D82C153FA}" srcOrd="0" destOrd="0" presId="urn:microsoft.com/office/officeart/2018/5/layout/IconCircleLabelList"/>
    <dgm:cxn modelId="{90212734-7319-4A31-97CC-32BBD642C598}" type="presParOf" srcId="{749C5DC2-A579-4389-91A9-D35D82C153FA}" destId="{964A2795-CF07-46CE-8BE3-F46A3B8E8E24}" srcOrd="0" destOrd="0" presId="urn:microsoft.com/office/officeart/2018/5/layout/IconCircleLabelList"/>
    <dgm:cxn modelId="{6397D8ED-A5CF-431A-B030-4FD4356F92D2}" type="presParOf" srcId="{749C5DC2-A579-4389-91A9-D35D82C153FA}" destId="{D6FC421B-BA9A-4923-BCE9-8A8A9CD5D008}" srcOrd="1" destOrd="0" presId="urn:microsoft.com/office/officeart/2018/5/layout/IconCircleLabelList"/>
    <dgm:cxn modelId="{D5A7DB1C-E30A-438C-BDE0-6985904EDE55}" type="presParOf" srcId="{749C5DC2-A579-4389-91A9-D35D82C153FA}" destId="{E9741F51-FCD9-419C-B237-8FC7A543BBBD}" srcOrd="2" destOrd="0" presId="urn:microsoft.com/office/officeart/2018/5/layout/IconCircleLabelList"/>
    <dgm:cxn modelId="{26B86942-C31D-44B2-AA96-70235C0C451C}" type="presParOf" srcId="{749C5DC2-A579-4389-91A9-D35D82C153FA}" destId="{B3C87D62-24F7-4EA2-8029-911FA2322C93}" srcOrd="3" destOrd="0" presId="urn:microsoft.com/office/officeart/2018/5/layout/IconCircleLabelList"/>
    <dgm:cxn modelId="{B09A9A62-3BA3-48BB-BDE6-417B7870DAB5}" type="presParOf" srcId="{100782E4-26B5-4787-A5AD-2996C979B32F}" destId="{A01784A7-15BA-4E94-964C-E53B1236607B}" srcOrd="1" destOrd="0" presId="urn:microsoft.com/office/officeart/2018/5/layout/IconCircleLabelList"/>
    <dgm:cxn modelId="{BAED11B2-025E-4E6C-8B76-334A6B297CD8}" type="presParOf" srcId="{100782E4-26B5-4787-A5AD-2996C979B32F}" destId="{3E3EC98D-1A6C-438C-9D14-B52E53A1FC10}" srcOrd="2" destOrd="0" presId="urn:microsoft.com/office/officeart/2018/5/layout/IconCircleLabelList"/>
    <dgm:cxn modelId="{1D3845E3-529D-4A97-9997-861BE513BD92}" type="presParOf" srcId="{3E3EC98D-1A6C-438C-9D14-B52E53A1FC10}" destId="{6890E92C-F1F6-47D4-B148-5457F703C548}" srcOrd="0" destOrd="0" presId="urn:microsoft.com/office/officeart/2018/5/layout/IconCircleLabelList"/>
    <dgm:cxn modelId="{CDB0854B-7378-49C2-8E7A-ABA7654E50DB}" type="presParOf" srcId="{3E3EC98D-1A6C-438C-9D14-B52E53A1FC10}" destId="{7135D3BA-7352-4CED-BE09-EB6A0EEBCE5F}" srcOrd="1" destOrd="0" presId="urn:microsoft.com/office/officeart/2018/5/layout/IconCircleLabelList"/>
    <dgm:cxn modelId="{2E82B88F-3CDC-4158-A4E8-892528475850}" type="presParOf" srcId="{3E3EC98D-1A6C-438C-9D14-B52E53A1FC10}" destId="{9B67DE6D-3529-40D3-8B6C-BD79548D3602}" srcOrd="2" destOrd="0" presId="urn:microsoft.com/office/officeart/2018/5/layout/IconCircleLabelList"/>
    <dgm:cxn modelId="{70878471-B80E-4AA6-9F8F-6F91040626CF}" type="presParOf" srcId="{3E3EC98D-1A6C-438C-9D14-B52E53A1FC10}" destId="{278CF810-6D4B-4F62-B1B0-A7551C41C7E7}" srcOrd="3" destOrd="0" presId="urn:microsoft.com/office/officeart/2018/5/layout/IconCircleLabelList"/>
    <dgm:cxn modelId="{851C6765-F2FB-45FF-9D99-9F32BA65F121}" type="presParOf" srcId="{100782E4-26B5-4787-A5AD-2996C979B32F}" destId="{C4175677-EA87-4D63-B6E5-834B387D7780}" srcOrd="3" destOrd="0" presId="urn:microsoft.com/office/officeart/2018/5/layout/IconCircleLabelList"/>
    <dgm:cxn modelId="{415EF480-39EC-4A8A-BE00-96DEDF14D3B6}" type="presParOf" srcId="{100782E4-26B5-4787-A5AD-2996C979B32F}" destId="{A2691E72-3067-49F2-83E0-EB521013210A}" srcOrd="4" destOrd="0" presId="urn:microsoft.com/office/officeart/2018/5/layout/IconCircleLabelList"/>
    <dgm:cxn modelId="{A4252C55-4CD0-41CA-B8BC-DCC7A0E81736}" type="presParOf" srcId="{A2691E72-3067-49F2-83E0-EB521013210A}" destId="{C37F1719-D774-41AE-8B00-3E691F02A6FA}" srcOrd="0" destOrd="0" presId="urn:microsoft.com/office/officeart/2018/5/layout/IconCircleLabelList"/>
    <dgm:cxn modelId="{DBF87D72-FB2D-4A64-899A-213914E6924D}" type="presParOf" srcId="{A2691E72-3067-49F2-83E0-EB521013210A}" destId="{4E3447A0-ECA6-4732-83D9-99DB0173D652}" srcOrd="1" destOrd="0" presId="urn:microsoft.com/office/officeart/2018/5/layout/IconCircleLabelList"/>
    <dgm:cxn modelId="{51ECABAF-4CE5-4D46-9883-52FB78C93929}" type="presParOf" srcId="{A2691E72-3067-49F2-83E0-EB521013210A}" destId="{7CC167D3-2293-403D-A569-E856B62FF968}" srcOrd="2" destOrd="0" presId="urn:microsoft.com/office/officeart/2018/5/layout/IconCircleLabelList"/>
    <dgm:cxn modelId="{3DB396B4-CCBA-457C-BD80-FEED1D4FC7BB}" type="presParOf" srcId="{A2691E72-3067-49F2-83E0-EB521013210A}" destId="{48CC2E49-B42D-4332-BE8D-BE6A80716A6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4766C0FF-CFBF-4CD4-8B47-22083108A88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8968638-2BEF-4ED0-BCB2-CD30491F302F}">
      <dgm:prSet/>
      <dgm:spPr/>
      <dgm:t>
        <a:bodyPr/>
        <a:lstStyle/>
        <a:p>
          <a:pPr>
            <a:defRPr cap="all"/>
          </a:pPr>
          <a:r>
            <a:rPr lang="en-US"/>
            <a:t>Capital structure and financing plan</a:t>
          </a:r>
        </a:p>
      </dgm:t>
    </dgm:pt>
    <dgm:pt modelId="{FBC99332-DEEA-4AAC-A46A-708A00F0A042}" type="parTrans" cxnId="{B592A131-0B94-4824-8295-CBC3486A731D}">
      <dgm:prSet/>
      <dgm:spPr/>
      <dgm:t>
        <a:bodyPr/>
        <a:lstStyle/>
        <a:p>
          <a:endParaRPr lang="en-US"/>
        </a:p>
      </dgm:t>
    </dgm:pt>
    <dgm:pt modelId="{1E3D7ACA-A6EC-429F-8F55-2EA1BEDD0ED2}" type="sibTrans" cxnId="{B592A131-0B94-4824-8295-CBC3486A731D}">
      <dgm:prSet/>
      <dgm:spPr/>
      <dgm:t>
        <a:bodyPr/>
        <a:lstStyle/>
        <a:p>
          <a:endParaRPr lang="en-US"/>
        </a:p>
      </dgm:t>
    </dgm:pt>
    <dgm:pt modelId="{5F3C8F04-A481-4223-8205-AA73DBA480F3}">
      <dgm:prSet/>
      <dgm:spPr/>
      <dgm:t>
        <a:bodyPr/>
        <a:lstStyle/>
        <a:p>
          <a:pPr>
            <a:defRPr cap="all"/>
          </a:pPr>
          <a:r>
            <a:rPr lang="en-US"/>
            <a:t>Revenue model and affordability</a:t>
          </a:r>
        </a:p>
      </dgm:t>
    </dgm:pt>
    <dgm:pt modelId="{720228F3-6892-4DF6-93EC-1F16F9BDA798}" type="parTrans" cxnId="{B2EC1A32-C58D-4298-8AB3-151192E51DE3}">
      <dgm:prSet/>
      <dgm:spPr/>
      <dgm:t>
        <a:bodyPr/>
        <a:lstStyle/>
        <a:p>
          <a:endParaRPr lang="en-US"/>
        </a:p>
      </dgm:t>
    </dgm:pt>
    <dgm:pt modelId="{0116FED3-70AB-47D5-8DA6-8465D3C5BE32}" type="sibTrans" cxnId="{B2EC1A32-C58D-4298-8AB3-151192E51DE3}">
      <dgm:prSet/>
      <dgm:spPr/>
      <dgm:t>
        <a:bodyPr/>
        <a:lstStyle/>
        <a:p>
          <a:endParaRPr lang="en-US"/>
        </a:p>
      </dgm:t>
    </dgm:pt>
    <dgm:pt modelId="{8023EA51-87C9-41E6-9A9C-D0EC2D5FECD1}">
      <dgm:prSet/>
      <dgm:spPr/>
      <dgm:t>
        <a:bodyPr/>
        <a:lstStyle/>
        <a:p>
          <a:pPr>
            <a:defRPr cap="all"/>
          </a:pPr>
          <a:r>
            <a:rPr lang="en-US"/>
            <a:t>Long-term financial sustainability</a:t>
          </a:r>
        </a:p>
      </dgm:t>
    </dgm:pt>
    <dgm:pt modelId="{9B359083-A150-448D-9534-8EFE43F45EFC}" type="parTrans" cxnId="{1ADA55A2-37A3-4B17-B3FC-8FFA9451F4DA}">
      <dgm:prSet/>
      <dgm:spPr/>
      <dgm:t>
        <a:bodyPr/>
        <a:lstStyle/>
        <a:p>
          <a:endParaRPr lang="en-US"/>
        </a:p>
      </dgm:t>
    </dgm:pt>
    <dgm:pt modelId="{FFE12BCF-3AD1-44A9-B493-5589A2594B54}" type="sibTrans" cxnId="{1ADA55A2-37A3-4B17-B3FC-8FFA9451F4DA}">
      <dgm:prSet/>
      <dgm:spPr/>
      <dgm:t>
        <a:bodyPr/>
        <a:lstStyle/>
        <a:p>
          <a:endParaRPr lang="en-US"/>
        </a:p>
      </dgm:t>
    </dgm:pt>
    <dgm:pt modelId="{84DB5ED6-9B4B-46CF-A76E-896EAF011F09}" type="pres">
      <dgm:prSet presAssocID="{4766C0FF-CFBF-4CD4-8B47-22083108A883}" presName="root" presStyleCnt="0">
        <dgm:presLayoutVars>
          <dgm:dir/>
          <dgm:resizeHandles val="exact"/>
        </dgm:presLayoutVars>
      </dgm:prSet>
      <dgm:spPr/>
    </dgm:pt>
    <dgm:pt modelId="{E47261AF-56B9-482E-B44E-0F0424D555C7}" type="pres">
      <dgm:prSet presAssocID="{A8968638-2BEF-4ED0-BCB2-CD30491F302F}" presName="compNode" presStyleCnt="0"/>
      <dgm:spPr/>
    </dgm:pt>
    <dgm:pt modelId="{71000566-F1EC-4522-8B44-A7093567F03B}" type="pres">
      <dgm:prSet presAssocID="{A8968638-2BEF-4ED0-BCB2-CD30491F302F}" presName="iconBgRect" presStyleLbl="bgShp" presStyleIdx="0" presStyleCnt="3"/>
      <dgm:spPr/>
    </dgm:pt>
    <dgm:pt modelId="{7F27BD0B-D2F5-4E4B-8C44-9D3023A45217}" type="pres">
      <dgm:prSet presAssocID="{A8968638-2BEF-4ED0-BCB2-CD30491F302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D6DC0BF-EDCD-4F18-9A99-7B9E75E94536}" type="pres">
      <dgm:prSet presAssocID="{A8968638-2BEF-4ED0-BCB2-CD30491F302F}" presName="spaceRect" presStyleCnt="0"/>
      <dgm:spPr/>
    </dgm:pt>
    <dgm:pt modelId="{6D777370-9DD9-4D74-B463-60DF058EA76E}" type="pres">
      <dgm:prSet presAssocID="{A8968638-2BEF-4ED0-BCB2-CD30491F302F}" presName="textRect" presStyleLbl="revTx" presStyleIdx="0" presStyleCnt="3">
        <dgm:presLayoutVars>
          <dgm:chMax val="1"/>
          <dgm:chPref val="1"/>
        </dgm:presLayoutVars>
      </dgm:prSet>
      <dgm:spPr/>
    </dgm:pt>
    <dgm:pt modelId="{220F5EC0-D99B-4106-8959-8E07A3158187}" type="pres">
      <dgm:prSet presAssocID="{1E3D7ACA-A6EC-429F-8F55-2EA1BEDD0ED2}" presName="sibTrans" presStyleCnt="0"/>
      <dgm:spPr/>
    </dgm:pt>
    <dgm:pt modelId="{6F0D9DCE-E0D4-4D35-8451-8D2C72518D66}" type="pres">
      <dgm:prSet presAssocID="{5F3C8F04-A481-4223-8205-AA73DBA480F3}" presName="compNode" presStyleCnt="0"/>
      <dgm:spPr/>
    </dgm:pt>
    <dgm:pt modelId="{61519323-2F80-4BEC-9E26-B38C14625F57}" type="pres">
      <dgm:prSet presAssocID="{5F3C8F04-A481-4223-8205-AA73DBA480F3}" presName="iconBgRect" presStyleLbl="bgShp" presStyleIdx="1" presStyleCnt="3"/>
      <dgm:spPr/>
    </dgm:pt>
    <dgm:pt modelId="{09FF6D8E-1D32-4D5A-811C-A49CB7E928C1}" type="pres">
      <dgm:prSet presAssocID="{5F3C8F04-A481-4223-8205-AA73DBA480F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F0DC39DC-E564-4278-86C5-ACCDCE286A94}" type="pres">
      <dgm:prSet presAssocID="{5F3C8F04-A481-4223-8205-AA73DBA480F3}" presName="spaceRect" presStyleCnt="0"/>
      <dgm:spPr/>
    </dgm:pt>
    <dgm:pt modelId="{FB144CF8-99A0-4132-A99B-6B97D9A405A0}" type="pres">
      <dgm:prSet presAssocID="{5F3C8F04-A481-4223-8205-AA73DBA480F3}" presName="textRect" presStyleLbl="revTx" presStyleIdx="1" presStyleCnt="3">
        <dgm:presLayoutVars>
          <dgm:chMax val="1"/>
          <dgm:chPref val="1"/>
        </dgm:presLayoutVars>
      </dgm:prSet>
      <dgm:spPr/>
    </dgm:pt>
    <dgm:pt modelId="{F18C6963-BBC7-4D9A-9394-941C41C4D059}" type="pres">
      <dgm:prSet presAssocID="{0116FED3-70AB-47D5-8DA6-8465D3C5BE32}" presName="sibTrans" presStyleCnt="0"/>
      <dgm:spPr/>
    </dgm:pt>
    <dgm:pt modelId="{55B87D39-DDAE-4672-A05A-302E24777705}" type="pres">
      <dgm:prSet presAssocID="{8023EA51-87C9-41E6-9A9C-D0EC2D5FECD1}" presName="compNode" presStyleCnt="0"/>
      <dgm:spPr/>
    </dgm:pt>
    <dgm:pt modelId="{791FFAB4-9BB4-472A-A9E2-ED076D4E370A}" type="pres">
      <dgm:prSet presAssocID="{8023EA51-87C9-41E6-9A9C-D0EC2D5FECD1}" presName="iconBgRect" presStyleLbl="bgShp" presStyleIdx="2" presStyleCnt="3"/>
      <dgm:spPr/>
    </dgm:pt>
    <dgm:pt modelId="{CF0062A6-3649-40E0-B02F-8ECDE770CEB4}" type="pres">
      <dgm:prSet presAssocID="{8023EA51-87C9-41E6-9A9C-D0EC2D5FECD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10A0F7F2-1B6C-49EF-870A-4644AA02CDD8}" type="pres">
      <dgm:prSet presAssocID="{8023EA51-87C9-41E6-9A9C-D0EC2D5FECD1}" presName="spaceRect" presStyleCnt="0"/>
      <dgm:spPr/>
    </dgm:pt>
    <dgm:pt modelId="{695E1BA5-C365-4A6A-B54D-377938C58BB2}" type="pres">
      <dgm:prSet presAssocID="{8023EA51-87C9-41E6-9A9C-D0EC2D5FECD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83DF722-79E4-4C5F-A1D8-EFAA73B1E65B}" type="presOf" srcId="{4766C0FF-CFBF-4CD4-8B47-22083108A883}" destId="{84DB5ED6-9B4B-46CF-A76E-896EAF011F09}" srcOrd="0" destOrd="0" presId="urn:microsoft.com/office/officeart/2018/5/layout/IconCircleLabelList"/>
    <dgm:cxn modelId="{0F40F428-DCF6-4DDD-8185-E83C0AF60A51}" type="presOf" srcId="{5F3C8F04-A481-4223-8205-AA73DBA480F3}" destId="{FB144CF8-99A0-4132-A99B-6B97D9A405A0}" srcOrd="0" destOrd="0" presId="urn:microsoft.com/office/officeart/2018/5/layout/IconCircleLabelList"/>
    <dgm:cxn modelId="{B592A131-0B94-4824-8295-CBC3486A731D}" srcId="{4766C0FF-CFBF-4CD4-8B47-22083108A883}" destId="{A8968638-2BEF-4ED0-BCB2-CD30491F302F}" srcOrd="0" destOrd="0" parTransId="{FBC99332-DEEA-4AAC-A46A-708A00F0A042}" sibTransId="{1E3D7ACA-A6EC-429F-8F55-2EA1BEDD0ED2}"/>
    <dgm:cxn modelId="{B2EC1A32-C58D-4298-8AB3-151192E51DE3}" srcId="{4766C0FF-CFBF-4CD4-8B47-22083108A883}" destId="{5F3C8F04-A481-4223-8205-AA73DBA480F3}" srcOrd="1" destOrd="0" parTransId="{720228F3-6892-4DF6-93EC-1F16F9BDA798}" sibTransId="{0116FED3-70AB-47D5-8DA6-8465D3C5BE32}"/>
    <dgm:cxn modelId="{1ADA55A2-37A3-4B17-B3FC-8FFA9451F4DA}" srcId="{4766C0FF-CFBF-4CD4-8B47-22083108A883}" destId="{8023EA51-87C9-41E6-9A9C-D0EC2D5FECD1}" srcOrd="2" destOrd="0" parTransId="{9B359083-A150-448D-9534-8EFE43F45EFC}" sibTransId="{FFE12BCF-3AD1-44A9-B493-5589A2594B54}"/>
    <dgm:cxn modelId="{B1F494B3-5AC7-43BE-AE78-4ECC54A10335}" type="presOf" srcId="{A8968638-2BEF-4ED0-BCB2-CD30491F302F}" destId="{6D777370-9DD9-4D74-B463-60DF058EA76E}" srcOrd="0" destOrd="0" presId="urn:microsoft.com/office/officeart/2018/5/layout/IconCircleLabelList"/>
    <dgm:cxn modelId="{53C5DAE8-487E-4B30-985C-339B1DCDBA32}" type="presOf" srcId="{8023EA51-87C9-41E6-9A9C-D0EC2D5FECD1}" destId="{695E1BA5-C365-4A6A-B54D-377938C58BB2}" srcOrd="0" destOrd="0" presId="urn:microsoft.com/office/officeart/2018/5/layout/IconCircleLabelList"/>
    <dgm:cxn modelId="{ED817148-08B8-4ACA-BDB4-5484E5B16BCB}" type="presParOf" srcId="{84DB5ED6-9B4B-46CF-A76E-896EAF011F09}" destId="{E47261AF-56B9-482E-B44E-0F0424D555C7}" srcOrd="0" destOrd="0" presId="urn:microsoft.com/office/officeart/2018/5/layout/IconCircleLabelList"/>
    <dgm:cxn modelId="{B92333E3-9C75-4655-908B-5B12554451E6}" type="presParOf" srcId="{E47261AF-56B9-482E-B44E-0F0424D555C7}" destId="{71000566-F1EC-4522-8B44-A7093567F03B}" srcOrd="0" destOrd="0" presId="urn:microsoft.com/office/officeart/2018/5/layout/IconCircleLabelList"/>
    <dgm:cxn modelId="{04A5B7C0-8B56-4527-A65A-5B3E7929AC71}" type="presParOf" srcId="{E47261AF-56B9-482E-B44E-0F0424D555C7}" destId="{7F27BD0B-D2F5-4E4B-8C44-9D3023A45217}" srcOrd="1" destOrd="0" presId="urn:microsoft.com/office/officeart/2018/5/layout/IconCircleLabelList"/>
    <dgm:cxn modelId="{7A3A2BE3-E46D-451B-8CF0-83524ECB8AAE}" type="presParOf" srcId="{E47261AF-56B9-482E-B44E-0F0424D555C7}" destId="{BD6DC0BF-EDCD-4F18-9A99-7B9E75E94536}" srcOrd="2" destOrd="0" presId="urn:microsoft.com/office/officeart/2018/5/layout/IconCircleLabelList"/>
    <dgm:cxn modelId="{775E37AC-C99B-4C3B-9440-ECB2FFA69A00}" type="presParOf" srcId="{E47261AF-56B9-482E-B44E-0F0424D555C7}" destId="{6D777370-9DD9-4D74-B463-60DF058EA76E}" srcOrd="3" destOrd="0" presId="urn:microsoft.com/office/officeart/2018/5/layout/IconCircleLabelList"/>
    <dgm:cxn modelId="{5EB9E7E5-C206-4B37-971F-5B0AC83D2705}" type="presParOf" srcId="{84DB5ED6-9B4B-46CF-A76E-896EAF011F09}" destId="{220F5EC0-D99B-4106-8959-8E07A3158187}" srcOrd="1" destOrd="0" presId="urn:microsoft.com/office/officeart/2018/5/layout/IconCircleLabelList"/>
    <dgm:cxn modelId="{6F0F4FE9-3128-4C43-AC10-AB3534A59296}" type="presParOf" srcId="{84DB5ED6-9B4B-46CF-A76E-896EAF011F09}" destId="{6F0D9DCE-E0D4-4D35-8451-8D2C72518D66}" srcOrd="2" destOrd="0" presId="urn:microsoft.com/office/officeart/2018/5/layout/IconCircleLabelList"/>
    <dgm:cxn modelId="{63E3A875-9206-48F4-B007-882D1A198CEA}" type="presParOf" srcId="{6F0D9DCE-E0D4-4D35-8451-8D2C72518D66}" destId="{61519323-2F80-4BEC-9E26-B38C14625F57}" srcOrd="0" destOrd="0" presId="urn:microsoft.com/office/officeart/2018/5/layout/IconCircleLabelList"/>
    <dgm:cxn modelId="{435D9846-0B31-4D96-BAF6-98B3BBDDD35B}" type="presParOf" srcId="{6F0D9DCE-E0D4-4D35-8451-8D2C72518D66}" destId="{09FF6D8E-1D32-4D5A-811C-A49CB7E928C1}" srcOrd="1" destOrd="0" presId="urn:microsoft.com/office/officeart/2018/5/layout/IconCircleLabelList"/>
    <dgm:cxn modelId="{E84FFBDA-F4FB-4C91-BF24-71FA18A757AA}" type="presParOf" srcId="{6F0D9DCE-E0D4-4D35-8451-8D2C72518D66}" destId="{F0DC39DC-E564-4278-86C5-ACCDCE286A94}" srcOrd="2" destOrd="0" presId="urn:microsoft.com/office/officeart/2018/5/layout/IconCircleLabelList"/>
    <dgm:cxn modelId="{50CE8ED4-A856-4AA6-BDDE-D7CC4FC83A72}" type="presParOf" srcId="{6F0D9DCE-E0D4-4D35-8451-8D2C72518D66}" destId="{FB144CF8-99A0-4132-A99B-6B97D9A405A0}" srcOrd="3" destOrd="0" presId="urn:microsoft.com/office/officeart/2018/5/layout/IconCircleLabelList"/>
    <dgm:cxn modelId="{72E90E18-5CA8-4FA8-8F21-03D237D58B6F}" type="presParOf" srcId="{84DB5ED6-9B4B-46CF-A76E-896EAF011F09}" destId="{F18C6963-BBC7-4D9A-9394-941C41C4D059}" srcOrd="3" destOrd="0" presId="urn:microsoft.com/office/officeart/2018/5/layout/IconCircleLabelList"/>
    <dgm:cxn modelId="{27619B5A-BD81-4447-AF90-0DBDE4D9E7CF}" type="presParOf" srcId="{84DB5ED6-9B4B-46CF-A76E-896EAF011F09}" destId="{55B87D39-DDAE-4672-A05A-302E24777705}" srcOrd="4" destOrd="0" presId="urn:microsoft.com/office/officeart/2018/5/layout/IconCircleLabelList"/>
    <dgm:cxn modelId="{C080F38C-1683-4347-9558-9D5D6D23D2BA}" type="presParOf" srcId="{55B87D39-DDAE-4672-A05A-302E24777705}" destId="{791FFAB4-9BB4-472A-A9E2-ED076D4E370A}" srcOrd="0" destOrd="0" presId="urn:microsoft.com/office/officeart/2018/5/layout/IconCircleLabelList"/>
    <dgm:cxn modelId="{ED178D9C-3F9C-49A0-9861-19A89FE1ED1F}" type="presParOf" srcId="{55B87D39-DDAE-4672-A05A-302E24777705}" destId="{CF0062A6-3649-40E0-B02F-8ECDE770CEB4}" srcOrd="1" destOrd="0" presId="urn:microsoft.com/office/officeart/2018/5/layout/IconCircleLabelList"/>
    <dgm:cxn modelId="{F02CCF13-5B03-4CD0-9AA0-A48291F9DE6A}" type="presParOf" srcId="{55B87D39-DDAE-4672-A05A-302E24777705}" destId="{10A0F7F2-1B6C-49EF-870A-4644AA02CDD8}" srcOrd="2" destOrd="0" presId="urn:microsoft.com/office/officeart/2018/5/layout/IconCircleLabelList"/>
    <dgm:cxn modelId="{E2C1BB9B-7C6D-496E-808E-FD4B8FA82D8B}" type="presParOf" srcId="{55B87D39-DDAE-4672-A05A-302E24777705}" destId="{695E1BA5-C365-4A6A-B54D-377938C58BB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405EA952-FD1C-4541-A478-65C2FE85D3C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B69D820-9090-41F3-A372-9D9F8D932A0B}">
      <dgm:prSet/>
      <dgm:spPr/>
      <dgm:t>
        <a:bodyPr/>
        <a:lstStyle/>
        <a:p>
          <a:r>
            <a:rPr lang="de-DE" b="1"/>
            <a:t>1. Water–Energy Integration (Critical)</a:t>
          </a:r>
          <a:endParaRPr lang="en-US"/>
        </a:p>
      </dgm:t>
    </dgm:pt>
    <dgm:pt modelId="{248C6662-1366-4646-8859-A94FEAFE05AE}" type="parTrans" cxnId="{CAFFFBF9-6143-4E27-BA09-5DCFD7450345}">
      <dgm:prSet/>
      <dgm:spPr/>
      <dgm:t>
        <a:bodyPr/>
        <a:lstStyle/>
        <a:p>
          <a:endParaRPr lang="en-US"/>
        </a:p>
      </dgm:t>
    </dgm:pt>
    <dgm:pt modelId="{BDFD22CD-5520-4BFF-9685-D03A6758E727}" type="sibTrans" cxnId="{CAFFFBF9-6143-4E27-BA09-5DCFD7450345}">
      <dgm:prSet/>
      <dgm:spPr/>
      <dgm:t>
        <a:bodyPr/>
        <a:lstStyle/>
        <a:p>
          <a:endParaRPr lang="en-US"/>
        </a:p>
      </dgm:t>
    </dgm:pt>
    <dgm:pt modelId="{4E40B4FA-E73B-4DD3-A403-4BB57547167B}">
      <dgm:prSet/>
      <dgm:spPr/>
      <dgm:t>
        <a:bodyPr/>
        <a:lstStyle/>
        <a:p>
          <a:r>
            <a:rPr lang="de-DE"/>
            <a:t>Add </a:t>
          </a:r>
          <a:r>
            <a:rPr lang="de-DE" b="1"/>
            <a:t>solar PV (1.5–2 MW)</a:t>
          </a:r>
          <a:r>
            <a:rPr lang="de-DE"/>
            <a:t> to:</a:t>
          </a:r>
          <a:endParaRPr lang="en-US"/>
        </a:p>
      </dgm:t>
    </dgm:pt>
    <dgm:pt modelId="{1A004150-7855-4403-A20F-4097AE22BA6B}" type="parTrans" cxnId="{1FC96779-94EE-4B12-B40A-FF7DCB9F6622}">
      <dgm:prSet/>
      <dgm:spPr/>
      <dgm:t>
        <a:bodyPr/>
        <a:lstStyle/>
        <a:p>
          <a:endParaRPr lang="en-US"/>
        </a:p>
      </dgm:t>
    </dgm:pt>
    <dgm:pt modelId="{2E3577E0-6D74-4451-B9E8-A6287F5F6052}" type="sibTrans" cxnId="{1FC96779-94EE-4B12-B40A-FF7DCB9F6622}">
      <dgm:prSet/>
      <dgm:spPr/>
      <dgm:t>
        <a:bodyPr/>
        <a:lstStyle/>
        <a:p>
          <a:endParaRPr lang="en-US"/>
        </a:p>
      </dgm:t>
    </dgm:pt>
    <dgm:pt modelId="{A10E7E3E-709A-4926-8225-5C3E78102987}">
      <dgm:prSet/>
      <dgm:spPr/>
      <dgm:t>
        <a:bodyPr/>
        <a:lstStyle/>
        <a:p>
          <a:r>
            <a:rPr lang="de-DE"/>
            <a:t>Power pumping</a:t>
          </a:r>
          <a:endParaRPr lang="en-US"/>
        </a:p>
      </dgm:t>
    </dgm:pt>
    <dgm:pt modelId="{62132EEA-97F7-4628-9B85-80B063EA1D30}" type="parTrans" cxnId="{33D02027-7781-4B95-A1E9-70BA5916549B}">
      <dgm:prSet/>
      <dgm:spPr/>
      <dgm:t>
        <a:bodyPr/>
        <a:lstStyle/>
        <a:p>
          <a:endParaRPr lang="en-US"/>
        </a:p>
      </dgm:t>
    </dgm:pt>
    <dgm:pt modelId="{23F8BC22-D3F3-4812-9E62-26E01888B0BC}" type="sibTrans" cxnId="{33D02027-7781-4B95-A1E9-70BA5916549B}">
      <dgm:prSet/>
      <dgm:spPr/>
      <dgm:t>
        <a:bodyPr/>
        <a:lstStyle/>
        <a:p>
          <a:endParaRPr lang="en-US"/>
        </a:p>
      </dgm:t>
    </dgm:pt>
    <dgm:pt modelId="{F5031478-3A03-40CC-86E5-F722B7921C87}">
      <dgm:prSet/>
      <dgm:spPr/>
      <dgm:t>
        <a:bodyPr/>
        <a:lstStyle/>
        <a:p>
          <a:r>
            <a:rPr lang="de-DE"/>
            <a:t>Cover baseload of treatment plant</a:t>
          </a:r>
          <a:endParaRPr lang="en-US"/>
        </a:p>
      </dgm:t>
    </dgm:pt>
    <dgm:pt modelId="{9072EAFA-AB87-4FDD-8399-1E704BF1F351}" type="parTrans" cxnId="{67D7DBEE-C659-4163-ABDD-9B690BDB33ED}">
      <dgm:prSet/>
      <dgm:spPr/>
      <dgm:t>
        <a:bodyPr/>
        <a:lstStyle/>
        <a:p>
          <a:endParaRPr lang="en-US"/>
        </a:p>
      </dgm:t>
    </dgm:pt>
    <dgm:pt modelId="{1132F8B2-8ECD-4723-A92E-E33A86062FB7}" type="sibTrans" cxnId="{67D7DBEE-C659-4163-ABDD-9B690BDB33ED}">
      <dgm:prSet/>
      <dgm:spPr/>
      <dgm:t>
        <a:bodyPr/>
        <a:lstStyle/>
        <a:p>
          <a:endParaRPr lang="en-US"/>
        </a:p>
      </dgm:t>
    </dgm:pt>
    <dgm:pt modelId="{8150D068-8976-423E-94BE-08E4458F4432}">
      <dgm:prSet/>
      <dgm:spPr/>
      <dgm:t>
        <a:bodyPr/>
        <a:lstStyle/>
        <a:p>
          <a:r>
            <a:rPr lang="de-DE"/>
            <a:t>Result:</a:t>
          </a:r>
          <a:endParaRPr lang="en-US"/>
        </a:p>
      </dgm:t>
    </dgm:pt>
    <dgm:pt modelId="{B7875155-1BEA-45AD-B0CC-5B849A19E3DB}" type="parTrans" cxnId="{1657F289-4887-40E1-84A6-B42C76B7BE0F}">
      <dgm:prSet/>
      <dgm:spPr/>
      <dgm:t>
        <a:bodyPr/>
        <a:lstStyle/>
        <a:p>
          <a:endParaRPr lang="en-US"/>
        </a:p>
      </dgm:t>
    </dgm:pt>
    <dgm:pt modelId="{DAB7853C-AFAA-4624-BB19-DA2EB1F0B11E}" type="sibTrans" cxnId="{1657F289-4887-40E1-84A6-B42C76B7BE0F}">
      <dgm:prSet/>
      <dgm:spPr/>
      <dgm:t>
        <a:bodyPr/>
        <a:lstStyle/>
        <a:p>
          <a:endParaRPr lang="en-US"/>
        </a:p>
      </dgm:t>
    </dgm:pt>
    <dgm:pt modelId="{699872A6-6A24-4809-918F-E9703AD83854}">
      <dgm:prSet/>
      <dgm:spPr/>
      <dgm:t>
        <a:bodyPr/>
        <a:lstStyle/>
        <a:p>
          <a:r>
            <a:rPr lang="de-DE"/>
            <a:t>30–40% OPEX reduction</a:t>
          </a:r>
          <a:endParaRPr lang="en-US"/>
        </a:p>
      </dgm:t>
    </dgm:pt>
    <dgm:pt modelId="{220B07E6-8158-4323-9040-31963EA1B8EC}" type="parTrans" cxnId="{90805140-E2CC-4B9B-B00E-392038A00235}">
      <dgm:prSet/>
      <dgm:spPr/>
      <dgm:t>
        <a:bodyPr/>
        <a:lstStyle/>
        <a:p>
          <a:endParaRPr lang="en-US"/>
        </a:p>
      </dgm:t>
    </dgm:pt>
    <dgm:pt modelId="{976B06DE-2AB6-4CF8-86CC-5F0A915B8DBF}" type="sibTrans" cxnId="{90805140-E2CC-4B9B-B00E-392038A00235}">
      <dgm:prSet/>
      <dgm:spPr/>
      <dgm:t>
        <a:bodyPr/>
        <a:lstStyle/>
        <a:p>
          <a:endParaRPr lang="en-US"/>
        </a:p>
      </dgm:t>
    </dgm:pt>
    <dgm:pt modelId="{0FD49138-E2C3-4796-9B50-C33603D3A625}">
      <dgm:prSet/>
      <dgm:spPr/>
      <dgm:t>
        <a:bodyPr/>
        <a:lstStyle/>
        <a:p>
          <a:r>
            <a:rPr lang="de-DE"/>
            <a:t>Improved DSCR</a:t>
          </a:r>
          <a:endParaRPr lang="en-US"/>
        </a:p>
      </dgm:t>
    </dgm:pt>
    <dgm:pt modelId="{06819071-E950-4613-8409-093A349D281C}" type="parTrans" cxnId="{4C142D85-70D8-4979-A82D-0CF4DEAA655D}">
      <dgm:prSet/>
      <dgm:spPr/>
      <dgm:t>
        <a:bodyPr/>
        <a:lstStyle/>
        <a:p>
          <a:endParaRPr lang="en-US"/>
        </a:p>
      </dgm:t>
    </dgm:pt>
    <dgm:pt modelId="{A40F34E2-A0AA-413D-B3E6-9A6F51603E61}" type="sibTrans" cxnId="{4C142D85-70D8-4979-A82D-0CF4DEAA655D}">
      <dgm:prSet/>
      <dgm:spPr/>
      <dgm:t>
        <a:bodyPr/>
        <a:lstStyle/>
        <a:p>
          <a:endParaRPr lang="en-US"/>
        </a:p>
      </dgm:t>
    </dgm:pt>
    <dgm:pt modelId="{4BE4EB6E-B9FB-4C14-A4AF-46E4C04F075B}">
      <dgm:prSet/>
      <dgm:spPr/>
      <dgm:t>
        <a:bodyPr/>
        <a:lstStyle/>
        <a:p>
          <a:r>
            <a:rPr lang="de-DE"/>
            <a:t>Lower exposure to energy price volatility</a:t>
          </a:r>
          <a:endParaRPr lang="en-US"/>
        </a:p>
      </dgm:t>
    </dgm:pt>
    <dgm:pt modelId="{34657BFA-C618-44C9-A2BE-F9FCD163488E}" type="parTrans" cxnId="{E66910CB-A7E0-4DC8-A3F9-1B33527EE8C5}">
      <dgm:prSet/>
      <dgm:spPr/>
      <dgm:t>
        <a:bodyPr/>
        <a:lstStyle/>
        <a:p>
          <a:endParaRPr lang="en-US"/>
        </a:p>
      </dgm:t>
    </dgm:pt>
    <dgm:pt modelId="{D87388CE-EB50-4C32-B5F2-C9E9064F70AA}" type="sibTrans" cxnId="{E66910CB-A7E0-4DC8-A3F9-1B33527EE8C5}">
      <dgm:prSet/>
      <dgm:spPr/>
      <dgm:t>
        <a:bodyPr/>
        <a:lstStyle/>
        <a:p>
          <a:endParaRPr lang="en-US"/>
        </a:p>
      </dgm:t>
    </dgm:pt>
    <dgm:pt modelId="{756357CB-0D5B-4CB8-BC03-007AA79F9B41}">
      <dgm:prSet/>
      <dgm:spPr/>
      <dgm:t>
        <a:bodyPr/>
        <a:lstStyle/>
        <a:p>
          <a:r>
            <a:rPr lang="de-DE" b="1"/>
            <a:t>2. Water–Food Integration</a:t>
          </a:r>
          <a:endParaRPr lang="en-US"/>
        </a:p>
      </dgm:t>
    </dgm:pt>
    <dgm:pt modelId="{3B925B92-2630-4745-A92F-938AF43CF3E3}" type="parTrans" cxnId="{8055A0EB-D983-43E5-A017-9F571F225989}">
      <dgm:prSet/>
      <dgm:spPr/>
      <dgm:t>
        <a:bodyPr/>
        <a:lstStyle/>
        <a:p>
          <a:endParaRPr lang="en-US"/>
        </a:p>
      </dgm:t>
    </dgm:pt>
    <dgm:pt modelId="{7F5EF79A-8743-4E7B-9A30-A1DA07ACC52D}" type="sibTrans" cxnId="{8055A0EB-D983-43E5-A017-9F571F225989}">
      <dgm:prSet/>
      <dgm:spPr/>
      <dgm:t>
        <a:bodyPr/>
        <a:lstStyle/>
        <a:p>
          <a:endParaRPr lang="en-US"/>
        </a:p>
      </dgm:t>
    </dgm:pt>
    <dgm:pt modelId="{8F9E0A0A-782E-4C85-885E-970592481F3B}">
      <dgm:prSet/>
      <dgm:spPr/>
      <dgm:t>
        <a:bodyPr/>
        <a:lstStyle/>
        <a:p>
          <a:r>
            <a:rPr lang="de-DE"/>
            <a:t>Convert open-channel irrigation to </a:t>
          </a:r>
          <a:r>
            <a:rPr lang="de-DE" b="1"/>
            <a:t>pressurized drip systems</a:t>
          </a:r>
          <a:endParaRPr lang="en-US"/>
        </a:p>
      </dgm:t>
    </dgm:pt>
    <dgm:pt modelId="{CD77B7CE-5384-404D-9A1B-51C5A480C090}" type="parTrans" cxnId="{C87244CB-0FD3-4D0E-ACC8-8B92B4462896}">
      <dgm:prSet/>
      <dgm:spPr/>
      <dgm:t>
        <a:bodyPr/>
        <a:lstStyle/>
        <a:p>
          <a:endParaRPr lang="en-US"/>
        </a:p>
      </dgm:t>
    </dgm:pt>
    <dgm:pt modelId="{76A75B50-5E8A-480F-9303-F2B30226E55A}" type="sibTrans" cxnId="{C87244CB-0FD3-4D0E-ACC8-8B92B4462896}">
      <dgm:prSet/>
      <dgm:spPr/>
      <dgm:t>
        <a:bodyPr/>
        <a:lstStyle/>
        <a:p>
          <a:endParaRPr lang="en-US"/>
        </a:p>
      </dgm:t>
    </dgm:pt>
    <dgm:pt modelId="{4FAB4798-281C-4294-8B48-0F396B4C601A}">
      <dgm:prSet/>
      <dgm:spPr/>
      <dgm:t>
        <a:bodyPr/>
        <a:lstStyle/>
        <a:p>
          <a:r>
            <a:rPr lang="de-DE"/>
            <a:t>Use treated wastewater nutrients (partial fertigation)</a:t>
          </a:r>
          <a:endParaRPr lang="en-US"/>
        </a:p>
      </dgm:t>
    </dgm:pt>
    <dgm:pt modelId="{7F7A59CB-4D4D-4E2D-897D-E34042914119}" type="parTrans" cxnId="{D6BCCEC0-E628-4B30-B19C-9E67930B5DA5}">
      <dgm:prSet/>
      <dgm:spPr/>
      <dgm:t>
        <a:bodyPr/>
        <a:lstStyle/>
        <a:p>
          <a:endParaRPr lang="en-US"/>
        </a:p>
      </dgm:t>
    </dgm:pt>
    <dgm:pt modelId="{159C0092-D34A-4022-85CE-ABE88767E3E9}" type="sibTrans" cxnId="{D6BCCEC0-E628-4B30-B19C-9E67930B5DA5}">
      <dgm:prSet/>
      <dgm:spPr/>
      <dgm:t>
        <a:bodyPr/>
        <a:lstStyle/>
        <a:p>
          <a:endParaRPr lang="en-US"/>
        </a:p>
      </dgm:t>
    </dgm:pt>
    <dgm:pt modelId="{1A7BD66C-761A-40DE-A808-B62E1F119ED4}">
      <dgm:prSet/>
      <dgm:spPr/>
      <dgm:t>
        <a:bodyPr/>
        <a:lstStyle/>
        <a:p>
          <a:r>
            <a:rPr lang="de-DE"/>
            <a:t>Result:</a:t>
          </a:r>
          <a:endParaRPr lang="en-US"/>
        </a:p>
      </dgm:t>
    </dgm:pt>
    <dgm:pt modelId="{09D9ECAC-FA2C-4BB9-86C1-D6C0B14A5212}" type="parTrans" cxnId="{5DDC4AC8-1573-45A9-A310-25B6C3ED9BCE}">
      <dgm:prSet/>
      <dgm:spPr/>
      <dgm:t>
        <a:bodyPr/>
        <a:lstStyle/>
        <a:p>
          <a:endParaRPr lang="en-US"/>
        </a:p>
      </dgm:t>
    </dgm:pt>
    <dgm:pt modelId="{F186E648-8887-4426-84FE-11A6D0245083}" type="sibTrans" cxnId="{5DDC4AC8-1573-45A9-A310-25B6C3ED9BCE}">
      <dgm:prSet/>
      <dgm:spPr/>
      <dgm:t>
        <a:bodyPr/>
        <a:lstStyle/>
        <a:p>
          <a:endParaRPr lang="en-US"/>
        </a:p>
      </dgm:t>
    </dgm:pt>
    <dgm:pt modelId="{3FE00E9E-A8AF-41D8-90E6-BCD50BF7DCEB}">
      <dgm:prSet/>
      <dgm:spPr/>
      <dgm:t>
        <a:bodyPr/>
        <a:lstStyle/>
        <a:p>
          <a:r>
            <a:rPr lang="de-DE"/>
            <a:t>Higher yields (+15–25%)</a:t>
          </a:r>
          <a:endParaRPr lang="en-US"/>
        </a:p>
      </dgm:t>
    </dgm:pt>
    <dgm:pt modelId="{DAFA3303-774E-4040-B30C-A283800327D4}" type="parTrans" cxnId="{DC8D5535-8A26-48BF-AE0B-1EDC570FA551}">
      <dgm:prSet/>
      <dgm:spPr/>
      <dgm:t>
        <a:bodyPr/>
        <a:lstStyle/>
        <a:p>
          <a:endParaRPr lang="en-US"/>
        </a:p>
      </dgm:t>
    </dgm:pt>
    <dgm:pt modelId="{779C0B9F-F129-43D2-9B53-8BAD829092B1}" type="sibTrans" cxnId="{DC8D5535-8A26-48BF-AE0B-1EDC570FA551}">
      <dgm:prSet/>
      <dgm:spPr/>
      <dgm:t>
        <a:bodyPr/>
        <a:lstStyle/>
        <a:p>
          <a:endParaRPr lang="en-US"/>
        </a:p>
      </dgm:t>
    </dgm:pt>
    <dgm:pt modelId="{C9907EF0-0830-4819-ABA5-116475EA67F1}">
      <dgm:prSet/>
      <dgm:spPr/>
      <dgm:t>
        <a:bodyPr/>
        <a:lstStyle/>
        <a:p>
          <a:r>
            <a:rPr lang="de-DE"/>
            <a:t>Reduced fertilizer costs</a:t>
          </a:r>
          <a:endParaRPr lang="en-US"/>
        </a:p>
      </dgm:t>
    </dgm:pt>
    <dgm:pt modelId="{A09F712C-9805-442A-A754-8CA931D9F887}" type="parTrans" cxnId="{43F538C8-C9F6-4F99-A278-433F99253829}">
      <dgm:prSet/>
      <dgm:spPr/>
      <dgm:t>
        <a:bodyPr/>
        <a:lstStyle/>
        <a:p>
          <a:endParaRPr lang="en-US"/>
        </a:p>
      </dgm:t>
    </dgm:pt>
    <dgm:pt modelId="{3F403588-C4CF-4CF6-8E2F-11372AE6490B}" type="sibTrans" cxnId="{43F538C8-C9F6-4F99-A278-433F99253829}">
      <dgm:prSet/>
      <dgm:spPr/>
      <dgm:t>
        <a:bodyPr/>
        <a:lstStyle/>
        <a:p>
          <a:endParaRPr lang="en-US"/>
        </a:p>
      </dgm:t>
    </dgm:pt>
    <dgm:pt modelId="{B6750EBE-7F9A-47D7-8F30-45C83FD7FCE1}">
      <dgm:prSet/>
      <dgm:spPr/>
      <dgm:t>
        <a:bodyPr/>
        <a:lstStyle/>
        <a:p>
          <a:r>
            <a:rPr lang="de-DE"/>
            <a:t>Stronger farmer repayment capacity</a:t>
          </a:r>
          <a:endParaRPr lang="en-US"/>
        </a:p>
      </dgm:t>
    </dgm:pt>
    <dgm:pt modelId="{60FC0ADB-A49A-4080-BA8D-3CBBF128F4D8}" type="parTrans" cxnId="{36322418-1B15-49D2-9D87-5F7849629BFB}">
      <dgm:prSet/>
      <dgm:spPr/>
      <dgm:t>
        <a:bodyPr/>
        <a:lstStyle/>
        <a:p>
          <a:endParaRPr lang="en-US"/>
        </a:p>
      </dgm:t>
    </dgm:pt>
    <dgm:pt modelId="{B29AA729-86F7-4C44-B53E-85D1A57635DC}" type="sibTrans" cxnId="{36322418-1B15-49D2-9D87-5F7849629BFB}">
      <dgm:prSet/>
      <dgm:spPr/>
      <dgm:t>
        <a:bodyPr/>
        <a:lstStyle/>
        <a:p>
          <a:endParaRPr lang="en-US"/>
        </a:p>
      </dgm:t>
    </dgm:pt>
    <dgm:pt modelId="{1C432793-926E-4A8F-9EDE-5471DEB50CA7}" type="pres">
      <dgm:prSet presAssocID="{405EA952-FD1C-4541-A478-65C2FE85D3C4}" presName="root" presStyleCnt="0">
        <dgm:presLayoutVars>
          <dgm:dir/>
          <dgm:resizeHandles val="exact"/>
        </dgm:presLayoutVars>
      </dgm:prSet>
      <dgm:spPr/>
    </dgm:pt>
    <dgm:pt modelId="{BB2648A4-F39F-4DF8-8C47-FCDAFC6D093C}" type="pres">
      <dgm:prSet presAssocID="{EB69D820-9090-41F3-A372-9D9F8D932A0B}" presName="compNode" presStyleCnt="0"/>
      <dgm:spPr/>
    </dgm:pt>
    <dgm:pt modelId="{7831593B-F906-4785-AE91-F5C280A2CB52}" type="pres">
      <dgm:prSet presAssocID="{EB69D820-9090-41F3-A372-9D9F8D932A0B}" presName="bgRect" presStyleLbl="bgShp" presStyleIdx="0" presStyleCnt="7"/>
      <dgm:spPr/>
    </dgm:pt>
    <dgm:pt modelId="{6627FC7C-32F9-48EE-8B46-623C5EC42F32}" type="pres">
      <dgm:prSet presAssocID="{EB69D820-9090-41F3-A372-9D9F8D932A0B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9D6C8F0F-5E97-49D4-BDAB-166D035DA54C}" type="pres">
      <dgm:prSet presAssocID="{EB69D820-9090-41F3-A372-9D9F8D932A0B}" presName="spaceRect" presStyleCnt="0"/>
      <dgm:spPr/>
    </dgm:pt>
    <dgm:pt modelId="{F9E6A047-22CA-4F40-A2D5-8797899B0F4F}" type="pres">
      <dgm:prSet presAssocID="{EB69D820-9090-41F3-A372-9D9F8D932A0B}" presName="parTx" presStyleLbl="revTx" presStyleIdx="0" presStyleCnt="10">
        <dgm:presLayoutVars>
          <dgm:chMax val="0"/>
          <dgm:chPref val="0"/>
        </dgm:presLayoutVars>
      </dgm:prSet>
      <dgm:spPr/>
    </dgm:pt>
    <dgm:pt modelId="{1BA30C51-CD2C-415E-BDC9-1B1A94FF3ECD}" type="pres">
      <dgm:prSet presAssocID="{BDFD22CD-5520-4BFF-9685-D03A6758E727}" presName="sibTrans" presStyleCnt="0"/>
      <dgm:spPr/>
    </dgm:pt>
    <dgm:pt modelId="{246AE406-A4E7-47F8-BF0A-6AF4019FB3ED}" type="pres">
      <dgm:prSet presAssocID="{4E40B4FA-E73B-4DD3-A403-4BB57547167B}" presName="compNode" presStyleCnt="0"/>
      <dgm:spPr/>
    </dgm:pt>
    <dgm:pt modelId="{F2147600-DF7D-4004-99AD-98C1E3EE7283}" type="pres">
      <dgm:prSet presAssocID="{4E40B4FA-E73B-4DD3-A403-4BB57547167B}" presName="bgRect" presStyleLbl="bgShp" presStyleIdx="1" presStyleCnt="7"/>
      <dgm:spPr/>
    </dgm:pt>
    <dgm:pt modelId="{F86A2577-4FA9-4392-9AE5-47D54FE16211}" type="pres">
      <dgm:prSet presAssocID="{4E40B4FA-E73B-4DD3-A403-4BB57547167B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mill"/>
        </a:ext>
      </dgm:extLst>
    </dgm:pt>
    <dgm:pt modelId="{92B68EDA-224C-4B11-BC5E-D48277E006E4}" type="pres">
      <dgm:prSet presAssocID="{4E40B4FA-E73B-4DD3-A403-4BB57547167B}" presName="spaceRect" presStyleCnt="0"/>
      <dgm:spPr/>
    </dgm:pt>
    <dgm:pt modelId="{C200B7C1-0E5D-46A0-86F8-DBC99A7E14C5}" type="pres">
      <dgm:prSet presAssocID="{4E40B4FA-E73B-4DD3-A403-4BB57547167B}" presName="parTx" presStyleLbl="revTx" presStyleIdx="1" presStyleCnt="10">
        <dgm:presLayoutVars>
          <dgm:chMax val="0"/>
          <dgm:chPref val="0"/>
        </dgm:presLayoutVars>
      </dgm:prSet>
      <dgm:spPr/>
    </dgm:pt>
    <dgm:pt modelId="{788219D2-CC3E-4C71-B78E-5A96384EBC20}" type="pres">
      <dgm:prSet presAssocID="{4E40B4FA-E73B-4DD3-A403-4BB57547167B}" presName="desTx" presStyleLbl="revTx" presStyleIdx="2" presStyleCnt="10">
        <dgm:presLayoutVars/>
      </dgm:prSet>
      <dgm:spPr/>
    </dgm:pt>
    <dgm:pt modelId="{14E52925-6305-4F8A-B036-792BA511428D}" type="pres">
      <dgm:prSet presAssocID="{2E3577E0-6D74-4451-B9E8-A6287F5F6052}" presName="sibTrans" presStyleCnt="0"/>
      <dgm:spPr/>
    </dgm:pt>
    <dgm:pt modelId="{258FFCDD-9AD0-490E-99ED-EAD3A53B9321}" type="pres">
      <dgm:prSet presAssocID="{8150D068-8976-423E-94BE-08E4458F4432}" presName="compNode" presStyleCnt="0"/>
      <dgm:spPr/>
    </dgm:pt>
    <dgm:pt modelId="{D0FCF5E5-A3BD-4D61-90CB-26D7B33470EC}" type="pres">
      <dgm:prSet presAssocID="{8150D068-8976-423E-94BE-08E4458F4432}" presName="bgRect" presStyleLbl="bgShp" presStyleIdx="2" presStyleCnt="7"/>
      <dgm:spPr/>
    </dgm:pt>
    <dgm:pt modelId="{F5CDAF33-CC50-4D29-B9BB-4CEA431AD9E9}" type="pres">
      <dgm:prSet presAssocID="{8150D068-8976-423E-94BE-08E4458F4432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2A092FE9-2972-4F32-A1F5-3F9374B1C917}" type="pres">
      <dgm:prSet presAssocID="{8150D068-8976-423E-94BE-08E4458F4432}" presName="spaceRect" presStyleCnt="0"/>
      <dgm:spPr/>
    </dgm:pt>
    <dgm:pt modelId="{0FE900B1-4E93-4DAC-8453-A9E12CDC7D0D}" type="pres">
      <dgm:prSet presAssocID="{8150D068-8976-423E-94BE-08E4458F4432}" presName="parTx" presStyleLbl="revTx" presStyleIdx="3" presStyleCnt="10">
        <dgm:presLayoutVars>
          <dgm:chMax val="0"/>
          <dgm:chPref val="0"/>
        </dgm:presLayoutVars>
      </dgm:prSet>
      <dgm:spPr/>
    </dgm:pt>
    <dgm:pt modelId="{2C6918DF-E67C-4F85-B6C8-6130FEBC0174}" type="pres">
      <dgm:prSet presAssocID="{8150D068-8976-423E-94BE-08E4458F4432}" presName="desTx" presStyleLbl="revTx" presStyleIdx="4" presStyleCnt="10">
        <dgm:presLayoutVars/>
      </dgm:prSet>
      <dgm:spPr/>
    </dgm:pt>
    <dgm:pt modelId="{A043B332-93EF-4EEE-965A-DB5BA9817E84}" type="pres">
      <dgm:prSet presAssocID="{DAB7853C-AFAA-4624-BB19-DA2EB1F0B11E}" presName="sibTrans" presStyleCnt="0"/>
      <dgm:spPr/>
    </dgm:pt>
    <dgm:pt modelId="{0BA82B3F-357B-4BCC-827A-1F12FF39205B}" type="pres">
      <dgm:prSet presAssocID="{756357CB-0D5B-4CB8-BC03-007AA79F9B41}" presName="compNode" presStyleCnt="0"/>
      <dgm:spPr/>
    </dgm:pt>
    <dgm:pt modelId="{49941FC3-8E42-44E1-8D6A-197EF02CC7AC}" type="pres">
      <dgm:prSet presAssocID="{756357CB-0D5B-4CB8-BC03-007AA79F9B41}" presName="bgRect" presStyleLbl="bgShp" presStyleIdx="3" presStyleCnt="7"/>
      <dgm:spPr/>
    </dgm:pt>
    <dgm:pt modelId="{6FA47505-DB3B-4FBF-904C-67984811E4FD}" type="pres">
      <dgm:prSet presAssocID="{756357CB-0D5B-4CB8-BC03-007AA79F9B41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oster"/>
        </a:ext>
      </dgm:extLst>
    </dgm:pt>
    <dgm:pt modelId="{787DCA36-B106-4A8A-BB4F-29DE8FA5EB3E}" type="pres">
      <dgm:prSet presAssocID="{756357CB-0D5B-4CB8-BC03-007AA79F9B41}" presName="spaceRect" presStyleCnt="0"/>
      <dgm:spPr/>
    </dgm:pt>
    <dgm:pt modelId="{0655DF9A-E424-4688-85E1-DD2D0DB620D2}" type="pres">
      <dgm:prSet presAssocID="{756357CB-0D5B-4CB8-BC03-007AA79F9B41}" presName="parTx" presStyleLbl="revTx" presStyleIdx="5" presStyleCnt="10">
        <dgm:presLayoutVars>
          <dgm:chMax val="0"/>
          <dgm:chPref val="0"/>
        </dgm:presLayoutVars>
      </dgm:prSet>
      <dgm:spPr/>
    </dgm:pt>
    <dgm:pt modelId="{1C8D5D19-822B-4013-A353-E93A0E5758CC}" type="pres">
      <dgm:prSet presAssocID="{7F5EF79A-8743-4E7B-9A30-A1DA07ACC52D}" presName="sibTrans" presStyleCnt="0"/>
      <dgm:spPr/>
    </dgm:pt>
    <dgm:pt modelId="{8C33B723-BF57-4815-AC91-07FBF56569A6}" type="pres">
      <dgm:prSet presAssocID="{8F9E0A0A-782E-4C85-885E-970592481F3B}" presName="compNode" presStyleCnt="0"/>
      <dgm:spPr/>
    </dgm:pt>
    <dgm:pt modelId="{F792D1D1-83F8-4740-8900-19449F16C9E0}" type="pres">
      <dgm:prSet presAssocID="{8F9E0A0A-782E-4C85-885E-970592481F3B}" presName="bgRect" presStyleLbl="bgShp" presStyleIdx="4" presStyleCnt="7"/>
      <dgm:spPr/>
    </dgm:pt>
    <dgm:pt modelId="{40A392B6-8CE0-46E1-A801-F0D61D274F1C}" type="pres">
      <dgm:prSet presAssocID="{8F9E0A0A-782E-4C85-885E-970592481F3B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ing pot"/>
        </a:ext>
      </dgm:extLst>
    </dgm:pt>
    <dgm:pt modelId="{98C71509-BA0A-4140-B883-0EBDA0E3A87B}" type="pres">
      <dgm:prSet presAssocID="{8F9E0A0A-782E-4C85-885E-970592481F3B}" presName="spaceRect" presStyleCnt="0"/>
      <dgm:spPr/>
    </dgm:pt>
    <dgm:pt modelId="{238B75D7-4A0C-4FD9-8504-FE862481B70F}" type="pres">
      <dgm:prSet presAssocID="{8F9E0A0A-782E-4C85-885E-970592481F3B}" presName="parTx" presStyleLbl="revTx" presStyleIdx="6" presStyleCnt="10">
        <dgm:presLayoutVars>
          <dgm:chMax val="0"/>
          <dgm:chPref val="0"/>
        </dgm:presLayoutVars>
      </dgm:prSet>
      <dgm:spPr/>
    </dgm:pt>
    <dgm:pt modelId="{9143EA78-B4EA-4E6A-8813-FFDEB217307E}" type="pres">
      <dgm:prSet presAssocID="{76A75B50-5E8A-480F-9303-F2B30226E55A}" presName="sibTrans" presStyleCnt="0"/>
      <dgm:spPr/>
    </dgm:pt>
    <dgm:pt modelId="{D2AEE152-378F-4ED2-9F93-83E793672704}" type="pres">
      <dgm:prSet presAssocID="{4FAB4798-281C-4294-8B48-0F396B4C601A}" presName="compNode" presStyleCnt="0"/>
      <dgm:spPr/>
    </dgm:pt>
    <dgm:pt modelId="{2765A8D3-CD24-4058-93C6-DC0D4016A4AB}" type="pres">
      <dgm:prSet presAssocID="{4FAB4798-281C-4294-8B48-0F396B4C601A}" presName="bgRect" presStyleLbl="bgShp" presStyleIdx="5" presStyleCnt="7"/>
      <dgm:spPr/>
    </dgm:pt>
    <dgm:pt modelId="{DFE72B1F-60C7-4AB3-B5EB-E0131AE32A7B}" type="pres">
      <dgm:prSet presAssocID="{4FAB4798-281C-4294-8B48-0F396B4C601A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653759A4-E9AC-41A9-BB48-BD4A0C7B65AD}" type="pres">
      <dgm:prSet presAssocID="{4FAB4798-281C-4294-8B48-0F396B4C601A}" presName="spaceRect" presStyleCnt="0"/>
      <dgm:spPr/>
    </dgm:pt>
    <dgm:pt modelId="{4EC0C064-9DA9-4730-BBF5-0C51FD9E549D}" type="pres">
      <dgm:prSet presAssocID="{4FAB4798-281C-4294-8B48-0F396B4C601A}" presName="parTx" presStyleLbl="revTx" presStyleIdx="7" presStyleCnt="10">
        <dgm:presLayoutVars>
          <dgm:chMax val="0"/>
          <dgm:chPref val="0"/>
        </dgm:presLayoutVars>
      </dgm:prSet>
      <dgm:spPr/>
    </dgm:pt>
    <dgm:pt modelId="{A56F425C-C1E5-4AC1-ADD2-B575FD8DE2DB}" type="pres">
      <dgm:prSet presAssocID="{159C0092-D34A-4022-85CE-ABE88767E3E9}" presName="sibTrans" presStyleCnt="0"/>
      <dgm:spPr/>
    </dgm:pt>
    <dgm:pt modelId="{88801B79-56AF-441E-A3F3-C393B53E18C2}" type="pres">
      <dgm:prSet presAssocID="{1A7BD66C-761A-40DE-A808-B62E1F119ED4}" presName="compNode" presStyleCnt="0"/>
      <dgm:spPr/>
    </dgm:pt>
    <dgm:pt modelId="{0B895313-2312-418B-8876-B926BC506EEF}" type="pres">
      <dgm:prSet presAssocID="{1A7BD66C-761A-40DE-A808-B62E1F119ED4}" presName="bgRect" presStyleLbl="bgShp" presStyleIdx="6" presStyleCnt="7"/>
      <dgm:spPr/>
    </dgm:pt>
    <dgm:pt modelId="{BE7A9270-F40D-4CF9-A686-80D2692A038C}" type="pres">
      <dgm:prSet presAssocID="{1A7BD66C-761A-40DE-A808-B62E1F119ED4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0179F316-C057-47F6-A351-3A307025F6F5}" type="pres">
      <dgm:prSet presAssocID="{1A7BD66C-761A-40DE-A808-B62E1F119ED4}" presName="spaceRect" presStyleCnt="0"/>
      <dgm:spPr/>
    </dgm:pt>
    <dgm:pt modelId="{135D4220-6D37-4F31-B203-D6DFFB3FB2B0}" type="pres">
      <dgm:prSet presAssocID="{1A7BD66C-761A-40DE-A808-B62E1F119ED4}" presName="parTx" presStyleLbl="revTx" presStyleIdx="8" presStyleCnt="10">
        <dgm:presLayoutVars>
          <dgm:chMax val="0"/>
          <dgm:chPref val="0"/>
        </dgm:presLayoutVars>
      </dgm:prSet>
      <dgm:spPr/>
    </dgm:pt>
    <dgm:pt modelId="{3D639CC5-0879-438B-935D-E69433076798}" type="pres">
      <dgm:prSet presAssocID="{1A7BD66C-761A-40DE-A808-B62E1F119ED4}" presName="desTx" presStyleLbl="revTx" presStyleIdx="9" presStyleCnt="10">
        <dgm:presLayoutVars/>
      </dgm:prSet>
      <dgm:spPr/>
    </dgm:pt>
  </dgm:ptLst>
  <dgm:cxnLst>
    <dgm:cxn modelId="{FA0ED00F-EC73-447B-AD17-45EB3C7E3FB0}" type="presOf" srcId="{C9907EF0-0830-4819-ABA5-116475EA67F1}" destId="{3D639CC5-0879-438B-935D-E69433076798}" srcOrd="0" destOrd="1" presId="urn:microsoft.com/office/officeart/2018/2/layout/IconVerticalSolidList"/>
    <dgm:cxn modelId="{36322418-1B15-49D2-9D87-5F7849629BFB}" srcId="{1A7BD66C-761A-40DE-A808-B62E1F119ED4}" destId="{B6750EBE-7F9A-47D7-8F30-45C83FD7FCE1}" srcOrd="2" destOrd="0" parTransId="{60FC0ADB-A49A-4080-BA8D-3CBBF128F4D8}" sibTransId="{B29AA729-86F7-4C44-B53E-85D1A57635DC}"/>
    <dgm:cxn modelId="{10F48E1A-74AD-48ED-923D-280DF81732FC}" type="presOf" srcId="{3FE00E9E-A8AF-41D8-90E6-BCD50BF7DCEB}" destId="{3D639CC5-0879-438B-935D-E69433076798}" srcOrd="0" destOrd="0" presId="urn:microsoft.com/office/officeart/2018/2/layout/IconVerticalSolidList"/>
    <dgm:cxn modelId="{B6CB4D1E-0896-47C1-8404-ABE1DC362A2B}" type="presOf" srcId="{EB69D820-9090-41F3-A372-9D9F8D932A0B}" destId="{F9E6A047-22CA-4F40-A2D5-8797899B0F4F}" srcOrd="0" destOrd="0" presId="urn:microsoft.com/office/officeart/2018/2/layout/IconVerticalSolidList"/>
    <dgm:cxn modelId="{33D02027-7781-4B95-A1E9-70BA5916549B}" srcId="{4E40B4FA-E73B-4DD3-A403-4BB57547167B}" destId="{A10E7E3E-709A-4926-8225-5C3E78102987}" srcOrd="0" destOrd="0" parTransId="{62132EEA-97F7-4628-9B85-80B063EA1D30}" sibTransId="{23F8BC22-D3F3-4812-9E62-26E01888B0BC}"/>
    <dgm:cxn modelId="{DC8D5535-8A26-48BF-AE0B-1EDC570FA551}" srcId="{1A7BD66C-761A-40DE-A808-B62E1F119ED4}" destId="{3FE00E9E-A8AF-41D8-90E6-BCD50BF7DCEB}" srcOrd="0" destOrd="0" parTransId="{DAFA3303-774E-4040-B30C-A283800327D4}" sibTransId="{779C0B9F-F129-43D2-9B53-8BAD829092B1}"/>
    <dgm:cxn modelId="{314E883F-0217-4F8A-97C7-848C82C90011}" type="presOf" srcId="{699872A6-6A24-4809-918F-E9703AD83854}" destId="{2C6918DF-E67C-4F85-B6C8-6130FEBC0174}" srcOrd="0" destOrd="0" presId="urn:microsoft.com/office/officeart/2018/2/layout/IconVerticalSolidList"/>
    <dgm:cxn modelId="{90805140-E2CC-4B9B-B00E-392038A00235}" srcId="{8150D068-8976-423E-94BE-08E4458F4432}" destId="{699872A6-6A24-4809-918F-E9703AD83854}" srcOrd="0" destOrd="0" parTransId="{220B07E6-8158-4323-9040-31963EA1B8EC}" sibTransId="{976B06DE-2AB6-4CF8-86CC-5F0A915B8DBF}"/>
    <dgm:cxn modelId="{DE006961-2647-4706-8728-FE149377AFD1}" type="presOf" srcId="{4FAB4798-281C-4294-8B48-0F396B4C601A}" destId="{4EC0C064-9DA9-4730-BBF5-0C51FD9E549D}" srcOrd="0" destOrd="0" presId="urn:microsoft.com/office/officeart/2018/2/layout/IconVerticalSolidList"/>
    <dgm:cxn modelId="{C5A78249-B0BC-420C-A871-C3BF13E4C1B9}" type="presOf" srcId="{F5031478-3A03-40CC-86E5-F722B7921C87}" destId="{788219D2-CC3E-4C71-B78E-5A96384EBC20}" srcOrd="0" destOrd="1" presId="urn:microsoft.com/office/officeart/2018/2/layout/IconVerticalSolidList"/>
    <dgm:cxn modelId="{FCD6134B-2967-4810-9D8E-535BBDAAA6EF}" type="presOf" srcId="{B6750EBE-7F9A-47D7-8F30-45C83FD7FCE1}" destId="{3D639CC5-0879-438B-935D-E69433076798}" srcOrd="0" destOrd="2" presId="urn:microsoft.com/office/officeart/2018/2/layout/IconVerticalSolidList"/>
    <dgm:cxn modelId="{F9519857-4815-466C-BD8D-936EDF17ED67}" type="presOf" srcId="{405EA952-FD1C-4541-A478-65C2FE85D3C4}" destId="{1C432793-926E-4A8F-9EDE-5471DEB50CA7}" srcOrd="0" destOrd="0" presId="urn:microsoft.com/office/officeart/2018/2/layout/IconVerticalSolidList"/>
    <dgm:cxn modelId="{1FC96779-94EE-4B12-B40A-FF7DCB9F6622}" srcId="{405EA952-FD1C-4541-A478-65C2FE85D3C4}" destId="{4E40B4FA-E73B-4DD3-A403-4BB57547167B}" srcOrd="1" destOrd="0" parTransId="{1A004150-7855-4403-A20F-4097AE22BA6B}" sibTransId="{2E3577E0-6D74-4451-B9E8-A6287F5F6052}"/>
    <dgm:cxn modelId="{4C142D85-70D8-4979-A82D-0CF4DEAA655D}" srcId="{8150D068-8976-423E-94BE-08E4458F4432}" destId="{0FD49138-E2C3-4796-9B50-C33603D3A625}" srcOrd="1" destOrd="0" parTransId="{06819071-E950-4613-8409-093A349D281C}" sibTransId="{A40F34E2-A0AA-413D-B3E6-9A6F51603E61}"/>
    <dgm:cxn modelId="{1657F289-4887-40E1-84A6-B42C76B7BE0F}" srcId="{405EA952-FD1C-4541-A478-65C2FE85D3C4}" destId="{8150D068-8976-423E-94BE-08E4458F4432}" srcOrd="2" destOrd="0" parTransId="{B7875155-1BEA-45AD-B0CC-5B849A19E3DB}" sibTransId="{DAB7853C-AFAA-4624-BB19-DA2EB1F0B11E}"/>
    <dgm:cxn modelId="{533ACEA0-BA4F-417B-8866-ABD16363FB41}" type="presOf" srcId="{0FD49138-E2C3-4796-9B50-C33603D3A625}" destId="{2C6918DF-E67C-4F85-B6C8-6130FEBC0174}" srcOrd="0" destOrd="1" presId="urn:microsoft.com/office/officeart/2018/2/layout/IconVerticalSolidList"/>
    <dgm:cxn modelId="{04668EA2-D030-41F3-A82D-2116191EC473}" type="presOf" srcId="{8F9E0A0A-782E-4C85-885E-970592481F3B}" destId="{238B75D7-4A0C-4FD9-8504-FE862481B70F}" srcOrd="0" destOrd="0" presId="urn:microsoft.com/office/officeart/2018/2/layout/IconVerticalSolidList"/>
    <dgm:cxn modelId="{7A58C7A4-C9B6-42B6-8434-6B977386049F}" type="presOf" srcId="{1A7BD66C-761A-40DE-A808-B62E1F119ED4}" destId="{135D4220-6D37-4F31-B203-D6DFFB3FB2B0}" srcOrd="0" destOrd="0" presId="urn:microsoft.com/office/officeart/2018/2/layout/IconVerticalSolidList"/>
    <dgm:cxn modelId="{065515A8-69C4-48A6-B22D-7696359BCCB3}" type="presOf" srcId="{A10E7E3E-709A-4926-8225-5C3E78102987}" destId="{788219D2-CC3E-4C71-B78E-5A96384EBC20}" srcOrd="0" destOrd="0" presId="urn:microsoft.com/office/officeart/2018/2/layout/IconVerticalSolidList"/>
    <dgm:cxn modelId="{D6BCCEC0-E628-4B30-B19C-9E67930B5DA5}" srcId="{405EA952-FD1C-4541-A478-65C2FE85D3C4}" destId="{4FAB4798-281C-4294-8B48-0F396B4C601A}" srcOrd="5" destOrd="0" parTransId="{7F7A59CB-4D4D-4E2D-897D-E34042914119}" sibTransId="{159C0092-D34A-4022-85CE-ABE88767E3E9}"/>
    <dgm:cxn modelId="{43F538C8-C9F6-4F99-A278-433F99253829}" srcId="{1A7BD66C-761A-40DE-A808-B62E1F119ED4}" destId="{C9907EF0-0830-4819-ABA5-116475EA67F1}" srcOrd="1" destOrd="0" parTransId="{A09F712C-9805-442A-A754-8CA931D9F887}" sibTransId="{3F403588-C4CF-4CF6-8E2F-11372AE6490B}"/>
    <dgm:cxn modelId="{5DDC4AC8-1573-45A9-A310-25B6C3ED9BCE}" srcId="{405EA952-FD1C-4541-A478-65C2FE85D3C4}" destId="{1A7BD66C-761A-40DE-A808-B62E1F119ED4}" srcOrd="6" destOrd="0" parTransId="{09D9ECAC-FA2C-4BB9-86C1-D6C0B14A5212}" sibTransId="{F186E648-8887-4426-84FE-11A6D0245083}"/>
    <dgm:cxn modelId="{DBD5E1C8-5567-468D-AC5D-EEF5C4507315}" type="presOf" srcId="{4E40B4FA-E73B-4DD3-A403-4BB57547167B}" destId="{C200B7C1-0E5D-46A0-86F8-DBC99A7E14C5}" srcOrd="0" destOrd="0" presId="urn:microsoft.com/office/officeart/2018/2/layout/IconVerticalSolidList"/>
    <dgm:cxn modelId="{E66910CB-A7E0-4DC8-A3F9-1B33527EE8C5}" srcId="{8150D068-8976-423E-94BE-08E4458F4432}" destId="{4BE4EB6E-B9FB-4C14-A4AF-46E4C04F075B}" srcOrd="2" destOrd="0" parTransId="{34657BFA-C618-44C9-A2BE-F9FCD163488E}" sibTransId="{D87388CE-EB50-4C32-B5F2-C9E9064F70AA}"/>
    <dgm:cxn modelId="{C87244CB-0FD3-4D0E-ACC8-8B92B4462896}" srcId="{405EA952-FD1C-4541-A478-65C2FE85D3C4}" destId="{8F9E0A0A-782E-4C85-885E-970592481F3B}" srcOrd="4" destOrd="0" parTransId="{CD77B7CE-5384-404D-9A1B-51C5A480C090}" sibTransId="{76A75B50-5E8A-480F-9303-F2B30226E55A}"/>
    <dgm:cxn modelId="{F66CCCD9-681B-4E2C-92B5-F73D97E18F7D}" type="presOf" srcId="{756357CB-0D5B-4CB8-BC03-007AA79F9B41}" destId="{0655DF9A-E424-4688-85E1-DD2D0DB620D2}" srcOrd="0" destOrd="0" presId="urn:microsoft.com/office/officeart/2018/2/layout/IconVerticalSolidList"/>
    <dgm:cxn modelId="{8055A0EB-D983-43E5-A017-9F571F225989}" srcId="{405EA952-FD1C-4541-A478-65C2FE85D3C4}" destId="{756357CB-0D5B-4CB8-BC03-007AA79F9B41}" srcOrd="3" destOrd="0" parTransId="{3B925B92-2630-4745-A92F-938AF43CF3E3}" sibTransId="{7F5EF79A-8743-4E7B-9A30-A1DA07ACC52D}"/>
    <dgm:cxn modelId="{67D7DBEE-C659-4163-ABDD-9B690BDB33ED}" srcId="{4E40B4FA-E73B-4DD3-A403-4BB57547167B}" destId="{F5031478-3A03-40CC-86E5-F722B7921C87}" srcOrd="1" destOrd="0" parTransId="{9072EAFA-AB87-4FDD-8399-1E704BF1F351}" sibTransId="{1132F8B2-8ECD-4723-A92E-E33A86062FB7}"/>
    <dgm:cxn modelId="{AD5AFAF2-CBF8-4D8C-B90F-771932586415}" type="presOf" srcId="{4BE4EB6E-B9FB-4C14-A4AF-46E4C04F075B}" destId="{2C6918DF-E67C-4F85-B6C8-6130FEBC0174}" srcOrd="0" destOrd="2" presId="urn:microsoft.com/office/officeart/2018/2/layout/IconVerticalSolidList"/>
    <dgm:cxn modelId="{CAFFFBF9-6143-4E27-BA09-5DCFD7450345}" srcId="{405EA952-FD1C-4541-A478-65C2FE85D3C4}" destId="{EB69D820-9090-41F3-A372-9D9F8D932A0B}" srcOrd="0" destOrd="0" parTransId="{248C6662-1366-4646-8859-A94FEAFE05AE}" sibTransId="{BDFD22CD-5520-4BFF-9685-D03A6758E727}"/>
    <dgm:cxn modelId="{5CDA16FB-A024-4168-86B9-3A67BF57C8F4}" type="presOf" srcId="{8150D068-8976-423E-94BE-08E4458F4432}" destId="{0FE900B1-4E93-4DAC-8453-A9E12CDC7D0D}" srcOrd="0" destOrd="0" presId="urn:microsoft.com/office/officeart/2018/2/layout/IconVerticalSolidList"/>
    <dgm:cxn modelId="{446EB3D7-DC15-4DE7-9EBB-DB7D87328AB3}" type="presParOf" srcId="{1C432793-926E-4A8F-9EDE-5471DEB50CA7}" destId="{BB2648A4-F39F-4DF8-8C47-FCDAFC6D093C}" srcOrd="0" destOrd="0" presId="urn:microsoft.com/office/officeart/2018/2/layout/IconVerticalSolidList"/>
    <dgm:cxn modelId="{DE75758F-B39A-4580-8AEA-FD05DB662E76}" type="presParOf" srcId="{BB2648A4-F39F-4DF8-8C47-FCDAFC6D093C}" destId="{7831593B-F906-4785-AE91-F5C280A2CB52}" srcOrd="0" destOrd="0" presId="urn:microsoft.com/office/officeart/2018/2/layout/IconVerticalSolidList"/>
    <dgm:cxn modelId="{02A84C43-8E64-4C14-80C7-83770EAF4138}" type="presParOf" srcId="{BB2648A4-F39F-4DF8-8C47-FCDAFC6D093C}" destId="{6627FC7C-32F9-48EE-8B46-623C5EC42F32}" srcOrd="1" destOrd="0" presId="urn:microsoft.com/office/officeart/2018/2/layout/IconVerticalSolidList"/>
    <dgm:cxn modelId="{5FD43CCE-A383-4F81-B306-E465F5E8FE4C}" type="presParOf" srcId="{BB2648A4-F39F-4DF8-8C47-FCDAFC6D093C}" destId="{9D6C8F0F-5E97-49D4-BDAB-166D035DA54C}" srcOrd="2" destOrd="0" presId="urn:microsoft.com/office/officeart/2018/2/layout/IconVerticalSolidList"/>
    <dgm:cxn modelId="{EF6D1BAC-385A-461C-AD40-A0161544BA4C}" type="presParOf" srcId="{BB2648A4-F39F-4DF8-8C47-FCDAFC6D093C}" destId="{F9E6A047-22CA-4F40-A2D5-8797899B0F4F}" srcOrd="3" destOrd="0" presId="urn:microsoft.com/office/officeart/2018/2/layout/IconVerticalSolidList"/>
    <dgm:cxn modelId="{44648599-96E7-4E59-AFA0-38C28C14CE94}" type="presParOf" srcId="{1C432793-926E-4A8F-9EDE-5471DEB50CA7}" destId="{1BA30C51-CD2C-415E-BDC9-1B1A94FF3ECD}" srcOrd="1" destOrd="0" presId="urn:microsoft.com/office/officeart/2018/2/layout/IconVerticalSolidList"/>
    <dgm:cxn modelId="{6B54F821-5846-461D-91E1-A6CF8CC3ED1E}" type="presParOf" srcId="{1C432793-926E-4A8F-9EDE-5471DEB50CA7}" destId="{246AE406-A4E7-47F8-BF0A-6AF4019FB3ED}" srcOrd="2" destOrd="0" presId="urn:microsoft.com/office/officeart/2018/2/layout/IconVerticalSolidList"/>
    <dgm:cxn modelId="{EE4821E4-1422-4120-8BE7-B5E466CA5090}" type="presParOf" srcId="{246AE406-A4E7-47F8-BF0A-6AF4019FB3ED}" destId="{F2147600-DF7D-4004-99AD-98C1E3EE7283}" srcOrd="0" destOrd="0" presId="urn:microsoft.com/office/officeart/2018/2/layout/IconVerticalSolidList"/>
    <dgm:cxn modelId="{ABEDEF8D-ACD5-4B83-AA2D-55A7F06BACCE}" type="presParOf" srcId="{246AE406-A4E7-47F8-BF0A-6AF4019FB3ED}" destId="{F86A2577-4FA9-4392-9AE5-47D54FE16211}" srcOrd="1" destOrd="0" presId="urn:microsoft.com/office/officeart/2018/2/layout/IconVerticalSolidList"/>
    <dgm:cxn modelId="{7F2F3DA4-1A27-4179-8857-E27EED6118D9}" type="presParOf" srcId="{246AE406-A4E7-47F8-BF0A-6AF4019FB3ED}" destId="{92B68EDA-224C-4B11-BC5E-D48277E006E4}" srcOrd="2" destOrd="0" presId="urn:microsoft.com/office/officeart/2018/2/layout/IconVerticalSolidList"/>
    <dgm:cxn modelId="{90C24CB0-AC3D-4D72-AD8B-77B706E43DFE}" type="presParOf" srcId="{246AE406-A4E7-47F8-BF0A-6AF4019FB3ED}" destId="{C200B7C1-0E5D-46A0-86F8-DBC99A7E14C5}" srcOrd="3" destOrd="0" presId="urn:microsoft.com/office/officeart/2018/2/layout/IconVerticalSolidList"/>
    <dgm:cxn modelId="{E470DD82-D66D-47E9-B710-BDAD0FF34C91}" type="presParOf" srcId="{246AE406-A4E7-47F8-BF0A-6AF4019FB3ED}" destId="{788219D2-CC3E-4C71-B78E-5A96384EBC20}" srcOrd="4" destOrd="0" presId="urn:microsoft.com/office/officeart/2018/2/layout/IconVerticalSolidList"/>
    <dgm:cxn modelId="{A72D5748-498F-4407-BFBD-8A6B6EB408F7}" type="presParOf" srcId="{1C432793-926E-4A8F-9EDE-5471DEB50CA7}" destId="{14E52925-6305-4F8A-B036-792BA511428D}" srcOrd="3" destOrd="0" presId="urn:microsoft.com/office/officeart/2018/2/layout/IconVerticalSolidList"/>
    <dgm:cxn modelId="{3FD6BE6F-850F-4121-BDB1-FF61081C9443}" type="presParOf" srcId="{1C432793-926E-4A8F-9EDE-5471DEB50CA7}" destId="{258FFCDD-9AD0-490E-99ED-EAD3A53B9321}" srcOrd="4" destOrd="0" presId="urn:microsoft.com/office/officeart/2018/2/layout/IconVerticalSolidList"/>
    <dgm:cxn modelId="{578283FF-E8E4-46D8-A2E1-C2F5EC5DA5C9}" type="presParOf" srcId="{258FFCDD-9AD0-490E-99ED-EAD3A53B9321}" destId="{D0FCF5E5-A3BD-4D61-90CB-26D7B33470EC}" srcOrd="0" destOrd="0" presId="urn:microsoft.com/office/officeart/2018/2/layout/IconVerticalSolidList"/>
    <dgm:cxn modelId="{861A28F9-C5E5-46AB-97C7-174B907E5356}" type="presParOf" srcId="{258FFCDD-9AD0-490E-99ED-EAD3A53B9321}" destId="{F5CDAF33-CC50-4D29-B9BB-4CEA431AD9E9}" srcOrd="1" destOrd="0" presId="urn:microsoft.com/office/officeart/2018/2/layout/IconVerticalSolidList"/>
    <dgm:cxn modelId="{7BBFD91C-4DA4-420F-8039-7F6E7986AA47}" type="presParOf" srcId="{258FFCDD-9AD0-490E-99ED-EAD3A53B9321}" destId="{2A092FE9-2972-4F32-A1F5-3F9374B1C917}" srcOrd="2" destOrd="0" presId="urn:microsoft.com/office/officeart/2018/2/layout/IconVerticalSolidList"/>
    <dgm:cxn modelId="{D4CCDE63-5D26-4EBE-82B4-27290173315E}" type="presParOf" srcId="{258FFCDD-9AD0-490E-99ED-EAD3A53B9321}" destId="{0FE900B1-4E93-4DAC-8453-A9E12CDC7D0D}" srcOrd="3" destOrd="0" presId="urn:microsoft.com/office/officeart/2018/2/layout/IconVerticalSolidList"/>
    <dgm:cxn modelId="{2DCF869A-F434-4DC1-A846-D19A72C8EBE5}" type="presParOf" srcId="{258FFCDD-9AD0-490E-99ED-EAD3A53B9321}" destId="{2C6918DF-E67C-4F85-B6C8-6130FEBC0174}" srcOrd="4" destOrd="0" presId="urn:microsoft.com/office/officeart/2018/2/layout/IconVerticalSolidList"/>
    <dgm:cxn modelId="{D66181EA-161A-4E0F-8AE2-39DDE8245C19}" type="presParOf" srcId="{1C432793-926E-4A8F-9EDE-5471DEB50CA7}" destId="{A043B332-93EF-4EEE-965A-DB5BA9817E84}" srcOrd="5" destOrd="0" presId="urn:microsoft.com/office/officeart/2018/2/layout/IconVerticalSolidList"/>
    <dgm:cxn modelId="{85280BF1-743C-4905-9382-8D5DEC1058A3}" type="presParOf" srcId="{1C432793-926E-4A8F-9EDE-5471DEB50CA7}" destId="{0BA82B3F-357B-4BCC-827A-1F12FF39205B}" srcOrd="6" destOrd="0" presId="urn:microsoft.com/office/officeart/2018/2/layout/IconVerticalSolidList"/>
    <dgm:cxn modelId="{236EF8DF-BB1A-4E0B-9D56-AB0AFDE5E851}" type="presParOf" srcId="{0BA82B3F-357B-4BCC-827A-1F12FF39205B}" destId="{49941FC3-8E42-44E1-8D6A-197EF02CC7AC}" srcOrd="0" destOrd="0" presId="urn:microsoft.com/office/officeart/2018/2/layout/IconVerticalSolidList"/>
    <dgm:cxn modelId="{1FEB0DB5-1CFB-4758-9F21-2767AB2BD24B}" type="presParOf" srcId="{0BA82B3F-357B-4BCC-827A-1F12FF39205B}" destId="{6FA47505-DB3B-4FBF-904C-67984811E4FD}" srcOrd="1" destOrd="0" presId="urn:microsoft.com/office/officeart/2018/2/layout/IconVerticalSolidList"/>
    <dgm:cxn modelId="{E04A3522-80BA-4B91-AF60-DC50FEF57642}" type="presParOf" srcId="{0BA82B3F-357B-4BCC-827A-1F12FF39205B}" destId="{787DCA36-B106-4A8A-BB4F-29DE8FA5EB3E}" srcOrd="2" destOrd="0" presId="urn:microsoft.com/office/officeart/2018/2/layout/IconVerticalSolidList"/>
    <dgm:cxn modelId="{CACA83A4-FA4D-4FC7-9626-547B119D1539}" type="presParOf" srcId="{0BA82B3F-357B-4BCC-827A-1F12FF39205B}" destId="{0655DF9A-E424-4688-85E1-DD2D0DB620D2}" srcOrd="3" destOrd="0" presId="urn:microsoft.com/office/officeart/2018/2/layout/IconVerticalSolidList"/>
    <dgm:cxn modelId="{835FA4C0-3C48-44C9-BE03-F0D5A85D38D8}" type="presParOf" srcId="{1C432793-926E-4A8F-9EDE-5471DEB50CA7}" destId="{1C8D5D19-822B-4013-A353-E93A0E5758CC}" srcOrd="7" destOrd="0" presId="urn:microsoft.com/office/officeart/2018/2/layout/IconVerticalSolidList"/>
    <dgm:cxn modelId="{8FE1CE3B-A39F-4A27-83B0-1E385CE69F46}" type="presParOf" srcId="{1C432793-926E-4A8F-9EDE-5471DEB50CA7}" destId="{8C33B723-BF57-4815-AC91-07FBF56569A6}" srcOrd="8" destOrd="0" presId="urn:microsoft.com/office/officeart/2018/2/layout/IconVerticalSolidList"/>
    <dgm:cxn modelId="{B1D90806-FB61-4923-9BCE-BB0FD3C2AF02}" type="presParOf" srcId="{8C33B723-BF57-4815-AC91-07FBF56569A6}" destId="{F792D1D1-83F8-4740-8900-19449F16C9E0}" srcOrd="0" destOrd="0" presId="urn:microsoft.com/office/officeart/2018/2/layout/IconVerticalSolidList"/>
    <dgm:cxn modelId="{77CB4D7B-63E3-44EB-9487-1CAE7F183480}" type="presParOf" srcId="{8C33B723-BF57-4815-AC91-07FBF56569A6}" destId="{40A392B6-8CE0-46E1-A801-F0D61D274F1C}" srcOrd="1" destOrd="0" presId="urn:microsoft.com/office/officeart/2018/2/layout/IconVerticalSolidList"/>
    <dgm:cxn modelId="{2EF048F8-E15D-44FB-975B-954CD13968A4}" type="presParOf" srcId="{8C33B723-BF57-4815-AC91-07FBF56569A6}" destId="{98C71509-BA0A-4140-B883-0EBDA0E3A87B}" srcOrd="2" destOrd="0" presId="urn:microsoft.com/office/officeart/2018/2/layout/IconVerticalSolidList"/>
    <dgm:cxn modelId="{DA2842F1-FA58-48D4-99FD-6BB9442555BB}" type="presParOf" srcId="{8C33B723-BF57-4815-AC91-07FBF56569A6}" destId="{238B75D7-4A0C-4FD9-8504-FE862481B70F}" srcOrd="3" destOrd="0" presId="urn:microsoft.com/office/officeart/2018/2/layout/IconVerticalSolidList"/>
    <dgm:cxn modelId="{AEE54753-40B5-4699-8680-E2833685C90A}" type="presParOf" srcId="{1C432793-926E-4A8F-9EDE-5471DEB50CA7}" destId="{9143EA78-B4EA-4E6A-8813-FFDEB217307E}" srcOrd="9" destOrd="0" presId="urn:microsoft.com/office/officeart/2018/2/layout/IconVerticalSolidList"/>
    <dgm:cxn modelId="{3EED73B0-2B93-409B-AFDC-481A7F2DBEE5}" type="presParOf" srcId="{1C432793-926E-4A8F-9EDE-5471DEB50CA7}" destId="{D2AEE152-378F-4ED2-9F93-83E793672704}" srcOrd="10" destOrd="0" presId="urn:microsoft.com/office/officeart/2018/2/layout/IconVerticalSolidList"/>
    <dgm:cxn modelId="{0C22A322-1DCE-4656-BE91-984B85004101}" type="presParOf" srcId="{D2AEE152-378F-4ED2-9F93-83E793672704}" destId="{2765A8D3-CD24-4058-93C6-DC0D4016A4AB}" srcOrd="0" destOrd="0" presId="urn:microsoft.com/office/officeart/2018/2/layout/IconVerticalSolidList"/>
    <dgm:cxn modelId="{383FCFB7-4FAF-4593-B2A6-B9EE312D6EB1}" type="presParOf" srcId="{D2AEE152-378F-4ED2-9F93-83E793672704}" destId="{DFE72B1F-60C7-4AB3-B5EB-E0131AE32A7B}" srcOrd="1" destOrd="0" presId="urn:microsoft.com/office/officeart/2018/2/layout/IconVerticalSolidList"/>
    <dgm:cxn modelId="{B0509014-561E-43AA-B4D0-B6EEBF7663BD}" type="presParOf" srcId="{D2AEE152-378F-4ED2-9F93-83E793672704}" destId="{653759A4-E9AC-41A9-BB48-BD4A0C7B65AD}" srcOrd="2" destOrd="0" presId="urn:microsoft.com/office/officeart/2018/2/layout/IconVerticalSolidList"/>
    <dgm:cxn modelId="{D4C521B8-5835-4791-A2EA-A46B5317C2E7}" type="presParOf" srcId="{D2AEE152-378F-4ED2-9F93-83E793672704}" destId="{4EC0C064-9DA9-4730-BBF5-0C51FD9E549D}" srcOrd="3" destOrd="0" presId="urn:microsoft.com/office/officeart/2018/2/layout/IconVerticalSolidList"/>
    <dgm:cxn modelId="{3E87FE55-A191-427F-B920-F4BB3D6C6CE3}" type="presParOf" srcId="{1C432793-926E-4A8F-9EDE-5471DEB50CA7}" destId="{A56F425C-C1E5-4AC1-ADD2-B575FD8DE2DB}" srcOrd="11" destOrd="0" presId="urn:microsoft.com/office/officeart/2018/2/layout/IconVerticalSolidList"/>
    <dgm:cxn modelId="{20CDCA61-4021-460D-854F-6133E7EAC1C2}" type="presParOf" srcId="{1C432793-926E-4A8F-9EDE-5471DEB50CA7}" destId="{88801B79-56AF-441E-A3F3-C393B53E18C2}" srcOrd="12" destOrd="0" presId="urn:microsoft.com/office/officeart/2018/2/layout/IconVerticalSolidList"/>
    <dgm:cxn modelId="{E7596F0D-E3DE-4DA9-A387-BF48C93A7ED5}" type="presParOf" srcId="{88801B79-56AF-441E-A3F3-C393B53E18C2}" destId="{0B895313-2312-418B-8876-B926BC506EEF}" srcOrd="0" destOrd="0" presId="urn:microsoft.com/office/officeart/2018/2/layout/IconVerticalSolidList"/>
    <dgm:cxn modelId="{1FD7F366-B229-4153-83C2-CFECD52289D0}" type="presParOf" srcId="{88801B79-56AF-441E-A3F3-C393B53E18C2}" destId="{BE7A9270-F40D-4CF9-A686-80D2692A038C}" srcOrd="1" destOrd="0" presId="urn:microsoft.com/office/officeart/2018/2/layout/IconVerticalSolidList"/>
    <dgm:cxn modelId="{802F8799-1056-4DF4-ACFB-60E507D3B4D8}" type="presParOf" srcId="{88801B79-56AF-441E-A3F3-C393B53E18C2}" destId="{0179F316-C057-47F6-A351-3A307025F6F5}" srcOrd="2" destOrd="0" presId="urn:microsoft.com/office/officeart/2018/2/layout/IconVerticalSolidList"/>
    <dgm:cxn modelId="{81677CE0-3067-4E72-9DA2-26773449D70C}" type="presParOf" srcId="{88801B79-56AF-441E-A3F3-C393B53E18C2}" destId="{135D4220-6D37-4F31-B203-D6DFFB3FB2B0}" srcOrd="3" destOrd="0" presId="urn:microsoft.com/office/officeart/2018/2/layout/IconVerticalSolidList"/>
    <dgm:cxn modelId="{A4FF2D29-A59F-4FC7-92B1-25E2C3B9A8FA}" type="presParOf" srcId="{88801B79-56AF-441E-A3F3-C393B53E18C2}" destId="{3D639CC5-0879-438B-935D-E69433076798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D3D75AF1-666C-48C6-89AB-1C90F3C6BEF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EB3DA7E-0E3C-4AD9-8092-867FDCA0ECD3}">
      <dgm:prSet/>
      <dgm:spPr/>
      <dgm:t>
        <a:bodyPr/>
        <a:lstStyle/>
        <a:p>
          <a:r>
            <a:rPr lang="de-DE" b="1"/>
            <a:t>3. Water–Ecosystem Integration</a:t>
          </a:r>
          <a:endParaRPr lang="en-US"/>
        </a:p>
      </dgm:t>
    </dgm:pt>
    <dgm:pt modelId="{D4819E93-6A28-4264-A1CB-8852EBCF91BB}" type="parTrans" cxnId="{2BF900F0-6168-4E7F-88AE-17FA180C67B5}">
      <dgm:prSet/>
      <dgm:spPr/>
      <dgm:t>
        <a:bodyPr/>
        <a:lstStyle/>
        <a:p>
          <a:endParaRPr lang="en-US"/>
        </a:p>
      </dgm:t>
    </dgm:pt>
    <dgm:pt modelId="{4928B63B-0E48-45DA-BDC3-81DDFCAE964A}" type="sibTrans" cxnId="{2BF900F0-6168-4E7F-88AE-17FA180C67B5}">
      <dgm:prSet/>
      <dgm:spPr/>
      <dgm:t>
        <a:bodyPr/>
        <a:lstStyle/>
        <a:p>
          <a:endParaRPr lang="en-US"/>
        </a:p>
      </dgm:t>
    </dgm:pt>
    <dgm:pt modelId="{E36D308F-D983-438B-95AC-6844A07575A4}">
      <dgm:prSet/>
      <dgm:spPr/>
      <dgm:t>
        <a:bodyPr/>
        <a:lstStyle/>
        <a:p>
          <a:r>
            <a:rPr lang="de-DE"/>
            <a:t>Introduce </a:t>
          </a:r>
          <a:r>
            <a:rPr lang="de-DE" b="1"/>
            <a:t>nutrient recovery + discharge monitoring</a:t>
          </a:r>
          <a:endParaRPr lang="en-US"/>
        </a:p>
      </dgm:t>
    </dgm:pt>
    <dgm:pt modelId="{AD4E410B-5DB2-449B-9EB9-CC9571A024D6}" type="parTrans" cxnId="{28AD3631-EE7E-4A5B-AAEB-771C8EBC42AA}">
      <dgm:prSet/>
      <dgm:spPr/>
      <dgm:t>
        <a:bodyPr/>
        <a:lstStyle/>
        <a:p>
          <a:endParaRPr lang="en-US"/>
        </a:p>
      </dgm:t>
    </dgm:pt>
    <dgm:pt modelId="{0B5AE030-0E8F-499F-A8C0-7E6F06920943}" type="sibTrans" cxnId="{28AD3631-EE7E-4A5B-AAEB-771C8EBC42AA}">
      <dgm:prSet/>
      <dgm:spPr/>
      <dgm:t>
        <a:bodyPr/>
        <a:lstStyle/>
        <a:p>
          <a:endParaRPr lang="en-US"/>
        </a:p>
      </dgm:t>
    </dgm:pt>
    <dgm:pt modelId="{8723CD44-33D7-4A6D-BB87-4452BB3D0EA1}">
      <dgm:prSet/>
      <dgm:spPr/>
      <dgm:t>
        <a:bodyPr/>
        <a:lstStyle/>
        <a:p>
          <a:r>
            <a:rPr lang="de-DE"/>
            <a:t>Reduce pollution loads to drains</a:t>
          </a:r>
          <a:endParaRPr lang="en-US"/>
        </a:p>
      </dgm:t>
    </dgm:pt>
    <dgm:pt modelId="{ECA5856D-5AF8-4583-817E-F68883B4C6F4}" type="parTrans" cxnId="{45FF9BD2-BF26-4D00-8F4A-A6D06F7F4EF7}">
      <dgm:prSet/>
      <dgm:spPr/>
      <dgm:t>
        <a:bodyPr/>
        <a:lstStyle/>
        <a:p>
          <a:endParaRPr lang="en-US"/>
        </a:p>
      </dgm:t>
    </dgm:pt>
    <dgm:pt modelId="{8F4B2891-70D9-4CA7-9245-49AFDEC0D23A}" type="sibTrans" cxnId="{45FF9BD2-BF26-4D00-8F4A-A6D06F7F4EF7}">
      <dgm:prSet/>
      <dgm:spPr/>
      <dgm:t>
        <a:bodyPr/>
        <a:lstStyle/>
        <a:p>
          <a:endParaRPr lang="en-US"/>
        </a:p>
      </dgm:t>
    </dgm:pt>
    <dgm:pt modelId="{F36213FE-DDB4-4A2B-95F7-DBDA400D2230}">
      <dgm:prSet/>
      <dgm:spPr/>
      <dgm:t>
        <a:bodyPr/>
        <a:lstStyle/>
        <a:p>
          <a:r>
            <a:rPr lang="de-DE"/>
            <a:t>Result:</a:t>
          </a:r>
          <a:endParaRPr lang="en-US"/>
        </a:p>
      </dgm:t>
    </dgm:pt>
    <dgm:pt modelId="{FCA1E961-BD67-4E21-96E4-C68F1A661EE5}" type="parTrans" cxnId="{4A6B29AE-7ED8-4792-AE6D-4C850A359690}">
      <dgm:prSet/>
      <dgm:spPr/>
      <dgm:t>
        <a:bodyPr/>
        <a:lstStyle/>
        <a:p>
          <a:endParaRPr lang="en-US"/>
        </a:p>
      </dgm:t>
    </dgm:pt>
    <dgm:pt modelId="{76BDAD61-B64B-4470-8F12-1A8C62F3C276}" type="sibTrans" cxnId="{4A6B29AE-7ED8-4792-AE6D-4C850A359690}">
      <dgm:prSet/>
      <dgm:spPr/>
      <dgm:t>
        <a:bodyPr/>
        <a:lstStyle/>
        <a:p>
          <a:endParaRPr lang="en-US"/>
        </a:p>
      </dgm:t>
    </dgm:pt>
    <dgm:pt modelId="{CE0241A1-E8E3-4E7A-877E-3E486EC1632B}">
      <dgm:prSet/>
      <dgm:spPr/>
      <dgm:t>
        <a:bodyPr/>
        <a:lstStyle/>
        <a:p>
          <a:r>
            <a:rPr lang="de-DE"/>
            <a:t>Eligibility for environmental/climate finance windows</a:t>
          </a:r>
          <a:endParaRPr lang="en-US"/>
        </a:p>
      </dgm:t>
    </dgm:pt>
    <dgm:pt modelId="{6BABA9A6-23B5-478C-86DF-25B152EA15B6}" type="parTrans" cxnId="{3C0D95D8-0D33-48E5-837F-616A9E53C5F1}">
      <dgm:prSet/>
      <dgm:spPr/>
      <dgm:t>
        <a:bodyPr/>
        <a:lstStyle/>
        <a:p>
          <a:endParaRPr lang="en-US"/>
        </a:p>
      </dgm:t>
    </dgm:pt>
    <dgm:pt modelId="{4BFB73E4-03FC-490A-A367-75DF1778C28F}" type="sibTrans" cxnId="{3C0D95D8-0D33-48E5-837F-616A9E53C5F1}">
      <dgm:prSet/>
      <dgm:spPr/>
      <dgm:t>
        <a:bodyPr/>
        <a:lstStyle/>
        <a:p>
          <a:endParaRPr lang="en-US"/>
        </a:p>
      </dgm:t>
    </dgm:pt>
    <dgm:pt modelId="{CD3CD863-5065-44C3-87D1-C18847461575}">
      <dgm:prSet/>
      <dgm:spPr/>
      <dgm:t>
        <a:bodyPr/>
        <a:lstStyle/>
        <a:p>
          <a:r>
            <a:rPr lang="de-DE" b="1"/>
            <a:t>4. Digital &amp; Financial Enablers</a:t>
          </a:r>
          <a:endParaRPr lang="en-US"/>
        </a:p>
      </dgm:t>
    </dgm:pt>
    <dgm:pt modelId="{B49F1FE1-8E52-43E9-934B-3FD1CFA98827}" type="parTrans" cxnId="{FF6814E2-6186-4D28-991E-C60CABCDCF9D}">
      <dgm:prSet/>
      <dgm:spPr/>
      <dgm:t>
        <a:bodyPr/>
        <a:lstStyle/>
        <a:p>
          <a:endParaRPr lang="en-US"/>
        </a:p>
      </dgm:t>
    </dgm:pt>
    <dgm:pt modelId="{3B102A85-44AC-4830-AA3E-7BD1ECAB48A6}" type="sibTrans" cxnId="{FF6814E2-6186-4D28-991E-C60CABCDCF9D}">
      <dgm:prSet/>
      <dgm:spPr/>
      <dgm:t>
        <a:bodyPr/>
        <a:lstStyle/>
        <a:p>
          <a:endParaRPr lang="en-US"/>
        </a:p>
      </dgm:t>
    </dgm:pt>
    <dgm:pt modelId="{AE702CEE-9891-4FB2-A77E-18A7297F61FD}">
      <dgm:prSet/>
      <dgm:spPr/>
      <dgm:t>
        <a:bodyPr/>
        <a:lstStyle/>
        <a:p>
          <a:r>
            <a:rPr lang="de-DE"/>
            <a:t>Smart meters (water, energy)</a:t>
          </a:r>
          <a:endParaRPr lang="en-US"/>
        </a:p>
      </dgm:t>
    </dgm:pt>
    <dgm:pt modelId="{88DA1323-488E-4781-8B42-FDD181A791B6}" type="parTrans" cxnId="{69BE4221-72EC-48EC-9004-05B398B3D50C}">
      <dgm:prSet/>
      <dgm:spPr/>
      <dgm:t>
        <a:bodyPr/>
        <a:lstStyle/>
        <a:p>
          <a:endParaRPr lang="en-US"/>
        </a:p>
      </dgm:t>
    </dgm:pt>
    <dgm:pt modelId="{C24C0992-724D-4589-A825-A5B6955E34E2}" type="sibTrans" cxnId="{69BE4221-72EC-48EC-9004-05B398B3D50C}">
      <dgm:prSet/>
      <dgm:spPr/>
      <dgm:t>
        <a:bodyPr/>
        <a:lstStyle/>
        <a:p>
          <a:endParaRPr lang="en-US"/>
        </a:p>
      </dgm:t>
    </dgm:pt>
    <dgm:pt modelId="{D46FFBD4-7E0E-4D69-A624-15B4D95E6391}">
      <dgm:prSet/>
      <dgm:spPr/>
      <dgm:t>
        <a:bodyPr/>
        <a:lstStyle/>
        <a:p>
          <a:r>
            <a:rPr lang="de-DE"/>
            <a:t>MRV system for:</a:t>
          </a:r>
          <a:endParaRPr lang="en-US"/>
        </a:p>
      </dgm:t>
    </dgm:pt>
    <dgm:pt modelId="{7C857DE7-2135-411F-89DC-1A7026ED2AB6}" type="parTrans" cxnId="{6925DA70-7102-4456-9C01-306826713781}">
      <dgm:prSet/>
      <dgm:spPr/>
      <dgm:t>
        <a:bodyPr/>
        <a:lstStyle/>
        <a:p>
          <a:endParaRPr lang="en-US"/>
        </a:p>
      </dgm:t>
    </dgm:pt>
    <dgm:pt modelId="{8D402C5D-DB57-4AAC-97A1-D7AA56AA70BE}" type="sibTrans" cxnId="{6925DA70-7102-4456-9C01-306826713781}">
      <dgm:prSet/>
      <dgm:spPr/>
      <dgm:t>
        <a:bodyPr/>
        <a:lstStyle/>
        <a:p>
          <a:endParaRPr lang="en-US"/>
        </a:p>
      </dgm:t>
    </dgm:pt>
    <dgm:pt modelId="{2DBE595F-4EF0-479F-AC5B-A09885F8E447}">
      <dgm:prSet/>
      <dgm:spPr/>
      <dgm:t>
        <a:bodyPr/>
        <a:lstStyle/>
        <a:p>
          <a:r>
            <a:rPr lang="de-DE"/>
            <a:t>Water savings</a:t>
          </a:r>
          <a:endParaRPr lang="en-US"/>
        </a:p>
      </dgm:t>
    </dgm:pt>
    <dgm:pt modelId="{CBB9BA39-339F-4537-A850-07C959AD2484}" type="parTrans" cxnId="{BBE28A9D-CA8C-4157-8BA2-E351F5F227B7}">
      <dgm:prSet/>
      <dgm:spPr/>
      <dgm:t>
        <a:bodyPr/>
        <a:lstStyle/>
        <a:p>
          <a:endParaRPr lang="en-US"/>
        </a:p>
      </dgm:t>
    </dgm:pt>
    <dgm:pt modelId="{24F3D99F-173A-4A4E-83B0-CD26CD7FC285}" type="sibTrans" cxnId="{BBE28A9D-CA8C-4157-8BA2-E351F5F227B7}">
      <dgm:prSet/>
      <dgm:spPr/>
      <dgm:t>
        <a:bodyPr/>
        <a:lstStyle/>
        <a:p>
          <a:endParaRPr lang="en-US"/>
        </a:p>
      </dgm:t>
    </dgm:pt>
    <dgm:pt modelId="{85B324B0-191B-433E-8641-222915F8220C}">
      <dgm:prSet/>
      <dgm:spPr/>
      <dgm:t>
        <a:bodyPr/>
        <a:lstStyle/>
        <a:p>
          <a:r>
            <a:rPr lang="de-DE"/>
            <a:t>Emission reduction</a:t>
          </a:r>
          <a:endParaRPr lang="en-US"/>
        </a:p>
      </dgm:t>
    </dgm:pt>
    <dgm:pt modelId="{835D5990-241D-42B4-AC70-7E8DFFEBD2EE}" type="parTrans" cxnId="{58236138-9C61-4341-9D06-7B0B265392F9}">
      <dgm:prSet/>
      <dgm:spPr/>
      <dgm:t>
        <a:bodyPr/>
        <a:lstStyle/>
        <a:p>
          <a:endParaRPr lang="en-US"/>
        </a:p>
      </dgm:t>
    </dgm:pt>
    <dgm:pt modelId="{3C728BC4-6294-4C57-8ABC-67001DAE92B7}" type="sibTrans" cxnId="{58236138-9C61-4341-9D06-7B0B265392F9}">
      <dgm:prSet/>
      <dgm:spPr/>
      <dgm:t>
        <a:bodyPr/>
        <a:lstStyle/>
        <a:p>
          <a:endParaRPr lang="en-US"/>
        </a:p>
      </dgm:t>
    </dgm:pt>
    <dgm:pt modelId="{64914996-E69C-43C7-B192-7086328C1B30}">
      <dgm:prSet/>
      <dgm:spPr/>
      <dgm:t>
        <a:bodyPr/>
        <a:lstStyle/>
        <a:p>
          <a:r>
            <a:rPr lang="de-DE"/>
            <a:t>Blended revenue model:</a:t>
          </a:r>
          <a:endParaRPr lang="en-US"/>
        </a:p>
      </dgm:t>
    </dgm:pt>
    <dgm:pt modelId="{D72962EE-A967-4B09-B894-9ABAE8EE0A6C}" type="parTrans" cxnId="{576DD38E-4038-4C83-846D-2986412F8F67}">
      <dgm:prSet/>
      <dgm:spPr/>
      <dgm:t>
        <a:bodyPr/>
        <a:lstStyle/>
        <a:p>
          <a:endParaRPr lang="en-US"/>
        </a:p>
      </dgm:t>
    </dgm:pt>
    <dgm:pt modelId="{88EE54BA-2F75-4D65-88A6-1DD98467DA7E}" type="sibTrans" cxnId="{576DD38E-4038-4C83-846D-2986412F8F67}">
      <dgm:prSet/>
      <dgm:spPr/>
      <dgm:t>
        <a:bodyPr/>
        <a:lstStyle/>
        <a:p>
          <a:endParaRPr lang="en-US"/>
        </a:p>
      </dgm:t>
    </dgm:pt>
    <dgm:pt modelId="{78F208EA-F79C-4454-B3FC-E2B8219DE244}">
      <dgm:prSet/>
      <dgm:spPr/>
      <dgm:t>
        <a:bodyPr/>
        <a:lstStyle/>
        <a:p>
          <a:r>
            <a:rPr lang="de-DE"/>
            <a:t>Irrigation service fee</a:t>
          </a:r>
          <a:endParaRPr lang="en-US"/>
        </a:p>
      </dgm:t>
    </dgm:pt>
    <dgm:pt modelId="{0D86285A-A6E8-4AB7-8DFE-2A7C083EF856}" type="parTrans" cxnId="{8FFFFD91-E345-49E9-8071-AC55D11F5ADD}">
      <dgm:prSet/>
      <dgm:spPr/>
      <dgm:t>
        <a:bodyPr/>
        <a:lstStyle/>
        <a:p>
          <a:endParaRPr lang="en-US"/>
        </a:p>
      </dgm:t>
    </dgm:pt>
    <dgm:pt modelId="{3673213E-F339-4414-88E8-837472EC003B}" type="sibTrans" cxnId="{8FFFFD91-E345-49E9-8071-AC55D11F5ADD}">
      <dgm:prSet/>
      <dgm:spPr/>
      <dgm:t>
        <a:bodyPr/>
        <a:lstStyle/>
        <a:p>
          <a:endParaRPr lang="en-US"/>
        </a:p>
      </dgm:t>
    </dgm:pt>
    <dgm:pt modelId="{4AE2CB8F-4048-454A-87EE-BE29F4F530CF}">
      <dgm:prSet/>
      <dgm:spPr/>
      <dgm:t>
        <a:bodyPr/>
        <a:lstStyle/>
        <a:p>
          <a:r>
            <a:rPr lang="de-DE"/>
            <a:t>Energy savings</a:t>
          </a:r>
          <a:endParaRPr lang="en-US"/>
        </a:p>
      </dgm:t>
    </dgm:pt>
    <dgm:pt modelId="{8338DAB6-3734-4FED-B6F7-74A768FFFAEF}" type="parTrans" cxnId="{31A1ED30-497C-433C-90BC-788BA06CABD6}">
      <dgm:prSet/>
      <dgm:spPr/>
      <dgm:t>
        <a:bodyPr/>
        <a:lstStyle/>
        <a:p>
          <a:endParaRPr lang="en-US"/>
        </a:p>
      </dgm:t>
    </dgm:pt>
    <dgm:pt modelId="{4D3AC080-B00F-4195-805F-0810C7BE7475}" type="sibTrans" cxnId="{31A1ED30-497C-433C-90BC-788BA06CABD6}">
      <dgm:prSet/>
      <dgm:spPr/>
      <dgm:t>
        <a:bodyPr/>
        <a:lstStyle/>
        <a:p>
          <a:endParaRPr lang="en-US"/>
        </a:p>
      </dgm:t>
    </dgm:pt>
    <dgm:pt modelId="{63C89CE9-9563-4B27-B1E9-ABF49AE6C617}">
      <dgm:prSet/>
      <dgm:spPr/>
      <dgm:t>
        <a:bodyPr/>
        <a:lstStyle/>
        <a:p>
          <a:r>
            <a:rPr lang="de-DE"/>
            <a:t>Potential carbon/climate-linked incentives</a:t>
          </a:r>
          <a:endParaRPr lang="en-US"/>
        </a:p>
      </dgm:t>
    </dgm:pt>
    <dgm:pt modelId="{54CEE299-5DF9-4C2C-B4AC-30C49C9CADB2}" type="parTrans" cxnId="{2E22444A-BE13-474D-A858-458E8732B90E}">
      <dgm:prSet/>
      <dgm:spPr/>
      <dgm:t>
        <a:bodyPr/>
        <a:lstStyle/>
        <a:p>
          <a:endParaRPr lang="en-US"/>
        </a:p>
      </dgm:t>
    </dgm:pt>
    <dgm:pt modelId="{954255C6-288D-4CC4-AFF9-DD21B5A10E8D}" type="sibTrans" cxnId="{2E22444A-BE13-474D-A858-458E8732B90E}">
      <dgm:prSet/>
      <dgm:spPr/>
      <dgm:t>
        <a:bodyPr/>
        <a:lstStyle/>
        <a:p>
          <a:endParaRPr lang="en-US"/>
        </a:p>
      </dgm:t>
    </dgm:pt>
    <dgm:pt modelId="{D09A3AB3-4A5B-4C78-B9E1-DDAECA4CEDFE}" type="pres">
      <dgm:prSet presAssocID="{D3D75AF1-666C-48C6-89AB-1C90F3C6BEFA}" presName="root" presStyleCnt="0">
        <dgm:presLayoutVars>
          <dgm:dir/>
          <dgm:resizeHandles val="exact"/>
        </dgm:presLayoutVars>
      </dgm:prSet>
      <dgm:spPr/>
    </dgm:pt>
    <dgm:pt modelId="{F7DC8E3A-4166-400F-B4BE-B9525D5A762C}" type="pres">
      <dgm:prSet presAssocID="{7EB3DA7E-0E3C-4AD9-8092-867FDCA0ECD3}" presName="compNode" presStyleCnt="0"/>
      <dgm:spPr/>
    </dgm:pt>
    <dgm:pt modelId="{6892B657-789E-4B4E-A769-F2E6F007151E}" type="pres">
      <dgm:prSet presAssocID="{7EB3DA7E-0E3C-4AD9-8092-867FDCA0ECD3}" presName="bgRect" presStyleLbl="bgShp" presStyleIdx="0" presStyleCnt="8"/>
      <dgm:spPr/>
    </dgm:pt>
    <dgm:pt modelId="{97D7AFF5-27E7-4EF8-94BB-A43CCB69BE2A}" type="pres">
      <dgm:prSet presAssocID="{7EB3DA7E-0E3C-4AD9-8092-867FDCA0ECD3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9A827837-8F72-4AAF-8149-E6605BCFB2A4}" type="pres">
      <dgm:prSet presAssocID="{7EB3DA7E-0E3C-4AD9-8092-867FDCA0ECD3}" presName="spaceRect" presStyleCnt="0"/>
      <dgm:spPr/>
    </dgm:pt>
    <dgm:pt modelId="{1D307317-D131-49AF-BCFA-5B68CB205C9D}" type="pres">
      <dgm:prSet presAssocID="{7EB3DA7E-0E3C-4AD9-8092-867FDCA0ECD3}" presName="parTx" presStyleLbl="revTx" presStyleIdx="0" presStyleCnt="11">
        <dgm:presLayoutVars>
          <dgm:chMax val="0"/>
          <dgm:chPref val="0"/>
        </dgm:presLayoutVars>
      </dgm:prSet>
      <dgm:spPr/>
    </dgm:pt>
    <dgm:pt modelId="{1C5B7E5E-E035-4847-828F-FEEC91F02D01}" type="pres">
      <dgm:prSet presAssocID="{4928B63B-0E48-45DA-BDC3-81DDFCAE964A}" presName="sibTrans" presStyleCnt="0"/>
      <dgm:spPr/>
    </dgm:pt>
    <dgm:pt modelId="{0A1F7E94-CC9E-4F20-833C-BCA0B9FC82D7}" type="pres">
      <dgm:prSet presAssocID="{E36D308F-D983-438B-95AC-6844A07575A4}" presName="compNode" presStyleCnt="0"/>
      <dgm:spPr/>
    </dgm:pt>
    <dgm:pt modelId="{C7B81FA8-AF1C-463C-B017-CA6ECDADD4C8}" type="pres">
      <dgm:prSet presAssocID="{E36D308F-D983-438B-95AC-6844A07575A4}" presName="bgRect" presStyleLbl="bgShp" presStyleIdx="1" presStyleCnt="8"/>
      <dgm:spPr/>
    </dgm:pt>
    <dgm:pt modelId="{B657EDF5-51AD-497F-A109-0F23C20BED65}" type="pres">
      <dgm:prSet presAssocID="{E36D308F-D983-438B-95AC-6844A07575A4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58140CB-046D-49FF-BCDC-31BC46F276A2}" type="pres">
      <dgm:prSet presAssocID="{E36D308F-D983-438B-95AC-6844A07575A4}" presName="spaceRect" presStyleCnt="0"/>
      <dgm:spPr/>
    </dgm:pt>
    <dgm:pt modelId="{B046E630-0A65-4F22-B1DA-6B484C53D4FE}" type="pres">
      <dgm:prSet presAssocID="{E36D308F-D983-438B-95AC-6844A07575A4}" presName="parTx" presStyleLbl="revTx" presStyleIdx="1" presStyleCnt="11">
        <dgm:presLayoutVars>
          <dgm:chMax val="0"/>
          <dgm:chPref val="0"/>
        </dgm:presLayoutVars>
      </dgm:prSet>
      <dgm:spPr/>
    </dgm:pt>
    <dgm:pt modelId="{0A340A3C-7621-4F89-8B2C-116D295443E5}" type="pres">
      <dgm:prSet presAssocID="{0B5AE030-0E8F-499F-A8C0-7E6F06920943}" presName="sibTrans" presStyleCnt="0"/>
      <dgm:spPr/>
    </dgm:pt>
    <dgm:pt modelId="{74D6FE06-40B2-4940-A1B6-AB6A544C026B}" type="pres">
      <dgm:prSet presAssocID="{8723CD44-33D7-4A6D-BB87-4452BB3D0EA1}" presName="compNode" presStyleCnt="0"/>
      <dgm:spPr/>
    </dgm:pt>
    <dgm:pt modelId="{731256AA-636B-4244-92D4-3B90BC495AE5}" type="pres">
      <dgm:prSet presAssocID="{8723CD44-33D7-4A6D-BB87-4452BB3D0EA1}" presName="bgRect" presStyleLbl="bgShp" presStyleIdx="2" presStyleCnt="8"/>
      <dgm:spPr/>
    </dgm:pt>
    <dgm:pt modelId="{A545A629-5A23-4786-82B9-C89CEC159A52}" type="pres">
      <dgm:prSet presAssocID="{8723CD44-33D7-4A6D-BB87-4452BB3D0EA1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01C02193-5B98-4CCD-90DC-1C88E270EE94}" type="pres">
      <dgm:prSet presAssocID="{8723CD44-33D7-4A6D-BB87-4452BB3D0EA1}" presName="spaceRect" presStyleCnt="0"/>
      <dgm:spPr/>
    </dgm:pt>
    <dgm:pt modelId="{46BE2129-776C-4899-9261-B952E9B4898D}" type="pres">
      <dgm:prSet presAssocID="{8723CD44-33D7-4A6D-BB87-4452BB3D0EA1}" presName="parTx" presStyleLbl="revTx" presStyleIdx="2" presStyleCnt="11">
        <dgm:presLayoutVars>
          <dgm:chMax val="0"/>
          <dgm:chPref val="0"/>
        </dgm:presLayoutVars>
      </dgm:prSet>
      <dgm:spPr/>
    </dgm:pt>
    <dgm:pt modelId="{3D27F99C-71A4-4FE1-AC1A-7249716E36C5}" type="pres">
      <dgm:prSet presAssocID="{8F4B2891-70D9-4CA7-9245-49AFDEC0D23A}" presName="sibTrans" presStyleCnt="0"/>
      <dgm:spPr/>
    </dgm:pt>
    <dgm:pt modelId="{F0D45A89-938A-433A-840A-1747F8608117}" type="pres">
      <dgm:prSet presAssocID="{F36213FE-DDB4-4A2B-95F7-DBDA400D2230}" presName="compNode" presStyleCnt="0"/>
      <dgm:spPr/>
    </dgm:pt>
    <dgm:pt modelId="{EE475AE2-8819-4E6C-9426-B75F669752CE}" type="pres">
      <dgm:prSet presAssocID="{F36213FE-DDB4-4A2B-95F7-DBDA400D2230}" presName="bgRect" presStyleLbl="bgShp" presStyleIdx="3" presStyleCnt="8"/>
      <dgm:spPr/>
    </dgm:pt>
    <dgm:pt modelId="{25E5140A-00C5-43F4-A5AC-F6B55EBF9CC9}" type="pres">
      <dgm:prSet presAssocID="{F36213FE-DDB4-4A2B-95F7-DBDA400D2230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557DD133-3023-4999-A04B-CB20087EC771}" type="pres">
      <dgm:prSet presAssocID="{F36213FE-DDB4-4A2B-95F7-DBDA400D2230}" presName="spaceRect" presStyleCnt="0"/>
      <dgm:spPr/>
    </dgm:pt>
    <dgm:pt modelId="{12ACCF3E-83EB-4E56-8DD7-BC2F275EC224}" type="pres">
      <dgm:prSet presAssocID="{F36213FE-DDB4-4A2B-95F7-DBDA400D2230}" presName="parTx" presStyleLbl="revTx" presStyleIdx="3" presStyleCnt="11">
        <dgm:presLayoutVars>
          <dgm:chMax val="0"/>
          <dgm:chPref val="0"/>
        </dgm:presLayoutVars>
      </dgm:prSet>
      <dgm:spPr/>
    </dgm:pt>
    <dgm:pt modelId="{B4A49850-C9FC-4224-B92D-A52BE1AAA142}" type="pres">
      <dgm:prSet presAssocID="{F36213FE-DDB4-4A2B-95F7-DBDA400D2230}" presName="desTx" presStyleLbl="revTx" presStyleIdx="4" presStyleCnt="11">
        <dgm:presLayoutVars/>
      </dgm:prSet>
      <dgm:spPr/>
    </dgm:pt>
    <dgm:pt modelId="{BC962E8D-43D1-4ACD-9870-12157A85FBEA}" type="pres">
      <dgm:prSet presAssocID="{76BDAD61-B64B-4470-8F12-1A8C62F3C276}" presName="sibTrans" presStyleCnt="0"/>
      <dgm:spPr/>
    </dgm:pt>
    <dgm:pt modelId="{642A1933-E2E7-4D75-94D7-F3CDFF855B5F}" type="pres">
      <dgm:prSet presAssocID="{CD3CD863-5065-44C3-87D1-C18847461575}" presName="compNode" presStyleCnt="0"/>
      <dgm:spPr/>
    </dgm:pt>
    <dgm:pt modelId="{9F870900-5D40-488C-B88A-6850A48ECD58}" type="pres">
      <dgm:prSet presAssocID="{CD3CD863-5065-44C3-87D1-C18847461575}" presName="bgRect" presStyleLbl="bgShp" presStyleIdx="4" presStyleCnt="8"/>
      <dgm:spPr/>
    </dgm:pt>
    <dgm:pt modelId="{246C1C7E-F8C2-4D61-95B1-EAC97EFB81A7}" type="pres">
      <dgm:prSet presAssocID="{CD3CD863-5065-44C3-87D1-C18847461575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6A705602-1B61-41D8-A19C-17E508E6681B}" type="pres">
      <dgm:prSet presAssocID="{CD3CD863-5065-44C3-87D1-C18847461575}" presName="spaceRect" presStyleCnt="0"/>
      <dgm:spPr/>
    </dgm:pt>
    <dgm:pt modelId="{EF9B3DE1-C37E-4DE6-9608-C5C03BB832E2}" type="pres">
      <dgm:prSet presAssocID="{CD3CD863-5065-44C3-87D1-C18847461575}" presName="parTx" presStyleLbl="revTx" presStyleIdx="5" presStyleCnt="11">
        <dgm:presLayoutVars>
          <dgm:chMax val="0"/>
          <dgm:chPref val="0"/>
        </dgm:presLayoutVars>
      </dgm:prSet>
      <dgm:spPr/>
    </dgm:pt>
    <dgm:pt modelId="{C439A62C-B6FE-4DA9-B616-EB34D237C324}" type="pres">
      <dgm:prSet presAssocID="{3B102A85-44AC-4830-AA3E-7BD1ECAB48A6}" presName="sibTrans" presStyleCnt="0"/>
      <dgm:spPr/>
    </dgm:pt>
    <dgm:pt modelId="{AC0F2A82-643E-4C99-8A8F-BBE349E4C5A3}" type="pres">
      <dgm:prSet presAssocID="{AE702CEE-9891-4FB2-A77E-18A7297F61FD}" presName="compNode" presStyleCnt="0"/>
      <dgm:spPr/>
    </dgm:pt>
    <dgm:pt modelId="{3C2F7C86-7FAF-46BC-8397-0386C36ECBA4}" type="pres">
      <dgm:prSet presAssocID="{AE702CEE-9891-4FB2-A77E-18A7297F61FD}" presName="bgRect" presStyleLbl="bgShp" presStyleIdx="5" presStyleCnt="8"/>
      <dgm:spPr/>
    </dgm:pt>
    <dgm:pt modelId="{179C69E5-6488-48A2-830E-7040C004E068}" type="pres">
      <dgm:prSet presAssocID="{AE702CEE-9891-4FB2-A77E-18A7297F61FD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D89989C7-251B-417E-9A30-1A77ABB57227}" type="pres">
      <dgm:prSet presAssocID="{AE702CEE-9891-4FB2-A77E-18A7297F61FD}" presName="spaceRect" presStyleCnt="0"/>
      <dgm:spPr/>
    </dgm:pt>
    <dgm:pt modelId="{9B339637-7DFB-42C7-9BC0-C00D0B83D17D}" type="pres">
      <dgm:prSet presAssocID="{AE702CEE-9891-4FB2-A77E-18A7297F61FD}" presName="parTx" presStyleLbl="revTx" presStyleIdx="6" presStyleCnt="11">
        <dgm:presLayoutVars>
          <dgm:chMax val="0"/>
          <dgm:chPref val="0"/>
        </dgm:presLayoutVars>
      </dgm:prSet>
      <dgm:spPr/>
    </dgm:pt>
    <dgm:pt modelId="{F2A45000-C08E-4246-96F2-83115246E35F}" type="pres">
      <dgm:prSet presAssocID="{C24C0992-724D-4589-A825-A5B6955E34E2}" presName="sibTrans" presStyleCnt="0"/>
      <dgm:spPr/>
    </dgm:pt>
    <dgm:pt modelId="{889A3514-A08C-4C1F-B9B9-679EE87B3B26}" type="pres">
      <dgm:prSet presAssocID="{D46FFBD4-7E0E-4D69-A624-15B4D95E6391}" presName="compNode" presStyleCnt="0"/>
      <dgm:spPr/>
    </dgm:pt>
    <dgm:pt modelId="{A72B79BE-BECE-4B1F-9D9A-215922EA69D8}" type="pres">
      <dgm:prSet presAssocID="{D46FFBD4-7E0E-4D69-A624-15B4D95E6391}" presName="bgRect" presStyleLbl="bgShp" presStyleIdx="6" presStyleCnt="8"/>
      <dgm:spPr/>
    </dgm:pt>
    <dgm:pt modelId="{E5962E7D-4138-42B8-9D03-E7EB4AF1BB5A}" type="pres">
      <dgm:prSet presAssocID="{D46FFBD4-7E0E-4D69-A624-15B4D95E6391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F1094EDC-697F-4CC1-86A8-A24CE35FF4FF}" type="pres">
      <dgm:prSet presAssocID="{D46FFBD4-7E0E-4D69-A624-15B4D95E6391}" presName="spaceRect" presStyleCnt="0"/>
      <dgm:spPr/>
    </dgm:pt>
    <dgm:pt modelId="{D78240DE-1061-447B-8BAD-8E1A1A3ED1FB}" type="pres">
      <dgm:prSet presAssocID="{D46FFBD4-7E0E-4D69-A624-15B4D95E6391}" presName="parTx" presStyleLbl="revTx" presStyleIdx="7" presStyleCnt="11">
        <dgm:presLayoutVars>
          <dgm:chMax val="0"/>
          <dgm:chPref val="0"/>
        </dgm:presLayoutVars>
      </dgm:prSet>
      <dgm:spPr/>
    </dgm:pt>
    <dgm:pt modelId="{A8988FC4-931C-42F2-9589-2C5235B6B0D0}" type="pres">
      <dgm:prSet presAssocID="{D46FFBD4-7E0E-4D69-A624-15B4D95E6391}" presName="desTx" presStyleLbl="revTx" presStyleIdx="8" presStyleCnt="11">
        <dgm:presLayoutVars/>
      </dgm:prSet>
      <dgm:spPr/>
    </dgm:pt>
    <dgm:pt modelId="{468A651C-A395-4413-8B46-21F604F1291D}" type="pres">
      <dgm:prSet presAssocID="{8D402C5D-DB57-4AAC-97A1-D7AA56AA70BE}" presName="sibTrans" presStyleCnt="0"/>
      <dgm:spPr/>
    </dgm:pt>
    <dgm:pt modelId="{F6F395B8-2ECC-43CA-ACDA-5DB2C18A3341}" type="pres">
      <dgm:prSet presAssocID="{64914996-E69C-43C7-B192-7086328C1B30}" presName="compNode" presStyleCnt="0"/>
      <dgm:spPr/>
    </dgm:pt>
    <dgm:pt modelId="{58370DFE-A113-4BE9-9A72-A8B76597641D}" type="pres">
      <dgm:prSet presAssocID="{64914996-E69C-43C7-B192-7086328C1B30}" presName="bgRect" presStyleLbl="bgShp" presStyleIdx="7" presStyleCnt="8"/>
      <dgm:spPr/>
    </dgm:pt>
    <dgm:pt modelId="{8C0B8EB4-7614-4714-A561-B778438381EA}" type="pres">
      <dgm:prSet presAssocID="{64914996-E69C-43C7-B192-7086328C1B30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A775C6F-9AC6-489A-AE57-5FA9537402C2}" type="pres">
      <dgm:prSet presAssocID="{64914996-E69C-43C7-B192-7086328C1B30}" presName="spaceRect" presStyleCnt="0"/>
      <dgm:spPr/>
    </dgm:pt>
    <dgm:pt modelId="{E77DF1FD-CC57-473D-AEF1-22939E067B98}" type="pres">
      <dgm:prSet presAssocID="{64914996-E69C-43C7-B192-7086328C1B30}" presName="parTx" presStyleLbl="revTx" presStyleIdx="9" presStyleCnt="11">
        <dgm:presLayoutVars>
          <dgm:chMax val="0"/>
          <dgm:chPref val="0"/>
        </dgm:presLayoutVars>
      </dgm:prSet>
      <dgm:spPr/>
    </dgm:pt>
    <dgm:pt modelId="{0E85DC24-7515-43A0-90DE-43F5FBD68286}" type="pres">
      <dgm:prSet presAssocID="{64914996-E69C-43C7-B192-7086328C1B30}" presName="desTx" presStyleLbl="revTx" presStyleIdx="10" presStyleCnt="11">
        <dgm:presLayoutVars/>
      </dgm:prSet>
      <dgm:spPr/>
    </dgm:pt>
  </dgm:ptLst>
  <dgm:cxnLst>
    <dgm:cxn modelId="{23020902-D5FB-4BDB-86E4-66072A386EEF}" type="presOf" srcId="{D3D75AF1-666C-48C6-89AB-1C90F3C6BEFA}" destId="{D09A3AB3-4A5B-4C78-B9E1-DDAECA4CEDFE}" srcOrd="0" destOrd="0" presId="urn:microsoft.com/office/officeart/2018/2/layout/IconVerticalSolidList"/>
    <dgm:cxn modelId="{D76A0F0C-5C63-4528-BF51-897AF09A1634}" type="presOf" srcId="{E36D308F-D983-438B-95AC-6844A07575A4}" destId="{B046E630-0A65-4F22-B1DA-6B484C53D4FE}" srcOrd="0" destOrd="0" presId="urn:microsoft.com/office/officeart/2018/2/layout/IconVerticalSolidList"/>
    <dgm:cxn modelId="{80459517-5232-40E0-9125-01861F59F67D}" type="presOf" srcId="{CD3CD863-5065-44C3-87D1-C18847461575}" destId="{EF9B3DE1-C37E-4DE6-9608-C5C03BB832E2}" srcOrd="0" destOrd="0" presId="urn:microsoft.com/office/officeart/2018/2/layout/IconVerticalSolidList"/>
    <dgm:cxn modelId="{82593A21-B806-4BB1-B7DA-459D56EE25E5}" type="presOf" srcId="{85B324B0-191B-433E-8641-222915F8220C}" destId="{A8988FC4-931C-42F2-9589-2C5235B6B0D0}" srcOrd="0" destOrd="1" presId="urn:microsoft.com/office/officeart/2018/2/layout/IconVerticalSolidList"/>
    <dgm:cxn modelId="{69BE4221-72EC-48EC-9004-05B398B3D50C}" srcId="{D3D75AF1-666C-48C6-89AB-1C90F3C6BEFA}" destId="{AE702CEE-9891-4FB2-A77E-18A7297F61FD}" srcOrd="5" destOrd="0" parTransId="{88DA1323-488E-4781-8B42-FDD181A791B6}" sibTransId="{C24C0992-724D-4589-A825-A5B6955E34E2}"/>
    <dgm:cxn modelId="{229B3129-6BAD-4258-94B0-ADBD47C56595}" type="presOf" srcId="{63C89CE9-9563-4B27-B1E9-ABF49AE6C617}" destId="{0E85DC24-7515-43A0-90DE-43F5FBD68286}" srcOrd="0" destOrd="2" presId="urn:microsoft.com/office/officeart/2018/2/layout/IconVerticalSolidList"/>
    <dgm:cxn modelId="{31A1ED30-497C-433C-90BC-788BA06CABD6}" srcId="{64914996-E69C-43C7-B192-7086328C1B30}" destId="{4AE2CB8F-4048-454A-87EE-BE29F4F530CF}" srcOrd="1" destOrd="0" parTransId="{8338DAB6-3734-4FED-B6F7-74A768FFFAEF}" sibTransId="{4D3AC080-B00F-4195-805F-0810C7BE7475}"/>
    <dgm:cxn modelId="{28AD3631-EE7E-4A5B-AAEB-771C8EBC42AA}" srcId="{D3D75AF1-666C-48C6-89AB-1C90F3C6BEFA}" destId="{E36D308F-D983-438B-95AC-6844A07575A4}" srcOrd="1" destOrd="0" parTransId="{AD4E410B-5DB2-449B-9EB9-CC9571A024D6}" sibTransId="{0B5AE030-0E8F-499F-A8C0-7E6F06920943}"/>
    <dgm:cxn modelId="{DFC41638-5A34-4DD1-A27C-8F9D65DDF65E}" type="presOf" srcId="{4AE2CB8F-4048-454A-87EE-BE29F4F530CF}" destId="{0E85DC24-7515-43A0-90DE-43F5FBD68286}" srcOrd="0" destOrd="1" presId="urn:microsoft.com/office/officeart/2018/2/layout/IconVerticalSolidList"/>
    <dgm:cxn modelId="{58236138-9C61-4341-9D06-7B0B265392F9}" srcId="{D46FFBD4-7E0E-4D69-A624-15B4D95E6391}" destId="{85B324B0-191B-433E-8641-222915F8220C}" srcOrd="1" destOrd="0" parTransId="{835D5990-241D-42B4-AC70-7E8DFFEBD2EE}" sibTransId="{3C728BC4-6294-4C57-8ABC-67001DAE92B7}"/>
    <dgm:cxn modelId="{EB60825B-8DB5-48E2-8962-A6D13B368433}" type="presOf" srcId="{AE702CEE-9891-4FB2-A77E-18A7297F61FD}" destId="{9B339637-7DFB-42C7-9BC0-C00D0B83D17D}" srcOrd="0" destOrd="0" presId="urn:microsoft.com/office/officeart/2018/2/layout/IconVerticalSolidList"/>
    <dgm:cxn modelId="{BFE1E05C-6809-4F13-B632-7BC6367D902C}" type="presOf" srcId="{CE0241A1-E8E3-4E7A-877E-3E486EC1632B}" destId="{B4A49850-C9FC-4224-B92D-A52BE1AAA142}" srcOrd="0" destOrd="0" presId="urn:microsoft.com/office/officeart/2018/2/layout/IconVerticalSolidList"/>
    <dgm:cxn modelId="{2E22444A-BE13-474D-A858-458E8732B90E}" srcId="{64914996-E69C-43C7-B192-7086328C1B30}" destId="{63C89CE9-9563-4B27-B1E9-ABF49AE6C617}" srcOrd="2" destOrd="0" parTransId="{54CEE299-5DF9-4C2C-B4AC-30C49C9CADB2}" sibTransId="{954255C6-288D-4CC4-AFF9-DD21B5A10E8D}"/>
    <dgm:cxn modelId="{6925DA70-7102-4456-9C01-306826713781}" srcId="{D3D75AF1-666C-48C6-89AB-1C90F3C6BEFA}" destId="{D46FFBD4-7E0E-4D69-A624-15B4D95E6391}" srcOrd="6" destOrd="0" parTransId="{7C857DE7-2135-411F-89DC-1A7026ED2AB6}" sibTransId="{8D402C5D-DB57-4AAC-97A1-D7AA56AA70BE}"/>
    <dgm:cxn modelId="{549A8E76-A042-472D-B2C5-EC6B7352EDC0}" type="presOf" srcId="{8723CD44-33D7-4A6D-BB87-4452BB3D0EA1}" destId="{46BE2129-776C-4899-9261-B952E9B4898D}" srcOrd="0" destOrd="0" presId="urn:microsoft.com/office/officeart/2018/2/layout/IconVerticalSolidList"/>
    <dgm:cxn modelId="{576DD38E-4038-4C83-846D-2986412F8F67}" srcId="{D3D75AF1-666C-48C6-89AB-1C90F3C6BEFA}" destId="{64914996-E69C-43C7-B192-7086328C1B30}" srcOrd="7" destOrd="0" parTransId="{D72962EE-A967-4B09-B894-9ABAE8EE0A6C}" sibTransId="{88EE54BA-2F75-4D65-88A6-1DD98467DA7E}"/>
    <dgm:cxn modelId="{8FFFFD91-E345-49E9-8071-AC55D11F5ADD}" srcId="{64914996-E69C-43C7-B192-7086328C1B30}" destId="{78F208EA-F79C-4454-B3FC-E2B8219DE244}" srcOrd="0" destOrd="0" parTransId="{0D86285A-A6E8-4AB7-8DFE-2A7C083EF856}" sibTransId="{3673213E-F339-4414-88E8-837472EC003B}"/>
    <dgm:cxn modelId="{0FDD9596-768F-4E45-9ACA-C5492F179972}" type="presOf" srcId="{78F208EA-F79C-4454-B3FC-E2B8219DE244}" destId="{0E85DC24-7515-43A0-90DE-43F5FBD68286}" srcOrd="0" destOrd="0" presId="urn:microsoft.com/office/officeart/2018/2/layout/IconVerticalSolidList"/>
    <dgm:cxn modelId="{023A6F98-5DE1-48BF-AE33-1DCFAEA1FEC4}" type="presOf" srcId="{F36213FE-DDB4-4A2B-95F7-DBDA400D2230}" destId="{12ACCF3E-83EB-4E56-8DD7-BC2F275EC224}" srcOrd="0" destOrd="0" presId="urn:microsoft.com/office/officeart/2018/2/layout/IconVerticalSolidList"/>
    <dgm:cxn modelId="{BBE28A9D-CA8C-4157-8BA2-E351F5F227B7}" srcId="{D46FFBD4-7E0E-4D69-A624-15B4D95E6391}" destId="{2DBE595F-4EF0-479F-AC5B-A09885F8E447}" srcOrd="0" destOrd="0" parTransId="{CBB9BA39-339F-4537-A850-07C959AD2484}" sibTransId="{24F3D99F-173A-4A4E-83B0-CD26CD7FC285}"/>
    <dgm:cxn modelId="{4A6B29AE-7ED8-4792-AE6D-4C850A359690}" srcId="{D3D75AF1-666C-48C6-89AB-1C90F3C6BEFA}" destId="{F36213FE-DDB4-4A2B-95F7-DBDA400D2230}" srcOrd="3" destOrd="0" parTransId="{FCA1E961-BD67-4E21-96E4-C68F1A661EE5}" sibTransId="{76BDAD61-B64B-4470-8F12-1A8C62F3C276}"/>
    <dgm:cxn modelId="{45FF9BD2-BF26-4D00-8F4A-A6D06F7F4EF7}" srcId="{D3D75AF1-666C-48C6-89AB-1C90F3C6BEFA}" destId="{8723CD44-33D7-4A6D-BB87-4452BB3D0EA1}" srcOrd="2" destOrd="0" parTransId="{ECA5856D-5AF8-4583-817E-F68883B4C6F4}" sibTransId="{8F4B2891-70D9-4CA7-9245-49AFDEC0D23A}"/>
    <dgm:cxn modelId="{E8FC18D4-3F59-460E-8EDA-1A848F2120FD}" type="presOf" srcId="{D46FFBD4-7E0E-4D69-A624-15B4D95E6391}" destId="{D78240DE-1061-447B-8BAD-8E1A1A3ED1FB}" srcOrd="0" destOrd="0" presId="urn:microsoft.com/office/officeart/2018/2/layout/IconVerticalSolidList"/>
    <dgm:cxn modelId="{3C0D95D8-0D33-48E5-837F-616A9E53C5F1}" srcId="{F36213FE-DDB4-4A2B-95F7-DBDA400D2230}" destId="{CE0241A1-E8E3-4E7A-877E-3E486EC1632B}" srcOrd="0" destOrd="0" parTransId="{6BABA9A6-23B5-478C-86DF-25B152EA15B6}" sibTransId="{4BFB73E4-03FC-490A-A367-75DF1778C28F}"/>
    <dgm:cxn modelId="{5EA3DFDE-9598-47B6-B177-497195122944}" type="presOf" srcId="{64914996-E69C-43C7-B192-7086328C1B30}" destId="{E77DF1FD-CC57-473D-AEF1-22939E067B98}" srcOrd="0" destOrd="0" presId="urn:microsoft.com/office/officeart/2018/2/layout/IconVerticalSolidList"/>
    <dgm:cxn modelId="{FF6814E2-6186-4D28-991E-C60CABCDCF9D}" srcId="{D3D75AF1-666C-48C6-89AB-1C90F3C6BEFA}" destId="{CD3CD863-5065-44C3-87D1-C18847461575}" srcOrd="4" destOrd="0" parTransId="{B49F1FE1-8E52-43E9-934B-3FD1CFA98827}" sibTransId="{3B102A85-44AC-4830-AA3E-7BD1ECAB48A6}"/>
    <dgm:cxn modelId="{96DE61E9-2F9C-4021-9A35-7523C0786078}" type="presOf" srcId="{7EB3DA7E-0E3C-4AD9-8092-867FDCA0ECD3}" destId="{1D307317-D131-49AF-BCFA-5B68CB205C9D}" srcOrd="0" destOrd="0" presId="urn:microsoft.com/office/officeart/2018/2/layout/IconVerticalSolidList"/>
    <dgm:cxn modelId="{2BF900F0-6168-4E7F-88AE-17FA180C67B5}" srcId="{D3D75AF1-666C-48C6-89AB-1C90F3C6BEFA}" destId="{7EB3DA7E-0E3C-4AD9-8092-867FDCA0ECD3}" srcOrd="0" destOrd="0" parTransId="{D4819E93-6A28-4264-A1CB-8852EBCF91BB}" sibTransId="{4928B63B-0E48-45DA-BDC3-81DDFCAE964A}"/>
    <dgm:cxn modelId="{837178F5-5C31-4B47-AA9C-EC82FE6C74A4}" type="presOf" srcId="{2DBE595F-4EF0-479F-AC5B-A09885F8E447}" destId="{A8988FC4-931C-42F2-9589-2C5235B6B0D0}" srcOrd="0" destOrd="0" presId="urn:microsoft.com/office/officeart/2018/2/layout/IconVerticalSolidList"/>
    <dgm:cxn modelId="{2A2DA389-810E-4AF4-AB0A-C3EF54D89BDE}" type="presParOf" srcId="{D09A3AB3-4A5B-4C78-B9E1-DDAECA4CEDFE}" destId="{F7DC8E3A-4166-400F-B4BE-B9525D5A762C}" srcOrd="0" destOrd="0" presId="urn:microsoft.com/office/officeart/2018/2/layout/IconVerticalSolidList"/>
    <dgm:cxn modelId="{1F3350CA-AA9B-4C2F-887E-B10A042D3E1A}" type="presParOf" srcId="{F7DC8E3A-4166-400F-B4BE-B9525D5A762C}" destId="{6892B657-789E-4B4E-A769-F2E6F007151E}" srcOrd="0" destOrd="0" presId="urn:microsoft.com/office/officeart/2018/2/layout/IconVerticalSolidList"/>
    <dgm:cxn modelId="{1138764A-7DA0-4C83-A31D-29E014C77AA4}" type="presParOf" srcId="{F7DC8E3A-4166-400F-B4BE-B9525D5A762C}" destId="{97D7AFF5-27E7-4EF8-94BB-A43CCB69BE2A}" srcOrd="1" destOrd="0" presId="urn:microsoft.com/office/officeart/2018/2/layout/IconVerticalSolidList"/>
    <dgm:cxn modelId="{D0616E6F-295C-44D4-A765-03F6CDF18612}" type="presParOf" srcId="{F7DC8E3A-4166-400F-B4BE-B9525D5A762C}" destId="{9A827837-8F72-4AAF-8149-E6605BCFB2A4}" srcOrd="2" destOrd="0" presId="urn:microsoft.com/office/officeart/2018/2/layout/IconVerticalSolidList"/>
    <dgm:cxn modelId="{F1500F2A-0C03-43C2-8061-2D399A71C0C5}" type="presParOf" srcId="{F7DC8E3A-4166-400F-B4BE-B9525D5A762C}" destId="{1D307317-D131-49AF-BCFA-5B68CB205C9D}" srcOrd="3" destOrd="0" presId="urn:microsoft.com/office/officeart/2018/2/layout/IconVerticalSolidList"/>
    <dgm:cxn modelId="{C87561E5-6918-491B-9FBF-5829E7327034}" type="presParOf" srcId="{D09A3AB3-4A5B-4C78-B9E1-DDAECA4CEDFE}" destId="{1C5B7E5E-E035-4847-828F-FEEC91F02D01}" srcOrd="1" destOrd="0" presId="urn:microsoft.com/office/officeart/2018/2/layout/IconVerticalSolidList"/>
    <dgm:cxn modelId="{A0AE5EAD-13E2-43E2-A47A-52DD3AE4E4D0}" type="presParOf" srcId="{D09A3AB3-4A5B-4C78-B9E1-DDAECA4CEDFE}" destId="{0A1F7E94-CC9E-4F20-833C-BCA0B9FC82D7}" srcOrd="2" destOrd="0" presId="urn:microsoft.com/office/officeart/2018/2/layout/IconVerticalSolidList"/>
    <dgm:cxn modelId="{1AA6ED8A-A520-4EBC-841E-4E57DE62DD25}" type="presParOf" srcId="{0A1F7E94-CC9E-4F20-833C-BCA0B9FC82D7}" destId="{C7B81FA8-AF1C-463C-B017-CA6ECDADD4C8}" srcOrd="0" destOrd="0" presId="urn:microsoft.com/office/officeart/2018/2/layout/IconVerticalSolidList"/>
    <dgm:cxn modelId="{44B45EC6-3979-4EFA-BB5F-C757968A6A51}" type="presParOf" srcId="{0A1F7E94-CC9E-4F20-833C-BCA0B9FC82D7}" destId="{B657EDF5-51AD-497F-A109-0F23C20BED65}" srcOrd="1" destOrd="0" presId="urn:microsoft.com/office/officeart/2018/2/layout/IconVerticalSolidList"/>
    <dgm:cxn modelId="{61397F02-2C5D-4189-A1AC-DA751E58D0EF}" type="presParOf" srcId="{0A1F7E94-CC9E-4F20-833C-BCA0B9FC82D7}" destId="{C58140CB-046D-49FF-BCDC-31BC46F276A2}" srcOrd="2" destOrd="0" presId="urn:microsoft.com/office/officeart/2018/2/layout/IconVerticalSolidList"/>
    <dgm:cxn modelId="{5C29CB81-AA5B-437B-96E8-F53F0B654447}" type="presParOf" srcId="{0A1F7E94-CC9E-4F20-833C-BCA0B9FC82D7}" destId="{B046E630-0A65-4F22-B1DA-6B484C53D4FE}" srcOrd="3" destOrd="0" presId="urn:microsoft.com/office/officeart/2018/2/layout/IconVerticalSolidList"/>
    <dgm:cxn modelId="{FFF1DDBB-889F-404D-A721-E87CBC41ACB8}" type="presParOf" srcId="{D09A3AB3-4A5B-4C78-B9E1-DDAECA4CEDFE}" destId="{0A340A3C-7621-4F89-8B2C-116D295443E5}" srcOrd="3" destOrd="0" presId="urn:microsoft.com/office/officeart/2018/2/layout/IconVerticalSolidList"/>
    <dgm:cxn modelId="{61A313E8-597E-454D-A6A9-2B77BB8ED5F7}" type="presParOf" srcId="{D09A3AB3-4A5B-4C78-B9E1-DDAECA4CEDFE}" destId="{74D6FE06-40B2-4940-A1B6-AB6A544C026B}" srcOrd="4" destOrd="0" presId="urn:microsoft.com/office/officeart/2018/2/layout/IconVerticalSolidList"/>
    <dgm:cxn modelId="{0410EC32-03C0-47A5-8824-98F2470D1A25}" type="presParOf" srcId="{74D6FE06-40B2-4940-A1B6-AB6A544C026B}" destId="{731256AA-636B-4244-92D4-3B90BC495AE5}" srcOrd="0" destOrd="0" presId="urn:microsoft.com/office/officeart/2018/2/layout/IconVerticalSolidList"/>
    <dgm:cxn modelId="{F6A1386E-F64A-46C5-A18B-B40489D45EF3}" type="presParOf" srcId="{74D6FE06-40B2-4940-A1B6-AB6A544C026B}" destId="{A545A629-5A23-4786-82B9-C89CEC159A52}" srcOrd="1" destOrd="0" presId="urn:microsoft.com/office/officeart/2018/2/layout/IconVerticalSolidList"/>
    <dgm:cxn modelId="{26E08926-6D8F-4D5F-90D9-02EF58D7A775}" type="presParOf" srcId="{74D6FE06-40B2-4940-A1B6-AB6A544C026B}" destId="{01C02193-5B98-4CCD-90DC-1C88E270EE94}" srcOrd="2" destOrd="0" presId="urn:microsoft.com/office/officeart/2018/2/layout/IconVerticalSolidList"/>
    <dgm:cxn modelId="{BBE76E66-61EE-44D8-BC30-675BBFCB2292}" type="presParOf" srcId="{74D6FE06-40B2-4940-A1B6-AB6A544C026B}" destId="{46BE2129-776C-4899-9261-B952E9B4898D}" srcOrd="3" destOrd="0" presId="urn:microsoft.com/office/officeart/2018/2/layout/IconVerticalSolidList"/>
    <dgm:cxn modelId="{9D809CB1-9A3F-4184-83A7-B6389F125306}" type="presParOf" srcId="{D09A3AB3-4A5B-4C78-B9E1-DDAECA4CEDFE}" destId="{3D27F99C-71A4-4FE1-AC1A-7249716E36C5}" srcOrd="5" destOrd="0" presId="urn:microsoft.com/office/officeart/2018/2/layout/IconVerticalSolidList"/>
    <dgm:cxn modelId="{37C59253-9753-413C-84FF-CB9517D970C4}" type="presParOf" srcId="{D09A3AB3-4A5B-4C78-B9E1-DDAECA4CEDFE}" destId="{F0D45A89-938A-433A-840A-1747F8608117}" srcOrd="6" destOrd="0" presId="urn:microsoft.com/office/officeart/2018/2/layout/IconVerticalSolidList"/>
    <dgm:cxn modelId="{A572F7D4-41FC-4737-BE79-0575E1621D67}" type="presParOf" srcId="{F0D45A89-938A-433A-840A-1747F8608117}" destId="{EE475AE2-8819-4E6C-9426-B75F669752CE}" srcOrd="0" destOrd="0" presId="urn:microsoft.com/office/officeart/2018/2/layout/IconVerticalSolidList"/>
    <dgm:cxn modelId="{1DB2893C-C055-40CE-92A4-275A03A63FC6}" type="presParOf" srcId="{F0D45A89-938A-433A-840A-1747F8608117}" destId="{25E5140A-00C5-43F4-A5AC-F6B55EBF9CC9}" srcOrd="1" destOrd="0" presId="urn:microsoft.com/office/officeart/2018/2/layout/IconVerticalSolidList"/>
    <dgm:cxn modelId="{690AA0ED-15BA-4E0C-AF72-34FF8EAF8552}" type="presParOf" srcId="{F0D45A89-938A-433A-840A-1747F8608117}" destId="{557DD133-3023-4999-A04B-CB20087EC771}" srcOrd="2" destOrd="0" presId="urn:microsoft.com/office/officeart/2018/2/layout/IconVerticalSolidList"/>
    <dgm:cxn modelId="{DADDAC72-E923-43C6-9675-645AFD417FC7}" type="presParOf" srcId="{F0D45A89-938A-433A-840A-1747F8608117}" destId="{12ACCF3E-83EB-4E56-8DD7-BC2F275EC224}" srcOrd="3" destOrd="0" presId="urn:microsoft.com/office/officeart/2018/2/layout/IconVerticalSolidList"/>
    <dgm:cxn modelId="{94466700-5F52-4B3C-AFEF-4CE18D266780}" type="presParOf" srcId="{F0D45A89-938A-433A-840A-1747F8608117}" destId="{B4A49850-C9FC-4224-B92D-A52BE1AAA142}" srcOrd="4" destOrd="0" presId="urn:microsoft.com/office/officeart/2018/2/layout/IconVerticalSolidList"/>
    <dgm:cxn modelId="{762AFDD1-0088-4B4E-9FFA-1B6C04E73C75}" type="presParOf" srcId="{D09A3AB3-4A5B-4C78-B9E1-DDAECA4CEDFE}" destId="{BC962E8D-43D1-4ACD-9870-12157A85FBEA}" srcOrd="7" destOrd="0" presId="urn:microsoft.com/office/officeart/2018/2/layout/IconVerticalSolidList"/>
    <dgm:cxn modelId="{17F9DD9A-3674-4D59-8993-50F2F65E45E6}" type="presParOf" srcId="{D09A3AB3-4A5B-4C78-B9E1-DDAECA4CEDFE}" destId="{642A1933-E2E7-4D75-94D7-F3CDFF855B5F}" srcOrd="8" destOrd="0" presId="urn:microsoft.com/office/officeart/2018/2/layout/IconVerticalSolidList"/>
    <dgm:cxn modelId="{4411B8A5-6D1F-40FB-9C83-6B636C3C372E}" type="presParOf" srcId="{642A1933-E2E7-4D75-94D7-F3CDFF855B5F}" destId="{9F870900-5D40-488C-B88A-6850A48ECD58}" srcOrd="0" destOrd="0" presId="urn:microsoft.com/office/officeart/2018/2/layout/IconVerticalSolidList"/>
    <dgm:cxn modelId="{DB1D40D6-E1E8-45C8-9BE5-561800542902}" type="presParOf" srcId="{642A1933-E2E7-4D75-94D7-F3CDFF855B5F}" destId="{246C1C7E-F8C2-4D61-95B1-EAC97EFB81A7}" srcOrd="1" destOrd="0" presId="urn:microsoft.com/office/officeart/2018/2/layout/IconVerticalSolidList"/>
    <dgm:cxn modelId="{FD1E5E3C-AAF4-4C15-8DEE-B879C9EC09E2}" type="presParOf" srcId="{642A1933-E2E7-4D75-94D7-F3CDFF855B5F}" destId="{6A705602-1B61-41D8-A19C-17E508E6681B}" srcOrd="2" destOrd="0" presId="urn:microsoft.com/office/officeart/2018/2/layout/IconVerticalSolidList"/>
    <dgm:cxn modelId="{93AE4AA9-AB4E-45C4-937A-A195AF44BB93}" type="presParOf" srcId="{642A1933-E2E7-4D75-94D7-F3CDFF855B5F}" destId="{EF9B3DE1-C37E-4DE6-9608-C5C03BB832E2}" srcOrd="3" destOrd="0" presId="urn:microsoft.com/office/officeart/2018/2/layout/IconVerticalSolidList"/>
    <dgm:cxn modelId="{37CD37B1-7FA6-4F2E-B3C4-013277A6D3DD}" type="presParOf" srcId="{D09A3AB3-4A5B-4C78-B9E1-DDAECA4CEDFE}" destId="{C439A62C-B6FE-4DA9-B616-EB34D237C324}" srcOrd="9" destOrd="0" presId="urn:microsoft.com/office/officeart/2018/2/layout/IconVerticalSolidList"/>
    <dgm:cxn modelId="{F5C386D5-C3B1-4A6B-959D-61ED19B618CB}" type="presParOf" srcId="{D09A3AB3-4A5B-4C78-B9E1-DDAECA4CEDFE}" destId="{AC0F2A82-643E-4C99-8A8F-BBE349E4C5A3}" srcOrd="10" destOrd="0" presId="urn:microsoft.com/office/officeart/2018/2/layout/IconVerticalSolidList"/>
    <dgm:cxn modelId="{59E8B2F4-4D6C-4107-9110-D027A6DD8013}" type="presParOf" srcId="{AC0F2A82-643E-4C99-8A8F-BBE349E4C5A3}" destId="{3C2F7C86-7FAF-46BC-8397-0386C36ECBA4}" srcOrd="0" destOrd="0" presId="urn:microsoft.com/office/officeart/2018/2/layout/IconVerticalSolidList"/>
    <dgm:cxn modelId="{7949F60F-0631-4069-BF40-CF5D2637E12B}" type="presParOf" srcId="{AC0F2A82-643E-4C99-8A8F-BBE349E4C5A3}" destId="{179C69E5-6488-48A2-830E-7040C004E068}" srcOrd="1" destOrd="0" presId="urn:microsoft.com/office/officeart/2018/2/layout/IconVerticalSolidList"/>
    <dgm:cxn modelId="{A5B48AC1-03EF-4EDC-AC59-CFA97A55CA4A}" type="presParOf" srcId="{AC0F2A82-643E-4C99-8A8F-BBE349E4C5A3}" destId="{D89989C7-251B-417E-9A30-1A77ABB57227}" srcOrd="2" destOrd="0" presId="urn:microsoft.com/office/officeart/2018/2/layout/IconVerticalSolidList"/>
    <dgm:cxn modelId="{575D2A39-2ADF-4A75-A1B8-5FB978460109}" type="presParOf" srcId="{AC0F2A82-643E-4C99-8A8F-BBE349E4C5A3}" destId="{9B339637-7DFB-42C7-9BC0-C00D0B83D17D}" srcOrd="3" destOrd="0" presId="urn:microsoft.com/office/officeart/2018/2/layout/IconVerticalSolidList"/>
    <dgm:cxn modelId="{27131774-BA98-4ED9-BE47-025ECC904A8E}" type="presParOf" srcId="{D09A3AB3-4A5B-4C78-B9E1-DDAECA4CEDFE}" destId="{F2A45000-C08E-4246-96F2-83115246E35F}" srcOrd="11" destOrd="0" presId="urn:microsoft.com/office/officeart/2018/2/layout/IconVerticalSolidList"/>
    <dgm:cxn modelId="{6198D35F-9308-4142-AA89-A8EDEAE2D66D}" type="presParOf" srcId="{D09A3AB3-4A5B-4C78-B9E1-DDAECA4CEDFE}" destId="{889A3514-A08C-4C1F-B9B9-679EE87B3B26}" srcOrd="12" destOrd="0" presId="urn:microsoft.com/office/officeart/2018/2/layout/IconVerticalSolidList"/>
    <dgm:cxn modelId="{AF72168D-D1CC-485D-9042-2FCEDD547FBF}" type="presParOf" srcId="{889A3514-A08C-4C1F-B9B9-679EE87B3B26}" destId="{A72B79BE-BECE-4B1F-9D9A-215922EA69D8}" srcOrd="0" destOrd="0" presId="urn:microsoft.com/office/officeart/2018/2/layout/IconVerticalSolidList"/>
    <dgm:cxn modelId="{49D13941-3DFE-4DA3-B968-9F436751F2EF}" type="presParOf" srcId="{889A3514-A08C-4C1F-B9B9-679EE87B3B26}" destId="{E5962E7D-4138-42B8-9D03-E7EB4AF1BB5A}" srcOrd="1" destOrd="0" presId="urn:microsoft.com/office/officeart/2018/2/layout/IconVerticalSolidList"/>
    <dgm:cxn modelId="{41B794B0-2218-4A69-A8B9-3B6A3A4BBB7C}" type="presParOf" srcId="{889A3514-A08C-4C1F-B9B9-679EE87B3B26}" destId="{F1094EDC-697F-4CC1-86A8-A24CE35FF4FF}" srcOrd="2" destOrd="0" presId="urn:microsoft.com/office/officeart/2018/2/layout/IconVerticalSolidList"/>
    <dgm:cxn modelId="{35E89BE9-9557-465E-BCDE-B7787D4875BB}" type="presParOf" srcId="{889A3514-A08C-4C1F-B9B9-679EE87B3B26}" destId="{D78240DE-1061-447B-8BAD-8E1A1A3ED1FB}" srcOrd="3" destOrd="0" presId="urn:microsoft.com/office/officeart/2018/2/layout/IconVerticalSolidList"/>
    <dgm:cxn modelId="{450C7DBC-1DDD-4BF0-B26A-715945E47C63}" type="presParOf" srcId="{889A3514-A08C-4C1F-B9B9-679EE87B3B26}" destId="{A8988FC4-931C-42F2-9589-2C5235B6B0D0}" srcOrd="4" destOrd="0" presId="urn:microsoft.com/office/officeart/2018/2/layout/IconVerticalSolidList"/>
    <dgm:cxn modelId="{BDBF28CA-4B1B-4B20-9D08-BD66CB61F162}" type="presParOf" srcId="{D09A3AB3-4A5B-4C78-B9E1-DDAECA4CEDFE}" destId="{468A651C-A395-4413-8B46-21F604F1291D}" srcOrd="13" destOrd="0" presId="urn:microsoft.com/office/officeart/2018/2/layout/IconVerticalSolidList"/>
    <dgm:cxn modelId="{CEB9E7F0-AA4E-4EBF-8CB1-748D6433860F}" type="presParOf" srcId="{D09A3AB3-4A5B-4C78-B9E1-DDAECA4CEDFE}" destId="{F6F395B8-2ECC-43CA-ACDA-5DB2C18A3341}" srcOrd="14" destOrd="0" presId="urn:microsoft.com/office/officeart/2018/2/layout/IconVerticalSolidList"/>
    <dgm:cxn modelId="{7E3E6111-E917-4D0B-9B8E-9328F711F843}" type="presParOf" srcId="{F6F395B8-2ECC-43CA-ACDA-5DB2C18A3341}" destId="{58370DFE-A113-4BE9-9A72-A8B76597641D}" srcOrd="0" destOrd="0" presId="urn:microsoft.com/office/officeart/2018/2/layout/IconVerticalSolidList"/>
    <dgm:cxn modelId="{86D1A466-FE15-4A8B-83A7-8122AAF3C185}" type="presParOf" srcId="{F6F395B8-2ECC-43CA-ACDA-5DB2C18A3341}" destId="{8C0B8EB4-7614-4714-A561-B778438381EA}" srcOrd="1" destOrd="0" presId="urn:microsoft.com/office/officeart/2018/2/layout/IconVerticalSolidList"/>
    <dgm:cxn modelId="{77ADA36D-6A9B-449B-9C01-DAF4F0E967DC}" type="presParOf" srcId="{F6F395B8-2ECC-43CA-ACDA-5DB2C18A3341}" destId="{BA775C6F-9AC6-489A-AE57-5FA9537402C2}" srcOrd="2" destOrd="0" presId="urn:microsoft.com/office/officeart/2018/2/layout/IconVerticalSolidList"/>
    <dgm:cxn modelId="{3B40EC13-1610-4A64-A2B6-6E5B079579C4}" type="presParOf" srcId="{F6F395B8-2ECC-43CA-ACDA-5DB2C18A3341}" destId="{E77DF1FD-CC57-473D-AEF1-22939E067B98}" srcOrd="3" destOrd="0" presId="urn:microsoft.com/office/officeart/2018/2/layout/IconVerticalSolidList"/>
    <dgm:cxn modelId="{F06C2370-A44D-43A7-8D78-67475025F53D}" type="presParOf" srcId="{F6F395B8-2ECC-43CA-ACDA-5DB2C18A3341}" destId="{0E85DC24-7515-43A0-90DE-43F5FBD6828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5ED8F87D-73D1-49F6-B4B3-C97BFD2FB9F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73DF713-7C05-4341-AFC4-E8B7F1A0550D}">
      <dgm:prSet/>
      <dgm:spPr/>
      <dgm:t>
        <a:bodyPr/>
        <a:lstStyle/>
        <a:p>
          <a:r>
            <a:rPr lang="en-US" b="1"/>
            <a:t>If</a:t>
          </a:r>
          <a:endParaRPr lang="en-US"/>
        </a:p>
      </dgm:t>
    </dgm:pt>
    <dgm:pt modelId="{4D990591-0583-45F9-B4F9-9C6C1736078C}" type="parTrans" cxnId="{20D3FE99-4AA1-48F1-A1EC-F99FE2AF2DA4}">
      <dgm:prSet/>
      <dgm:spPr/>
      <dgm:t>
        <a:bodyPr/>
        <a:lstStyle/>
        <a:p>
          <a:endParaRPr lang="en-US"/>
        </a:p>
      </dgm:t>
    </dgm:pt>
    <dgm:pt modelId="{3723B129-95A2-4CF0-B6DC-5CF183335F1D}" type="sibTrans" cxnId="{20D3FE99-4AA1-48F1-A1EC-F99FE2AF2DA4}">
      <dgm:prSet/>
      <dgm:spPr/>
      <dgm:t>
        <a:bodyPr/>
        <a:lstStyle/>
        <a:p>
          <a:endParaRPr lang="en-US"/>
        </a:p>
      </dgm:t>
    </dgm:pt>
    <dgm:pt modelId="{EA9ACFDD-591A-4172-BACF-A273C6BD72D1}">
      <dgm:prSet/>
      <dgm:spPr/>
      <dgm:t>
        <a:bodyPr/>
        <a:lstStyle/>
        <a:p>
          <a:r>
            <a:rPr lang="en-US"/>
            <a:t>Wastewater is reused for irrigation</a:t>
          </a:r>
        </a:p>
      </dgm:t>
    </dgm:pt>
    <dgm:pt modelId="{63516DC8-E07E-485B-8F2F-C6904FCE3B9F}" type="parTrans" cxnId="{19909757-ECC7-4A8A-9A3C-396C9D01C878}">
      <dgm:prSet/>
      <dgm:spPr/>
      <dgm:t>
        <a:bodyPr/>
        <a:lstStyle/>
        <a:p>
          <a:endParaRPr lang="en-US"/>
        </a:p>
      </dgm:t>
    </dgm:pt>
    <dgm:pt modelId="{10908BF3-6D40-4DF1-BD70-D6C88FCA5686}" type="sibTrans" cxnId="{19909757-ECC7-4A8A-9A3C-396C9D01C878}">
      <dgm:prSet/>
      <dgm:spPr/>
      <dgm:t>
        <a:bodyPr/>
        <a:lstStyle/>
        <a:p>
          <a:endParaRPr lang="en-US"/>
        </a:p>
      </dgm:t>
    </dgm:pt>
    <dgm:pt modelId="{0ABFFC44-AC9D-44D2-BC20-92E804EAE43C}">
      <dgm:prSet/>
      <dgm:spPr/>
      <dgm:t>
        <a:bodyPr/>
        <a:lstStyle/>
        <a:p>
          <a:r>
            <a:rPr lang="en-US"/>
            <a:t>AND pumping is powered by solar energy</a:t>
          </a:r>
        </a:p>
      </dgm:t>
    </dgm:pt>
    <dgm:pt modelId="{9F893729-9B0B-43B2-A729-82898F758E01}" type="parTrans" cxnId="{EBC5E571-3E29-4E21-88B2-7FEC289BB024}">
      <dgm:prSet/>
      <dgm:spPr/>
      <dgm:t>
        <a:bodyPr/>
        <a:lstStyle/>
        <a:p>
          <a:endParaRPr lang="en-US"/>
        </a:p>
      </dgm:t>
    </dgm:pt>
    <dgm:pt modelId="{ACC4A158-ADF0-4889-B381-C3D5CD04C74B}" type="sibTrans" cxnId="{EBC5E571-3E29-4E21-88B2-7FEC289BB024}">
      <dgm:prSet/>
      <dgm:spPr/>
      <dgm:t>
        <a:bodyPr/>
        <a:lstStyle/>
        <a:p>
          <a:endParaRPr lang="en-US"/>
        </a:p>
      </dgm:t>
    </dgm:pt>
    <dgm:pt modelId="{28C8A21B-C734-4603-8ABD-BD1A3EDC84E7}">
      <dgm:prSet/>
      <dgm:spPr/>
      <dgm:t>
        <a:bodyPr/>
        <a:lstStyle/>
        <a:p>
          <a:r>
            <a:rPr lang="en-US"/>
            <a:t>AND efficient irrigation reduces water and energy demand</a:t>
          </a:r>
        </a:p>
      </dgm:t>
    </dgm:pt>
    <dgm:pt modelId="{A27B54DE-6042-4968-AB00-A33AD5E64B45}" type="parTrans" cxnId="{790276B5-BD4F-41A8-9D48-824AE65CFF95}">
      <dgm:prSet/>
      <dgm:spPr/>
      <dgm:t>
        <a:bodyPr/>
        <a:lstStyle/>
        <a:p>
          <a:endParaRPr lang="en-US"/>
        </a:p>
      </dgm:t>
    </dgm:pt>
    <dgm:pt modelId="{091DBAFB-46FC-46AE-A8B7-CFC48E67E683}" type="sibTrans" cxnId="{790276B5-BD4F-41A8-9D48-824AE65CFF95}">
      <dgm:prSet/>
      <dgm:spPr/>
      <dgm:t>
        <a:bodyPr/>
        <a:lstStyle/>
        <a:p>
          <a:endParaRPr lang="en-US"/>
        </a:p>
      </dgm:t>
    </dgm:pt>
    <dgm:pt modelId="{5FFA9ECD-F82B-47A9-BF3A-F0C6E0B9BECC}">
      <dgm:prSet/>
      <dgm:spPr/>
      <dgm:t>
        <a:bodyPr/>
        <a:lstStyle/>
        <a:p>
          <a:r>
            <a:rPr lang="en-US" b="1"/>
            <a:t>Then</a:t>
          </a:r>
          <a:endParaRPr lang="en-US"/>
        </a:p>
      </dgm:t>
    </dgm:pt>
    <dgm:pt modelId="{4FAC444D-444F-4248-AA4C-865A15757FAD}" type="parTrans" cxnId="{60CF2223-DB15-42B9-9429-5AE9FC02F81A}">
      <dgm:prSet/>
      <dgm:spPr/>
      <dgm:t>
        <a:bodyPr/>
        <a:lstStyle/>
        <a:p>
          <a:endParaRPr lang="en-US"/>
        </a:p>
      </dgm:t>
    </dgm:pt>
    <dgm:pt modelId="{33F84E91-64AF-46F8-B31D-0205539F9F94}" type="sibTrans" cxnId="{60CF2223-DB15-42B9-9429-5AE9FC02F81A}">
      <dgm:prSet/>
      <dgm:spPr/>
      <dgm:t>
        <a:bodyPr/>
        <a:lstStyle/>
        <a:p>
          <a:endParaRPr lang="en-US"/>
        </a:p>
      </dgm:t>
    </dgm:pt>
    <dgm:pt modelId="{1E97C83B-7C1D-41B4-A3D2-708375B07B2B}">
      <dgm:prSet/>
      <dgm:spPr/>
      <dgm:t>
        <a:bodyPr/>
        <a:lstStyle/>
        <a:p>
          <a:r>
            <a:rPr lang="en-US"/>
            <a:t>Operating costs decline</a:t>
          </a:r>
        </a:p>
      </dgm:t>
    </dgm:pt>
    <dgm:pt modelId="{03856A1D-C17A-4527-AF99-9990703BF44A}" type="parTrans" cxnId="{95902689-E42F-4706-98AE-86569C13E4EC}">
      <dgm:prSet/>
      <dgm:spPr/>
      <dgm:t>
        <a:bodyPr/>
        <a:lstStyle/>
        <a:p>
          <a:endParaRPr lang="en-US"/>
        </a:p>
      </dgm:t>
    </dgm:pt>
    <dgm:pt modelId="{6FAA454F-3B1E-45D8-9C99-5409A541FCBD}" type="sibTrans" cxnId="{95902689-E42F-4706-98AE-86569C13E4EC}">
      <dgm:prSet/>
      <dgm:spPr/>
      <dgm:t>
        <a:bodyPr/>
        <a:lstStyle/>
        <a:p>
          <a:endParaRPr lang="en-US"/>
        </a:p>
      </dgm:t>
    </dgm:pt>
    <dgm:pt modelId="{6FFC4E5F-4123-4891-8729-0C000FE417D0}">
      <dgm:prSet/>
      <dgm:spPr/>
      <dgm:t>
        <a:bodyPr/>
        <a:lstStyle/>
        <a:p>
          <a:r>
            <a:rPr lang="en-US"/>
            <a:t>Water supply becomes climate-resilient</a:t>
          </a:r>
        </a:p>
      </dgm:t>
    </dgm:pt>
    <dgm:pt modelId="{719D34B7-8463-4B62-8E41-5C235E7540C9}" type="parTrans" cxnId="{DCA61EA5-7B5A-42BF-AB56-D0A6C1BA5997}">
      <dgm:prSet/>
      <dgm:spPr/>
      <dgm:t>
        <a:bodyPr/>
        <a:lstStyle/>
        <a:p>
          <a:endParaRPr lang="en-US"/>
        </a:p>
      </dgm:t>
    </dgm:pt>
    <dgm:pt modelId="{14507BDA-4A46-4E74-A1A6-3E7E057A0CE1}" type="sibTrans" cxnId="{DCA61EA5-7B5A-42BF-AB56-D0A6C1BA5997}">
      <dgm:prSet/>
      <dgm:spPr/>
      <dgm:t>
        <a:bodyPr/>
        <a:lstStyle/>
        <a:p>
          <a:endParaRPr lang="en-US"/>
        </a:p>
      </dgm:t>
    </dgm:pt>
    <dgm:pt modelId="{41CB8DA9-2DD7-4572-9C31-22236A9E32D7}">
      <dgm:prSet/>
      <dgm:spPr/>
      <dgm:t>
        <a:bodyPr/>
        <a:lstStyle/>
        <a:p>
          <a:r>
            <a:rPr lang="en-US"/>
            <a:t>Farmers’ incomes stabilize</a:t>
          </a:r>
        </a:p>
      </dgm:t>
    </dgm:pt>
    <dgm:pt modelId="{3AA4A7AC-842A-4DCD-8580-289CDB4CA7E7}" type="parTrans" cxnId="{23A730A7-5236-4E37-8098-1D66CE0BC5A4}">
      <dgm:prSet/>
      <dgm:spPr/>
      <dgm:t>
        <a:bodyPr/>
        <a:lstStyle/>
        <a:p>
          <a:endParaRPr lang="en-US"/>
        </a:p>
      </dgm:t>
    </dgm:pt>
    <dgm:pt modelId="{68828C97-C937-4637-976B-EAB0D42BA02A}" type="sibTrans" cxnId="{23A730A7-5236-4E37-8098-1D66CE0BC5A4}">
      <dgm:prSet/>
      <dgm:spPr/>
      <dgm:t>
        <a:bodyPr/>
        <a:lstStyle/>
        <a:p>
          <a:endParaRPr lang="en-US"/>
        </a:p>
      </dgm:t>
    </dgm:pt>
    <dgm:pt modelId="{FE3D53C0-B7EA-4650-9531-0F56D79E2349}">
      <dgm:prSet/>
      <dgm:spPr/>
      <dgm:t>
        <a:bodyPr/>
        <a:lstStyle/>
        <a:p>
          <a:r>
            <a:rPr lang="en-US" b="1"/>
            <a:t>Which leads to</a:t>
          </a:r>
          <a:endParaRPr lang="en-US"/>
        </a:p>
      </dgm:t>
    </dgm:pt>
    <dgm:pt modelId="{D9CA37DC-416B-4068-BD76-EECB445AC558}" type="parTrans" cxnId="{B8A4568F-CFCE-41EC-B87A-27E9EEA4EAB7}">
      <dgm:prSet/>
      <dgm:spPr/>
      <dgm:t>
        <a:bodyPr/>
        <a:lstStyle/>
        <a:p>
          <a:endParaRPr lang="en-US"/>
        </a:p>
      </dgm:t>
    </dgm:pt>
    <dgm:pt modelId="{F44A0649-C617-4301-964C-510408626CA5}" type="sibTrans" cxnId="{B8A4568F-CFCE-41EC-B87A-27E9EEA4EAB7}">
      <dgm:prSet/>
      <dgm:spPr/>
      <dgm:t>
        <a:bodyPr/>
        <a:lstStyle/>
        <a:p>
          <a:endParaRPr lang="en-US"/>
        </a:p>
      </dgm:t>
    </dgm:pt>
    <dgm:pt modelId="{1B99F2B1-5D16-4836-89D3-046B3A4B99D6}">
      <dgm:prSet/>
      <dgm:spPr/>
      <dgm:t>
        <a:bodyPr/>
        <a:lstStyle/>
        <a:p>
          <a:r>
            <a:rPr lang="en-US"/>
            <a:t>Improved repayment capacity</a:t>
          </a:r>
        </a:p>
      </dgm:t>
    </dgm:pt>
    <dgm:pt modelId="{64A0B7ED-EC51-428B-AE3A-49A87A16BB64}" type="parTrans" cxnId="{0BD91166-0077-4702-9F39-9930630EA174}">
      <dgm:prSet/>
      <dgm:spPr/>
      <dgm:t>
        <a:bodyPr/>
        <a:lstStyle/>
        <a:p>
          <a:endParaRPr lang="en-US"/>
        </a:p>
      </dgm:t>
    </dgm:pt>
    <dgm:pt modelId="{22E864E9-85CF-4672-A180-6CC7EDB0CC56}" type="sibTrans" cxnId="{0BD91166-0077-4702-9F39-9930630EA174}">
      <dgm:prSet/>
      <dgm:spPr/>
      <dgm:t>
        <a:bodyPr/>
        <a:lstStyle/>
        <a:p>
          <a:endParaRPr lang="en-US"/>
        </a:p>
      </dgm:t>
    </dgm:pt>
    <dgm:pt modelId="{DC1F33B7-F919-4569-B536-FDB418CFE0B2}">
      <dgm:prSet/>
      <dgm:spPr/>
      <dgm:t>
        <a:bodyPr/>
        <a:lstStyle/>
        <a:p>
          <a:r>
            <a:rPr lang="en-US"/>
            <a:t>Lower default risk</a:t>
          </a:r>
        </a:p>
      </dgm:t>
    </dgm:pt>
    <dgm:pt modelId="{BA0A3277-8CDD-4048-BB27-0763D565A9B3}" type="parTrans" cxnId="{3751563A-1127-4911-90BB-64ED0E0BB691}">
      <dgm:prSet/>
      <dgm:spPr/>
      <dgm:t>
        <a:bodyPr/>
        <a:lstStyle/>
        <a:p>
          <a:endParaRPr lang="en-US"/>
        </a:p>
      </dgm:t>
    </dgm:pt>
    <dgm:pt modelId="{D4004523-84D7-45BB-9529-9CAE546387CD}" type="sibTrans" cxnId="{3751563A-1127-4911-90BB-64ED0E0BB691}">
      <dgm:prSet/>
      <dgm:spPr/>
      <dgm:t>
        <a:bodyPr/>
        <a:lstStyle/>
        <a:p>
          <a:endParaRPr lang="en-US"/>
        </a:p>
      </dgm:t>
    </dgm:pt>
    <dgm:pt modelId="{4A3438AA-C8D3-4B64-ACFC-E45C28F19ED1}">
      <dgm:prSet/>
      <dgm:spPr/>
      <dgm:t>
        <a:bodyPr/>
        <a:lstStyle/>
        <a:p>
          <a:r>
            <a:rPr lang="en-US"/>
            <a:t>Higher bankability</a:t>
          </a:r>
        </a:p>
      </dgm:t>
    </dgm:pt>
    <dgm:pt modelId="{227906C6-C4FA-4B48-8C9F-A23E2E2AD0C1}" type="parTrans" cxnId="{96527946-C82B-4E61-9311-7525E701FFD3}">
      <dgm:prSet/>
      <dgm:spPr/>
      <dgm:t>
        <a:bodyPr/>
        <a:lstStyle/>
        <a:p>
          <a:endParaRPr lang="en-US"/>
        </a:p>
      </dgm:t>
    </dgm:pt>
    <dgm:pt modelId="{EFD4F504-AAD6-4CFC-B86A-E9E0C4B1B83F}" type="sibTrans" cxnId="{96527946-C82B-4E61-9311-7525E701FFD3}">
      <dgm:prSet/>
      <dgm:spPr/>
      <dgm:t>
        <a:bodyPr/>
        <a:lstStyle/>
        <a:p>
          <a:endParaRPr lang="en-US"/>
        </a:p>
      </dgm:t>
    </dgm:pt>
    <dgm:pt modelId="{CA8FCCD9-256D-485F-891D-28F8AD4BEF52}">
      <dgm:prSet/>
      <dgm:spPr/>
      <dgm:t>
        <a:bodyPr/>
        <a:lstStyle/>
        <a:p>
          <a:r>
            <a:rPr lang="en-US" b="1"/>
            <a:t>Assumptions (Must Be Explicit)</a:t>
          </a:r>
          <a:endParaRPr lang="en-US"/>
        </a:p>
      </dgm:t>
    </dgm:pt>
    <dgm:pt modelId="{525917E2-E678-456F-BE50-778BD539B632}" type="parTrans" cxnId="{DBB790AB-504A-492B-AC13-ACAFFD5207AD}">
      <dgm:prSet/>
      <dgm:spPr/>
      <dgm:t>
        <a:bodyPr/>
        <a:lstStyle/>
        <a:p>
          <a:endParaRPr lang="en-US"/>
        </a:p>
      </dgm:t>
    </dgm:pt>
    <dgm:pt modelId="{A3E59999-3266-41C2-B3DC-54D594F545B1}" type="sibTrans" cxnId="{DBB790AB-504A-492B-AC13-ACAFFD5207AD}">
      <dgm:prSet/>
      <dgm:spPr/>
      <dgm:t>
        <a:bodyPr/>
        <a:lstStyle/>
        <a:p>
          <a:endParaRPr lang="en-US"/>
        </a:p>
      </dgm:t>
    </dgm:pt>
    <dgm:pt modelId="{C3F8029E-02B8-42B7-A2F8-E4900DBA4F52}">
      <dgm:prSet/>
      <dgm:spPr/>
      <dgm:t>
        <a:bodyPr/>
        <a:lstStyle/>
        <a:p>
          <a:r>
            <a:rPr lang="en-US"/>
            <a:t>Institutional off-take agreements are enforceable</a:t>
          </a:r>
        </a:p>
      </dgm:t>
    </dgm:pt>
    <dgm:pt modelId="{2E7122B4-5B7F-4946-A73E-C53FB9615218}" type="parTrans" cxnId="{0F8F2689-57D0-4942-837E-B01152BC7BBC}">
      <dgm:prSet/>
      <dgm:spPr/>
      <dgm:t>
        <a:bodyPr/>
        <a:lstStyle/>
        <a:p>
          <a:endParaRPr lang="en-US"/>
        </a:p>
      </dgm:t>
    </dgm:pt>
    <dgm:pt modelId="{E6D56858-CD6F-466F-BE82-D18493DCD383}" type="sibTrans" cxnId="{0F8F2689-57D0-4942-837E-B01152BC7BBC}">
      <dgm:prSet/>
      <dgm:spPr/>
      <dgm:t>
        <a:bodyPr/>
        <a:lstStyle/>
        <a:p>
          <a:endParaRPr lang="en-US"/>
        </a:p>
      </dgm:t>
    </dgm:pt>
    <dgm:pt modelId="{9BF29FBB-E193-4BBE-B9B0-82D2F0A1DF19}">
      <dgm:prSet/>
      <dgm:spPr/>
      <dgm:t>
        <a:bodyPr/>
        <a:lstStyle/>
        <a:p>
          <a:r>
            <a:rPr lang="en-US"/>
            <a:t>Solar O&amp;M capacity exists</a:t>
          </a:r>
        </a:p>
      </dgm:t>
    </dgm:pt>
    <dgm:pt modelId="{8BA25479-91C7-4ACC-8D87-C97F657A9C2C}" type="parTrans" cxnId="{EC897F3F-C305-455C-AFCF-1FB9B622C181}">
      <dgm:prSet/>
      <dgm:spPr/>
      <dgm:t>
        <a:bodyPr/>
        <a:lstStyle/>
        <a:p>
          <a:endParaRPr lang="en-US"/>
        </a:p>
      </dgm:t>
    </dgm:pt>
    <dgm:pt modelId="{4DB346E6-7910-4C12-AA4A-48FF00355EEA}" type="sibTrans" cxnId="{EC897F3F-C305-455C-AFCF-1FB9B622C181}">
      <dgm:prSet/>
      <dgm:spPr/>
      <dgm:t>
        <a:bodyPr/>
        <a:lstStyle/>
        <a:p>
          <a:endParaRPr lang="en-US"/>
        </a:p>
      </dgm:t>
    </dgm:pt>
    <dgm:pt modelId="{06864F94-DD4D-456F-8F2E-C53BB3F71D57}">
      <dgm:prSet/>
      <dgm:spPr/>
      <dgm:t>
        <a:bodyPr/>
        <a:lstStyle/>
        <a:p>
          <a:r>
            <a:rPr lang="en-US"/>
            <a:t>Water quality standards are monitored and enforced</a:t>
          </a:r>
        </a:p>
      </dgm:t>
    </dgm:pt>
    <dgm:pt modelId="{D6F9B13E-24D1-4189-B8D4-DBEBAB01FF03}" type="parTrans" cxnId="{955EE477-8C98-4AE5-863B-710554DBE989}">
      <dgm:prSet/>
      <dgm:spPr/>
      <dgm:t>
        <a:bodyPr/>
        <a:lstStyle/>
        <a:p>
          <a:endParaRPr lang="en-US"/>
        </a:p>
      </dgm:t>
    </dgm:pt>
    <dgm:pt modelId="{408B76AB-DF9F-490E-87A9-F132083AB84C}" type="sibTrans" cxnId="{955EE477-8C98-4AE5-863B-710554DBE989}">
      <dgm:prSet/>
      <dgm:spPr/>
      <dgm:t>
        <a:bodyPr/>
        <a:lstStyle/>
        <a:p>
          <a:endParaRPr lang="en-US"/>
        </a:p>
      </dgm:t>
    </dgm:pt>
    <dgm:pt modelId="{81A82BF1-AABB-442E-92F3-9FE6CFDBD14F}" type="pres">
      <dgm:prSet presAssocID="{5ED8F87D-73D1-49F6-B4B3-C97BFD2FB9FE}" presName="root" presStyleCnt="0">
        <dgm:presLayoutVars>
          <dgm:dir/>
          <dgm:resizeHandles val="exact"/>
        </dgm:presLayoutVars>
      </dgm:prSet>
      <dgm:spPr/>
    </dgm:pt>
    <dgm:pt modelId="{BDED4C4F-49A2-460C-9502-248AA7F12C00}" type="pres">
      <dgm:prSet presAssocID="{773DF713-7C05-4341-AFC4-E8B7F1A0550D}" presName="compNode" presStyleCnt="0"/>
      <dgm:spPr/>
    </dgm:pt>
    <dgm:pt modelId="{B4EFB0EE-1048-4E6A-B559-ADB980D3BABC}" type="pres">
      <dgm:prSet presAssocID="{773DF713-7C05-4341-AFC4-E8B7F1A0550D}" presName="bgRect" presStyleLbl="bgShp" presStyleIdx="0" presStyleCnt="4"/>
      <dgm:spPr/>
    </dgm:pt>
    <dgm:pt modelId="{CF65EC20-AF23-485F-AB44-D19A06EEB865}" type="pres">
      <dgm:prSet presAssocID="{773DF713-7C05-4341-AFC4-E8B7F1A0550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A66791FB-1E30-4061-8E2C-0E3A47A5DE92}" type="pres">
      <dgm:prSet presAssocID="{773DF713-7C05-4341-AFC4-E8B7F1A0550D}" presName="spaceRect" presStyleCnt="0"/>
      <dgm:spPr/>
    </dgm:pt>
    <dgm:pt modelId="{9444F910-1DB6-4E37-84DF-1AC56ADA2F7F}" type="pres">
      <dgm:prSet presAssocID="{773DF713-7C05-4341-AFC4-E8B7F1A0550D}" presName="parTx" presStyleLbl="revTx" presStyleIdx="0" presStyleCnt="8">
        <dgm:presLayoutVars>
          <dgm:chMax val="0"/>
          <dgm:chPref val="0"/>
        </dgm:presLayoutVars>
      </dgm:prSet>
      <dgm:spPr/>
    </dgm:pt>
    <dgm:pt modelId="{9197F954-2212-40DD-8804-0BA964A7633F}" type="pres">
      <dgm:prSet presAssocID="{773DF713-7C05-4341-AFC4-E8B7F1A0550D}" presName="desTx" presStyleLbl="revTx" presStyleIdx="1" presStyleCnt="8">
        <dgm:presLayoutVars/>
      </dgm:prSet>
      <dgm:spPr/>
    </dgm:pt>
    <dgm:pt modelId="{69509055-3D13-4C42-9FB4-E8DB7A8DEFD1}" type="pres">
      <dgm:prSet presAssocID="{3723B129-95A2-4CF0-B6DC-5CF183335F1D}" presName="sibTrans" presStyleCnt="0"/>
      <dgm:spPr/>
    </dgm:pt>
    <dgm:pt modelId="{CC408285-5253-44AC-B92C-9DC18EE6C14E}" type="pres">
      <dgm:prSet presAssocID="{5FFA9ECD-F82B-47A9-BF3A-F0C6E0B9BECC}" presName="compNode" presStyleCnt="0"/>
      <dgm:spPr/>
    </dgm:pt>
    <dgm:pt modelId="{E1408BFE-E6E3-4E03-AAC6-E633F08C1B0E}" type="pres">
      <dgm:prSet presAssocID="{5FFA9ECD-F82B-47A9-BF3A-F0C6E0B9BECC}" presName="bgRect" presStyleLbl="bgShp" presStyleIdx="1" presStyleCnt="4"/>
      <dgm:spPr/>
    </dgm:pt>
    <dgm:pt modelId="{D909E314-6CA1-4AD7-A940-23F468F1EC97}" type="pres">
      <dgm:prSet presAssocID="{5FFA9ECD-F82B-47A9-BF3A-F0C6E0B9BEC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AEC08C98-9370-40A6-BB05-986C95376240}" type="pres">
      <dgm:prSet presAssocID="{5FFA9ECD-F82B-47A9-BF3A-F0C6E0B9BECC}" presName="spaceRect" presStyleCnt="0"/>
      <dgm:spPr/>
    </dgm:pt>
    <dgm:pt modelId="{139C45BD-D8CF-45B2-8AB8-4BB45FB25A5B}" type="pres">
      <dgm:prSet presAssocID="{5FFA9ECD-F82B-47A9-BF3A-F0C6E0B9BECC}" presName="parTx" presStyleLbl="revTx" presStyleIdx="2" presStyleCnt="8">
        <dgm:presLayoutVars>
          <dgm:chMax val="0"/>
          <dgm:chPref val="0"/>
        </dgm:presLayoutVars>
      </dgm:prSet>
      <dgm:spPr/>
    </dgm:pt>
    <dgm:pt modelId="{872860F6-FEAE-44A6-BAD4-8656D7F0F28D}" type="pres">
      <dgm:prSet presAssocID="{5FFA9ECD-F82B-47A9-BF3A-F0C6E0B9BECC}" presName="desTx" presStyleLbl="revTx" presStyleIdx="3" presStyleCnt="8">
        <dgm:presLayoutVars/>
      </dgm:prSet>
      <dgm:spPr/>
    </dgm:pt>
    <dgm:pt modelId="{1A7AA971-9C7C-46B9-A91D-BB7854BA748B}" type="pres">
      <dgm:prSet presAssocID="{33F84E91-64AF-46F8-B31D-0205539F9F94}" presName="sibTrans" presStyleCnt="0"/>
      <dgm:spPr/>
    </dgm:pt>
    <dgm:pt modelId="{F16E375B-BC2D-4EC3-BEB4-4E453CE6983B}" type="pres">
      <dgm:prSet presAssocID="{FE3D53C0-B7EA-4650-9531-0F56D79E2349}" presName="compNode" presStyleCnt="0"/>
      <dgm:spPr/>
    </dgm:pt>
    <dgm:pt modelId="{94C4BDEB-6FEA-46BD-B30E-A609D6E3BA7C}" type="pres">
      <dgm:prSet presAssocID="{FE3D53C0-B7EA-4650-9531-0F56D79E2349}" presName="bgRect" presStyleLbl="bgShp" presStyleIdx="2" presStyleCnt="4"/>
      <dgm:spPr/>
    </dgm:pt>
    <dgm:pt modelId="{BBAA4C3B-F561-45D4-A5EF-2430A2D3E11A}" type="pres">
      <dgm:prSet presAssocID="{FE3D53C0-B7EA-4650-9531-0F56D79E234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46F0632-0E6E-4E8B-8B91-AF72D0FDF830}" type="pres">
      <dgm:prSet presAssocID="{FE3D53C0-B7EA-4650-9531-0F56D79E2349}" presName="spaceRect" presStyleCnt="0"/>
      <dgm:spPr/>
    </dgm:pt>
    <dgm:pt modelId="{5842EE7A-7D8E-4F81-823D-C4ABA4DE0050}" type="pres">
      <dgm:prSet presAssocID="{FE3D53C0-B7EA-4650-9531-0F56D79E2349}" presName="parTx" presStyleLbl="revTx" presStyleIdx="4" presStyleCnt="8">
        <dgm:presLayoutVars>
          <dgm:chMax val="0"/>
          <dgm:chPref val="0"/>
        </dgm:presLayoutVars>
      </dgm:prSet>
      <dgm:spPr/>
    </dgm:pt>
    <dgm:pt modelId="{6C6C85BD-4873-454C-B971-62A5D9D4611D}" type="pres">
      <dgm:prSet presAssocID="{FE3D53C0-B7EA-4650-9531-0F56D79E2349}" presName="desTx" presStyleLbl="revTx" presStyleIdx="5" presStyleCnt="8">
        <dgm:presLayoutVars/>
      </dgm:prSet>
      <dgm:spPr/>
    </dgm:pt>
    <dgm:pt modelId="{1A67D292-B105-46B1-BA64-67F3BBF69512}" type="pres">
      <dgm:prSet presAssocID="{F44A0649-C617-4301-964C-510408626CA5}" presName="sibTrans" presStyleCnt="0"/>
      <dgm:spPr/>
    </dgm:pt>
    <dgm:pt modelId="{A9170A63-3063-46EB-BDFF-E0AE35B77883}" type="pres">
      <dgm:prSet presAssocID="{CA8FCCD9-256D-485F-891D-28F8AD4BEF52}" presName="compNode" presStyleCnt="0"/>
      <dgm:spPr/>
    </dgm:pt>
    <dgm:pt modelId="{0B9AF6D8-7FFA-4AAA-B40C-E8DB27682D1B}" type="pres">
      <dgm:prSet presAssocID="{CA8FCCD9-256D-485F-891D-28F8AD4BEF52}" presName="bgRect" presStyleLbl="bgShp" presStyleIdx="3" presStyleCnt="4"/>
      <dgm:spPr/>
    </dgm:pt>
    <dgm:pt modelId="{704D7119-5858-4DAE-BAEF-CBC1B2C7ED86}" type="pres">
      <dgm:prSet presAssocID="{CA8FCCD9-256D-485F-891D-28F8AD4BEF5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D7F6BB55-F3FE-411A-B94F-93B0890B9D85}" type="pres">
      <dgm:prSet presAssocID="{CA8FCCD9-256D-485F-891D-28F8AD4BEF52}" presName="spaceRect" presStyleCnt="0"/>
      <dgm:spPr/>
    </dgm:pt>
    <dgm:pt modelId="{995E2A1F-53E8-4282-9048-3B06BE04BA3A}" type="pres">
      <dgm:prSet presAssocID="{CA8FCCD9-256D-485F-891D-28F8AD4BEF52}" presName="parTx" presStyleLbl="revTx" presStyleIdx="6" presStyleCnt="8">
        <dgm:presLayoutVars>
          <dgm:chMax val="0"/>
          <dgm:chPref val="0"/>
        </dgm:presLayoutVars>
      </dgm:prSet>
      <dgm:spPr/>
    </dgm:pt>
    <dgm:pt modelId="{DA32C05B-A348-4263-A246-2AB2575AD747}" type="pres">
      <dgm:prSet presAssocID="{CA8FCCD9-256D-485F-891D-28F8AD4BEF52}" presName="desTx" presStyleLbl="revTx" presStyleIdx="7" presStyleCnt="8">
        <dgm:presLayoutVars/>
      </dgm:prSet>
      <dgm:spPr/>
    </dgm:pt>
  </dgm:ptLst>
  <dgm:cxnLst>
    <dgm:cxn modelId="{D233E600-CF37-42D5-B722-7FD26B298513}" type="presOf" srcId="{EA9ACFDD-591A-4172-BACF-A273C6BD72D1}" destId="{9197F954-2212-40DD-8804-0BA964A7633F}" srcOrd="0" destOrd="0" presId="urn:microsoft.com/office/officeart/2018/2/layout/IconVerticalSolidList"/>
    <dgm:cxn modelId="{60CF2223-DB15-42B9-9429-5AE9FC02F81A}" srcId="{5ED8F87D-73D1-49F6-B4B3-C97BFD2FB9FE}" destId="{5FFA9ECD-F82B-47A9-BF3A-F0C6E0B9BECC}" srcOrd="1" destOrd="0" parTransId="{4FAC444D-444F-4248-AA4C-865A15757FAD}" sibTransId="{33F84E91-64AF-46F8-B31D-0205539F9F94}"/>
    <dgm:cxn modelId="{6228F125-EB08-4FEA-97B8-1C083E5BA140}" type="presOf" srcId="{C3F8029E-02B8-42B7-A2F8-E4900DBA4F52}" destId="{DA32C05B-A348-4263-A246-2AB2575AD747}" srcOrd="0" destOrd="0" presId="urn:microsoft.com/office/officeart/2018/2/layout/IconVerticalSolidList"/>
    <dgm:cxn modelId="{C1E54736-4901-448B-9695-9EDD5F616CBC}" type="presOf" srcId="{1B99F2B1-5D16-4836-89D3-046B3A4B99D6}" destId="{6C6C85BD-4873-454C-B971-62A5D9D4611D}" srcOrd="0" destOrd="0" presId="urn:microsoft.com/office/officeart/2018/2/layout/IconVerticalSolidList"/>
    <dgm:cxn modelId="{3751563A-1127-4911-90BB-64ED0E0BB691}" srcId="{FE3D53C0-B7EA-4650-9531-0F56D79E2349}" destId="{DC1F33B7-F919-4569-B536-FDB418CFE0B2}" srcOrd="1" destOrd="0" parTransId="{BA0A3277-8CDD-4048-BB27-0763D565A9B3}" sibTransId="{D4004523-84D7-45BB-9529-9CAE546387CD}"/>
    <dgm:cxn modelId="{BFAD093D-33FA-40DB-835B-04BDE5563359}" type="presOf" srcId="{9BF29FBB-E193-4BBE-B9B0-82D2F0A1DF19}" destId="{DA32C05B-A348-4263-A246-2AB2575AD747}" srcOrd="0" destOrd="1" presId="urn:microsoft.com/office/officeart/2018/2/layout/IconVerticalSolidList"/>
    <dgm:cxn modelId="{EC897F3F-C305-455C-AFCF-1FB9B622C181}" srcId="{CA8FCCD9-256D-485F-891D-28F8AD4BEF52}" destId="{9BF29FBB-E193-4BBE-B9B0-82D2F0A1DF19}" srcOrd="1" destOrd="0" parTransId="{8BA25479-91C7-4ACC-8D87-C97F657A9C2C}" sibTransId="{4DB346E6-7910-4C12-AA4A-48FF00355EEA}"/>
    <dgm:cxn modelId="{0BD91166-0077-4702-9F39-9930630EA174}" srcId="{FE3D53C0-B7EA-4650-9531-0F56D79E2349}" destId="{1B99F2B1-5D16-4836-89D3-046B3A4B99D6}" srcOrd="0" destOrd="0" parTransId="{64A0B7ED-EC51-428B-AE3A-49A87A16BB64}" sibTransId="{22E864E9-85CF-4672-A180-6CC7EDB0CC56}"/>
    <dgm:cxn modelId="{96527946-C82B-4E61-9311-7525E701FFD3}" srcId="{FE3D53C0-B7EA-4650-9531-0F56D79E2349}" destId="{4A3438AA-C8D3-4B64-ACFC-E45C28F19ED1}" srcOrd="2" destOrd="0" parTransId="{227906C6-C4FA-4B48-8C9F-A23E2E2AD0C1}" sibTransId="{EFD4F504-AAD6-4CFC-B86A-E9E0C4B1B83F}"/>
    <dgm:cxn modelId="{E1397C47-B03C-482F-B095-102579DC8ABC}" type="presOf" srcId="{DC1F33B7-F919-4569-B536-FDB418CFE0B2}" destId="{6C6C85BD-4873-454C-B971-62A5D9D4611D}" srcOrd="0" destOrd="1" presId="urn:microsoft.com/office/officeart/2018/2/layout/IconVerticalSolidList"/>
    <dgm:cxn modelId="{2D91CF4D-9F78-45CF-B895-6082230765D3}" type="presOf" srcId="{28C8A21B-C734-4603-8ABD-BD1A3EDC84E7}" destId="{9197F954-2212-40DD-8804-0BA964A7633F}" srcOrd="0" destOrd="2" presId="urn:microsoft.com/office/officeart/2018/2/layout/IconVerticalSolidList"/>
    <dgm:cxn modelId="{EBC5E571-3E29-4E21-88B2-7FEC289BB024}" srcId="{773DF713-7C05-4341-AFC4-E8B7F1A0550D}" destId="{0ABFFC44-AC9D-44D2-BC20-92E804EAE43C}" srcOrd="1" destOrd="0" parTransId="{9F893729-9B0B-43B2-A729-82898F758E01}" sibTransId="{ACC4A158-ADF0-4889-B381-C3D5CD04C74B}"/>
    <dgm:cxn modelId="{6C4CA576-4798-4C73-8F93-662BD7EC67E1}" type="presOf" srcId="{5ED8F87D-73D1-49F6-B4B3-C97BFD2FB9FE}" destId="{81A82BF1-AABB-442E-92F3-9FE6CFDBD14F}" srcOrd="0" destOrd="0" presId="urn:microsoft.com/office/officeart/2018/2/layout/IconVerticalSolidList"/>
    <dgm:cxn modelId="{19909757-ECC7-4A8A-9A3C-396C9D01C878}" srcId="{773DF713-7C05-4341-AFC4-E8B7F1A0550D}" destId="{EA9ACFDD-591A-4172-BACF-A273C6BD72D1}" srcOrd="0" destOrd="0" parTransId="{63516DC8-E07E-485B-8F2F-C6904FCE3B9F}" sibTransId="{10908BF3-6D40-4DF1-BD70-D6C88FCA5686}"/>
    <dgm:cxn modelId="{955EE477-8C98-4AE5-863B-710554DBE989}" srcId="{CA8FCCD9-256D-485F-891D-28F8AD4BEF52}" destId="{06864F94-DD4D-456F-8F2E-C53BB3F71D57}" srcOrd="2" destOrd="0" parTransId="{D6F9B13E-24D1-4189-B8D4-DBEBAB01FF03}" sibTransId="{408B76AB-DF9F-490E-87A9-F132083AB84C}"/>
    <dgm:cxn modelId="{4DC1127E-8024-43EF-A118-E30ACA323EED}" type="presOf" srcId="{41CB8DA9-2DD7-4572-9C31-22236A9E32D7}" destId="{872860F6-FEAE-44A6-BAD4-8656D7F0F28D}" srcOrd="0" destOrd="2" presId="urn:microsoft.com/office/officeart/2018/2/layout/IconVerticalSolidList"/>
    <dgm:cxn modelId="{0F8F2689-57D0-4942-837E-B01152BC7BBC}" srcId="{CA8FCCD9-256D-485F-891D-28F8AD4BEF52}" destId="{C3F8029E-02B8-42B7-A2F8-E4900DBA4F52}" srcOrd="0" destOrd="0" parTransId="{2E7122B4-5B7F-4946-A73E-C53FB9615218}" sibTransId="{E6D56858-CD6F-466F-BE82-D18493DCD383}"/>
    <dgm:cxn modelId="{95902689-E42F-4706-98AE-86569C13E4EC}" srcId="{5FFA9ECD-F82B-47A9-BF3A-F0C6E0B9BECC}" destId="{1E97C83B-7C1D-41B4-A3D2-708375B07B2B}" srcOrd="0" destOrd="0" parTransId="{03856A1D-C17A-4527-AF99-9990703BF44A}" sibTransId="{6FAA454F-3B1E-45D8-9C99-5409A541FCBD}"/>
    <dgm:cxn modelId="{D992CE8A-817A-4505-922D-DDE569D21FED}" type="presOf" srcId="{5FFA9ECD-F82B-47A9-BF3A-F0C6E0B9BECC}" destId="{139C45BD-D8CF-45B2-8AB8-4BB45FB25A5B}" srcOrd="0" destOrd="0" presId="urn:microsoft.com/office/officeart/2018/2/layout/IconVerticalSolidList"/>
    <dgm:cxn modelId="{B8A4568F-CFCE-41EC-B87A-27E9EEA4EAB7}" srcId="{5ED8F87D-73D1-49F6-B4B3-C97BFD2FB9FE}" destId="{FE3D53C0-B7EA-4650-9531-0F56D79E2349}" srcOrd="2" destOrd="0" parTransId="{D9CA37DC-416B-4068-BD76-EECB445AC558}" sibTransId="{F44A0649-C617-4301-964C-510408626CA5}"/>
    <dgm:cxn modelId="{82D06597-E1EA-479D-A668-9782C8FA58C8}" type="presOf" srcId="{0ABFFC44-AC9D-44D2-BC20-92E804EAE43C}" destId="{9197F954-2212-40DD-8804-0BA964A7633F}" srcOrd="0" destOrd="1" presId="urn:microsoft.com/office/officeart/2018/2/layout/IconVerticalSolidList"/>
    <dgm:cxn modelId="{20D3FE99-4AA1-48F1-A1EC-F99FE2AF2DA4}" srcId="{5ED8F87D-73D1-49F6-B4B3-C97BFD2FB9FE}" destId="{773DF713-7C05-4341-AFC4-E8B7F1A0550D}" srcOrd="0" destOrd="0" parTransId="{4D990591-0583-45F9-B4F9-9C6C1736078C}" sibTransId="{3723B129-95A2-4CF0-B6DC-5CF183335F1D}"/>
    <dgm:cxn modelId="{689A5CA2-6921-4D52-9D6D-CABD4BAD6B14}" type="presOf" srcId="{4A3438AA-C8D3-4B64-ACFC-E45C28F19ED1}" destId="{6C6C85BD-4873-454C-B971-62A5D9D4611D}" srcOrd="0" destOrd="2" presId="urn:microsoft.com/office/officeart/2018/2/layout/IconVerticalSolidList"/>
    <dgm:cxn modelId="{DCA61EA5-7B5A-42BF-AB56-D0A6C1BA5997}" srcId="{5FFA9ECD-F82B-47A9-BF3A-F0C6E0B9BECC}" destId="{6FFC4E5F-4123-4891-8729-0C000FE417D0}" srcOrd="1" destOrd="0" parTransId="{719D34B7-8463-4B62-8E41-5C235E7540C9}" sibTransId="{14507BDA-4A46-4E74-A1A6-3E7E057A0CE1}"/>
    <dgm:cxn modelId="{23A730A7-5236-4E37-8098-1D66CE0BC5A4}" srcId="{5FFA9ECD-F82B-47A9-BF3A-F0C6E0B9BECC}" destId="{41CB8DA9-2DD7-4572-9C31-22236A9E32D7}" srcOrd="2" destOrd="0" parTransId="{3AA4A7AC-842A-4DCD-8580-289CDB4CA7E7}" sibTransId="{68828C97-C937-4637-976B-EAB0D42BA02A}"/>
    <dgm:cxn modelId="{DBB790AB-504A-492B-AC13-ACAFFD5207AD}" srcId="{5ED8F87D-73D1-49F6-B4B3-C97BFD2FB9FE}" destId="{CA8FCCD9-256D-485F-891D-28F8AD4BEF52}" srcOrd="3" destOrd="0" parTransId="{525917E2-E678-456F-BE50-778BD539B632}" sibTransId="{A3E59999-3266-41C2-B3DC-54D594F545B1}"/>
    <dgm:cxn modelId="{3769E0B1-2368-4C04-A755-FA99998FBEF7}" type="presOf" srcId="{CA8FCCD9-256D-485F-891D-28F8AD4BEF52}" destId="{995E2A1F-53E8-4282-9048-3B06BE04BA3A}" srcOrd="0" destOrd="0" presId="urn:microsoft.com/office/officeart/2018/2/layout/IconVerticalSolidList"/>
    <dgm:cxn modelId="{790276B5-BD4F-41A8-9D48-824AE65CFF95}" srcId="{773DF713-7C05-4341-AFC4-E8B7F1A0550D}" destId="{28C8A21B-C734-4603-8ABD-BD1A3EDC84E7}" srcOrd="2" destOrd="0" parTransId="{A27B54DE-6042-4968-AB00-A33AD5E64B45}" sibTransId="{091DBAFB-46FC-46AE-A8B7-CFC48E67E683}"/>
    <dgm:cxn modelId="{3ECDE9C0-B664-4B7F-9839-7B63A937D029}" type="presOf" srcId="{6FFC4E5F-4123-4891-8729-0C000FE417D0}" destId="{872860F6-FEAE-44A6-BAD4-8656D7F0F28D}" srcOrd="0" destOrd="1" presId="urn:microsoft.com/office/officeart/2018/2/layout/IconVerticalSolidList"/>
    <dgm:cxn modelId="{49A57BC5-604C-41E4-BF2D-5058E980D80A}" type="presOf" srcId="{1E97C83B-7C1D-41B4-A3D2-708375B07B2B}" destId="{872860F6-FEAE-44A6-BAD4-8656D7F0F28D}" srcOrd="0" destOrd="0" presId="urn:microsoft.com/office/officeart/2018/2/layout/IconVerticalSolidList"/>
    <dgm:cxn modelId="{1639C7D3-A80D-4EA7-B0AB-BD68E019FB0C}" type="presOf" srcId="{FE3D53C0-B7EA-4650-9531-0F56D79E2349}" destId="{5842EE7A-7D8E-4F81-823D-C4ABA4DE0050}" srcOrd="0" destOrd="0" presId="urn:microsoft.com/office/officeart/2018/2/layout/IconVerticalSolidList"/>
    <dgm:cxn modelId="{E0E1BBEB-01B0-47E0-B293-F49BD4A9639B}" type="presOf" srcId="{773DF713-7C05-4341-AFC4-E8B7F1A0550D}" destId="{9444F910-1DB6-4E37-84DF-1AC56ADA2F7F}" srcOrd="0" destOrd="0" presId="urn:microsoft.com/office/officeart/2018/2/layout/IconVerticalSolidList"/>
    <dgm:cxn modelId="{267A61F7-AAA5-435D-B870-6D36CC10921F}" type="presOf" srcId="{06864F94-DD4D-456F-8F2E-C53BB3F71D57}" destId="{DA32C05B-A348-4263-A246-2AB2575AD747}" srcOrd="0" destOrd="2" presId="urn:microsoft.com/office/officeart/2018/2/layout/IconVerticalSolidList"/>
    <dgm:cxn modelId="{347F74AF-206A-4440-B8F2-081F840433F1}" type="presParOf" srcId="{81A82BF1-AABB-442E-92F3-9FE6CFDBD14F}" destId="{BDED4C4F-49A2-460C-9502-248AA7F12C00}" srcOrd="0" destOrd="0" presId="urn:microsoft.com/office/officeart/2018/2/layout/IconVerticalSolidList"/>
    <dgm:cxn modelId="{E626AED5-64F5-4347-9077-E51CF0EE98FC}" type="presParOf" srcId="{BDED4C4F-49A2-460C-9502-248AA7F12C00}" destId="{B4EFB0EE-1048-4E6A-B559-ADB980D3BABC}" srcOrd="0" destOrd="0" presId="urn:microsoft.com/office/officeart/2018/2/layout/IconVerticalSolidList"/>
    <dgm:cxn modelId="{2E6FB95F-E869-4783-ABC5-4501FF55C2A4}" type="presParOf" srcId="{BDED4C4F-49A2-460C-9502-248AA7F12C00}" destId="{CF65EC20-AF23-485F-AB44-D19A06EEB865}" srcOrd="1" destOrd="0" presId="urn:microsoft.com/office/officeart/2018/2/layout/IconVerticalSolidList"/>
    <dgm:cxn modelId="{379B431E-A12F-4F21-A486-F1110D0A2E39}" type="presParOf" srcId="{BDED4C4F-49A2-460C-9502-248AA7F12C00}" destId="{A66791FB-1E30-4061-8E2C-0E3A47A5DE92}" srcOrd="2" destOrd="0" presId="urn:microsoft.com/office/officeart/2018/2/layout/IconVerticalSolidList"/>
    <dgm:cxn modelId="{1A526A24-CDA9-400A-8AEE-C7E3847824EE}" type="presParOf" srcId="{BDED4C4F-49A2-460C-9502-248AA7F12C00}" destId="{9444F910-1DB6-4E37-84DF-1AC56ADA2F7F}" srcOrd="3" destOrd="0" presId="urn:microsoft.com/office/officeart/2018/2/layout/IconVerticalSolidList"/>
    <dgm:cxn modelId="{A0531EBF-4FAE-44A8-950D-CB5A6668EFC3}" type="presParOf" srcId="{BDED4C4F-49A2-460C-9502-248AA7F12C00}" destId="{9197F954-2212-40DD-8804-0BA964A7633F}" srcOrd="4" destOrd="0" presId="urn:microsoft.com/office/officeart/2018/2/layout/IconVerticalSolidList"/>
    <dgm:cxn modelId="{74B25743-4DC6-4D6B-8FED-15990446B41F}" type="presParOf" srcId="{81A82BF1-AABB-442E-92F3-9FE6CFDBD14F}" destId="{69509055-3D13-4C42-9FB4-E8DB7A8DEFD1}" srcOrd="1" destOrd="0" presId="urn:microsoft.com/office/officeart/2018/2/layout/IconVerticalSolidList"/>
    <dgm:cxn modelId="{86D9780C-EC7F-4CDE-8A71-A6F6D7763263}" type="presParOf" srcId="{81A82BF1-AABB-442E-92F3-9FE6CFDBD14F}" destId="{CC408285-5253-44AC-B92C-9DC18EE6C14E}" srcOrd="2" destOrd="0" presId="urn:microsoft.com/office/officeart/2018/2/layout/IconVerticalSolidList"/>
    <dgm:cxn modelId="{CD90E897-1B6F-4920-9220-908ABC7E09AB}" type="presParOf" srcId="{CC408285-5253-44AC-B92C-9DC18EE6C14E}" destId="{E1408BFE-E6E3-4E03-AAC6-E633F08C1B0E}" srcOrd="0" destOrd="0" presId="urn:microsoft.com/office/officeart/2018/2/layout/IconVerticalSolidList"/>
    <dgm:cxn modelId="{0B73E6F7-0B12-417E-A300-72142F89E71B}" type="presParOf" srcId="{CC408285-5253-44AC-B92C-9DC18EE6C14E}" destId="{D909E314-6CA1-4AD7-A940-23F468F1EC97}" srcOrd="1" destOrd="0" presId="urn:microsoft.com/office/officeart/2018/2/layout/IconVerticalSolidList"/>
    <dgm:cxn modelId="{783C68B6-51BC-474B-85D6-04A8A457D7A9}" type="presParOf" srcId="{CC408285-5253-44AC-B92C-9DC18EE6C14E}" destId="{AEC08C98-9370-40A6-BB05-986C95376240}" srcOrd="2" destOrd="0" presId="urn:microsoft.com/office/officeart/2018/2/layout/IconVerticalSolidList"/>
    <dgm:cxn modelId="{AA70A63A-4F7D-4C42-8A53-F2E45AA4D10E}" type="presParOf" srcId="{CC408285-5253-44AC-B92C-9DC18EE6C14E}" destId="{139C45BD-D8CF-45B2-8AB8-4BB45FB25A5B}" srcOrd="3" destOrd="0" presId="urn:microsoft.com/office/officeart/2018/2/layout/IconVerticalSolidList"/>
    <dgm:cxn modelId="{1769A6CF-A7C7-4629-A93F-23972244878B}" type="presParOf" srcId="{CC408285-5253-44AC-B92C-9DC18EE6C14E}" destId="{872860F6-FEAE-44A6-BAD4-8656D7F0F28D}" srcOrd="4" destOrd="0" presId="urn:microsoft.com/office/officeart/2018/2/layout/IconVerticalSolidList"/>
    <dgm:cxn modelId="{5DFD820C-71AE-4E10-B53E-0FFD2A306B06}" type="presParOf" srcId="{81A82BF1-AABB-442E-92F3-9FE6CFDBD14F}" destId="{1A7AA971-9C7C-46B9-A91D-BB7854BA748B}" srcOrd="3" destOrd="0" presId="urn:microsoft.com/office/officeart/2018/2/layout/IconVerticalSolidList"/>
    <dgm:cxn modelId="{C67D29F8-AF02-4E57-A0D6-599162CDBC65}" type="presParOf" srcId="{81A82BF1-AABB-442E-92F3-9FE6CFDBD14F}" destId="{F16E375B-BC2D-4EC3-BEB4-4E453CE6983B}" srcOrd="4" destOrd="0" presId="urn:microsoft.com/office/officeart/2018/2/layout/IconVerticalSolidList"/>
    <dgm:cxn modelId="{B4DBD78F-61B9-4887-8DB1-B10B23467649}" type="presParOf" srcId="{F16E375B-BC2D-4EC3-BEB4-4E453CE6983B}" destId="{94C4BDEB-6FEA-46BD-B30E-A609D6E3BA7C}" srcOrd="0" destOrd="0" presId="urn:microsoft.com/office/officeart/2018/2/layout/IconVerticalSolidList"/>
    <dgm:cxn modelId="{6DAF1FE1-2236-49E3-B1E5-5B4D9CB2D6DD}" type="presParOf" srcId="{F16E375B-BC2D-4EC3-BEB4-4E453CE6983B}" destId="{BBAA4C3B-F561-45D4-A5EF-2430A2D3E11A}" srcOrd="1" destOrd="0" presId="urn:microsoft.com/office/officeart/2018/2/layout/IconVerticalSolidList"/>
    <dgm:cxn modelId="{69D6FC5C-8CA6-4B6F-A402-6B9AC665154D}" type="presParOf" srcId="{F16E375B-BC2D-4EC3-BEB4-4E453CE6983B}" destId="{E46F0632-0E6E-4E8B-8B91-AF72D0FDF830}" srcOrd="2" destOrd="0" presId="urn:microsoft.com/office/officeart/2018/2/layout/IconVerticalSolidList"/>
    <dgm:cxn modelId="{BC47E0FF-6C61-468C-88A7-48F19EB69C6E}" type="presParOf" srcId="{F16E375B-BC2D-4EC3-BEB4-4E453CE6983B}" destId="{5842EE7A-7D8E-4F81-823D-C4ABA4DE0050}" srcOrd="3" destOrd="0" presId="urn:microsoft.com/office/officeart/2018/2/layout/IconVerticalSolidList"/>
    <dgm:cxn modelId="{2AA56954-9ED4-420F-ACAA-81E75BB15811}" type="presParOf" srcId="{F16E375B-BC2D-4EC3-BEB4-4E453CE6983B}" destId="{6C6C85BD-4873-454C-B971-62A5D9D4611D}" srcOrd="4" destOrd="0" presId="urn:microsoft.com/office/officeart/2018/2/layout/IconVerticalSolidList"/>
    <dgm:cxn modelId="{64826B7A-6FE6-478B-A86A-404ABBCE2969}" type="presParOf" srcId="{81A82BF1-AABB-442E-92F3-9FE6CFDBD14F}" destId="{1A67D292-B105-46B1-BA64-67F3BBF69512}" srcOrd="5" destOrd="0" presId="urn:microsoft.com/office/officeart/2018/2/layout/IconVerticalSolidList"/>
    <dgm:cxn modelId="{E6A26C15-C1B8-44F5-8996-E9264384A667}" type="presParOf" srcId="{81A82BF1-AABB-442E-92F3-9FE6CFDBD14F}" destId="{A9170A63-3063-46EB-BDFF-E0AE35B77883}" srcOrd="6" destOrd="0" presId="urn:microsoft.com/office/officeart/2018/2/layout/IconVerticalSolidList"/>
    <dgm:cxn modelId="{971CA17C-88AE-457B-885A-22EA582E943F}" type="presParOf" srcId="{A9170A63-3063-46EB-BDFF-E0AE35B77883}" destId="{0B9AF6D8-7FFA-4AAA-B40C-E8DB27682D1B}" srcOrd="0" destOrd="0" presId="urn:microsoft.com/office/officeart/2018/2/layout/IconVerticalSolidList"/>
    <dgm:cxn modelId="{CF7CD9FA-0D07-4C75-8887-6FF227443AB0}" type="presParOf" srcId="{A9170A63-3063-46EB-BDFF-E0AE35B77883}" destId="{704D7119-5858-4DAE-BAEF-CBC1B2C7ED86}" srcOrd="1" destOrd="0" presId="urn:microsoft.com/office/officeart/2018/2/layout/IconVerticalSolidList"/>
    <dgm:cxn modelId="{29C7EE96-B057-464E-8FFC-9F7DA441AB26}" type="presParOf" srcId="{A9170A63-3063-46EB-BDFF-E0AE35B77883}" destId="{D7F6BB55-F3FE-411A-B94F-93B0890B9D85}" srcOrd="2" destOrd="0" presId="urn:microsoft.com/office/officeart/2018/2/layout/IconVerticalSolidList"/>
    <dgm:cxn modelId="{C17DC7F5-E31F-4D0D-B46A-9761D26D8E35}" type="presParOf" srcId="{A9170A63-3063-46EB-BDFF-E0AE35B77883}" destId="{995E2A1F-53E8-4282-9048-3B06BE04BA3A}" srcOrd="3" destOrd="0" presId="urn:microsoft.com/office/officeart/2018/2/layout/IconVerticalSolidList"/>
    <dgm:cxn modelId="{EB30671D-B8C6-4CA6-9DCE-A96910C25413}" type="presParOf" srcId="{A9170A63-3063-46EB-BDFF-E0AE35B77883}" destId="{DA32C05B-A348-4263-A246-2AB2575AD747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925A6379-EA2B-4EB9-8CFD-9C251C881DA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ECC2AA8-06E8-4FCD-9F12-48C2C34EF6BE}">
      <dgm:prSet/>
      <dgm:spPr/>
      <dgm:t>
        <a:bodyPr/>
        <a:lstStyle/>
        <a:p>
          <a:r>
            <a:rPr lang="en-US"/>
            <a:t>Purpose-designed WEFE projects</a:t>
          </a:r>
        </a:p>
      </dgm:t>
    </dgm:pt>
    <dgm:pt modelId="{7B71AF03-6AA2-4A96-A0CA-59F5E560A0C8}" type="parTrans" cxnId="{FF89A84F-2AB0-44DF-B1A7-9DD9F22E6E3E}">
      <dgm:prSet/>
      <dgm:spPr/>
      <dgm:t>
        <a:bodyPr/>
        <a:lstStyle/>
        <a:p>
          <a:endParaRPr lang="en-US"/>
        </a:p>
      </dgm:t>
    </dgm:pt>
    <dgm:pt modelId="{0B5F9151-4320-42DC-99EF-8DDC4DF6F716}" type="sibTrans" cxnId="{FF89A84F-2AB0-44DF-B1A7-9DD9F22E6E3E}">
      <dgm:prSet/>
      <dgm:spPr/>
      <dgm:t>
        <a:bodyPr/>
        <a:lstStyle/>
        <a:p>
          <a:endParaRPr lang="en-US"/>
        </a:p>
      </dgm:t>
    </dgm:pt>
    <dgm:pt modelId="{9B079E3C-1E76-4732-ADFA-67653028874F}">
      <dgm:prSet/>
      <dgm:spPr/>
      <dgm:t>
        <a:bodyPr/>
        <a:lstStyle/>
        <a:p>
          <a:r>
            <a:rPr lang="en-US"/>
            <a:t>Retrofitted WEFE projects</a:t>
          </a:r>
        </a:p>
      </dgm:t>
    </dgm:pt>
    <dgm:pt modelId="{084F829A-7A9C-426F-8A93-6256831C83DD}" type="parTrans" cxnId="{D9ACE4F3-8998-49A9-AB57-06D1BA037713}">
      <dgm:prSet/>
      <dgm:spPr/>
      <dgm:t>
        <a:bodyPr/>
        <a:lstStyle/>
        <a:p>
          <a:endParaRPr lang="en-US"/>
        </a:p>
      </dgm:t>
    </dgm:pt>
    <dgm:pt modelId="{8DCD1FDE-76EA-4088-ADE3-9254E650BAC2}" type="sibTrans" cxnId="{D9ACE4F3-8998-49A9-AB57-06D1BA037713}">
      <dgm:prSet/>
      <dgm:spPr/>
      <dgm:t>
        <a:bodyPr/>
        <a:lstStyle/>
        <a:p>
          <a:endParaRPr lang="en-US"/>
        </a:p>
      </dgm:t>
    </dgm:pt>
    <dgm:pt modelId="{994034F4-CA0D-4185-90B1-E49BB66272A6}">
      <dgm:prSet/>
      <dgm:spPr/>
      <dgm:t>
        <a:bodyPr/>
        <a:lstStyle/>
        <a:p>
          <a:r>
            <a:rPr lang="en-US"/>
            <a:t>Infrastructure vs operational projects</a:t>
          </a:r>
        </a:p>
      </dgm:t>
    </dgm:pt>
    <dgm:pt modelId="{4C69BA01-9FDE-4769-9515-A6C2A8CA7BDD}" type="parTrans" cxnId="{A8FDDABE-A201-4306-9E53-8F83E09715B4}">
      <dgm:prSet/>
      <dgm:spPr/>
      <dgm:t>
        <a:bodyPr/>
        <a:lstStyle/>
        <a:p>
          <a:endParaRPr lang="en-US"/>
        </a:p>
      </dgm:t>
    </dgm:pt>
    <dgm:pt modelId="{1A51516D-3977-4A9A-ACCB-8E35F08D9F32}" type="sibTrans" cxnId="{A8FDDABE-A201-4306-9E53-8F83E09715B4}">
      <dgm:prSet/>
      <dgm:spPr/>
      <dgm:t>
        <a:bodyPr/>
        <a:lstStyle/>
        <a:p>
          <a:endParaRPr lang="en-US"/>
        </a:p>
      </dgm:t>
    </dgm:pt>
    <dgm:pt modelId="{EA4883E9-BB38-4D2B-AC27-EFA17B12BB8C}" type="pres">
      <dgm:prSet presAssocID="{925A6379-EA2B-4EB9-8CFD-9C251C881DAF}" presName="outerComposite" presStyleCnt="0">
        <dgm:presLayoutVars>
          <dgm:chMax val="5"/>
          <dgm:dir/>
          <dgm:resizeHandles val="exact"/>
        </dgm:presLayoutVars>
      </dgm:prSet>
      <dgm:spPr/>
    </dgm:pt>
    <dgm:pt modelId="{23799D09-7065-4A07-B15D-45B4E47083A3}" type="pres">
      <dgm:prSet presAssocID="{925A6379-EA2B-4EB9-8CFD-9C251C881DAF}" presName="dummyMaxCanvas" presStyleCnt="0">
        <dgm:presLayoutVars/>
      </dgm:prSet>
      <dgm:spPr/>
    </dgm:pt>
    <dgm:pt modelId="{9F1DEF31-C2C7-4B2C-B588-8493432CDACA}" type="pres">
      <dgm:prSet presAssocID="{925A6379-EA2B-4EB9-8CFD-9C251C881DAF}" presName="ThreeNodes_1" presStyleLbl="node1" presStyleIdx="0" presStyleCnt="3">
        <dgm:presLayoutVars>
          <dgm:bulletEnabled val="1"/>
        </dgm:presLayoutVars>
      </dgm:prSet>
      <dgm:spPr/>
    </dgm:pt>
    <dgm:pt modelId="{DA788119-BEA7-4AEE-8419-8BB71B41027C}" type="pres">
      <dgm:prSet presAssocID="{925A6379-EA2B-4EB9-8CFD-9C251C881DAF}" presName="ThreeNodes_2" presStyleLbl="node1" presStyleIdx="1" presStyleCnt="3">
        <dgm:presLayoutVars>
          <dgm:bulletEnabled val="1"/>
        </dgm:presLayoutVars>
      </dgm:prSet>
      <dgm:spPr/>
    </dgm:pt>
    <dgm:pt modelId="{BD307830-258D-4384-A1D2-347F12691D5E}" type="pres">
      <dgm:prSet presAssocID="{925A6379-EA2B-4EB9-8CFD-9C251C881DAF}" presName="ThreeNodes_3" presStyleLbl="node1" presStyleIdx="2" presStyleCnt="3">
        <dgm:presLayoutVars>
          <dgm:bulletEnabled val="1"/>
        </dgm:presLayoutVars>
      </dgm:prSet>
      <dgm:spPr/>
    </dgm:pt>
    <dgm:pt modelId="{F777AB7A-3413-461E-950B-907C56B97642}" type="pres">
      <dgm:prSet presAssocID="{925A6379-EA2B-4EB9-8CFD-9C251C881DAF}" presName="ThreeConn_1-2" presStyleLbl="fgAccFollowNode1" presStyleIdx="0" presStyleCnt="2">
        <dgm:presLayoutVars>
          <dgm:bulletEnabled val="1"/>
        </dgm:presLayoutVars>
      </dgm:prSet>
      <dgm:spPr/>
    </dgm:pt>
    <dgm:pt modelId="{82934228-BB02-4BEA-8ECD-7673581932EB}" type="pres">
      <dgm:prSet presAssocID="{925A6379-EA2B-4EB9-8CFD-9C251C881DAF}" presName="ThreeConn_2-3" presStyleLbl="fgAccFollowNode1" presStyleIdx="1" presStyleCnt="2">
        <dgm:presLayoutVars>
          <dgm:bulletEnabled val="1"/>
        </dgm:presLayoutVars>
      </dgm:prSet>
      <dgm:spPr/>
    </dgm:pt>
    <dgm:pt modelId="{0CD3AC53-5AF7-4EDE-A7A5-DF177679CA76}" type="pres">
      <dgm:prSet presAssocID="{925A6379-EA2B-4EB9-8CFD-9C251C881DAF}" presName="ThreeNodes_1_text" presStyleLbl="node1" presStyleIdx="2" presStyleCnt="3">
        <dgm:presLayoutVars>
          <dgm:bulletEnabled val="1"/>
        </dgm:presLayoutVars>
      </dgm:prSet>
      <dgm:spPr/>
    </dgm:pt>
    <dgm:pt modelId="{F76FC5E2-A26F-4541-9CCA-FFE34423A217}" type="pres">
      <dgm:prSet presAssocID="{925A6379-EA2B-4EB9-8CFD-9C251C881DAF}" presName="ThreeNodes_2_text" presStyleLbl="node1" presStyleIdx="2" presStyleCnt="3">
        <dgm:presLayoutVars>
          <dgm:bulletEnabled val="1"/>
        </dgm:presLayoutVars>
      </dgm:prSet>
      <dgm:spPr/>
    </dgm:pt>
    <dgm:pt modelId="{A4E4E708-C477-4EB0-9F02-4550F1728BD4}" type="pres">
      <dgm:prSet presAssocID="{925A6379-EA2B-4EB9-8CFD-9C251C881DA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9AD6F15-87C8-4524-B256-C77E9CC52283}" type="presOf" srcId="{8DCD1FDE-76EA-4088-ADE3-9254E650BAC2}" destId="{82934228-BB02-4BEA-8ECD-7673581932EB}" srcOrd="0" destOrd="0" presId="urn:microsoft.com/office/officeart/2005/8/layout/vProcess5"/>
    <dgm:cxn modelId="{090AC716-3B6D-43B8-B984-8CF3937E9240}" type="presOf" srcId="{994034F4-CA0D-4185-90B1-E49BB66272A6}" destId="{A4E4E708-C477-4EB0-9F02-4550F1728BD4}" srcOrd="1" destOrd="0" presId="urn:microsoft.com/office/officeart/2005/8/layout/vProcess5"/>
    <dgm:cxn modelId="{B9EC0B5E-D9E4-4C89-806D-CA24C1220C97}" type="presOf" srcId="{9B079E3C-1E76-4732-ADFA-67653028874F}" destId="{DA788119-BEA7-4AEE-8419-8BB71B41027C}" srcOrd="0" destOrd="0" presId="urn:microsoft.com/office/officeart/2005/8/layout/vProcess5"/>
    <dgm:cxn modelId="{FF89A84F-2AB0-44DF-B1A7-9DD9F22E6E3E}" srcId="{925A6379-EA2B-4EB9-8CFD-9C251C881DAF}" destId="{9ECC2AA8-06E8-4FCD-9F12-48C2C34EF6BE}" srcOrd="0" destOrd="0" parTransId="{7B71AF03-6AA2-4A96-A0CA-59F5E560A0C8}" sibTransId="{0B5F9151-4320-42DC-99EF-8DDC4DF6F716}"/>
    <dgm:cxn modelId="{7E380D74-8E3E-45FA-9B5E-0EDA74575B12}" type="presOf" srcId="{9ECC2AA8-06E8-4FCD-9F12-48C2C34EF6BE}" destId="{9F1DEF31-C2C7-4B2C-B588-8493432CDACA}" srcOrd="0" destOrd="0" presId="urn:microsoft.com/office/officeart/2005/8/layout/vProcess5"/>
    <dgm:cxn modelId="{06A62D77-025B-4DBB-9E55-1DFF1AFA95E4}" type="presOf" srcId="{0B5F9151-4320-42DC-99EF-8DDC4DF6F716}" destId="{F777AB7A-3413-461E-950B-907C56B97642}" srcOrd="0" destOrd="0" presId="urn:microsoft.com/office/officeart/2005/8/layout/vProcess5"/>
    <dgm:cxn modelId="{EB1A6A8A-927C-43E9-8D42-20864C0AB0BC}" type="presOf" srcId="{9ECC2AA8-06E8-4FCD-9F12-48C2C34EF6BE}" destId="{0CD3AC53-5AF7-4EDE-A7A5-DF177679CA76}" srcOrd="1" destOrd="0" presId="urn:microsoft.com/office/officeart/2005/8/layout/vProcess5"/>
    <dgm:cxn modelId="{C23B06AB-2701-44A1-AE65-BB4284D7AB1C}" type="presOf" srcId="{9B079E3C-1E76-4732-ADFA-67653028874F}" destId="{F76FC5E2-A26F-4541-9CCA-FFE34423A217}" srcOrd="1" destOrd="0" presId="urn:microsoft.com/office/officeart/2005/8/layout/vProcess5"/>
    <dgm:cxn modelId="{A8FDDABE-A201-4306-9E53-8F83E09715B4}" srcId="{925A6379-EA2B-4EB9-8CFD-9C251C881DAF}" destId="{994034F4-CA0D-4185-90B1-E49BB66272A6}" srcOrd="2" destOrd="0" parTransId="{4C69BA01-9FDE-4769-9515-A6C2A8CA7BDD}" sibTransId="{1A51516D-3977-4A9A-ACCB-8E35F08D9F32}"/>
    <dgm:cxn modelId="{850196DB-FEF9-46A9-862A-C6CA4BF7596A}" type="presOf" srcId="{925A6379-EA2B-4EB9-8CFD-9C251C881DAF}" destId="{EA4883E9-BB38-4D2B-AC27-EFA17B12BB8C}" srcOrd="0" destOrd="0" presId="urn:microsoft.com/office/officeart/2005/8/layout/vProcess5"/>
    <dgm:cxn modelId="{510C75E6-609C-4641-A94C-3C98F6916611}" type="presOf" srcId="{994034F4-CA0D-4185-90B1-E49BB66272A6}" destId="{BD307830-258D-4384-A1D2-347F12691D5E}" srcOrd="0" destOrd="0" presId="urn:microsoft.com/office/officeart/2005/8/layout/vProcess5"/>
    <dgm:cxn modelId="{D9ACE4F3-8998-49A9-AB57-06D1BA037713}" srcId="{925A6379-EA2B-4EB9-8CFD-9C251C881DAF}" destId="{9B079E3C-1E76-4732-ADFA-67653028874F}" srcOrd="1" destOrd="0" parTransId="{084F829A-7A9C-426F-8A93-6256831C83DD}" sibTransId="{8DCD1FDE-76EA-4088-ADE3-9254E650BAC2}"/>
    <dgm:cxn modelId="{681CF19C-9F8C-40B9-B614-AB8C053A2F57}" type="presParOf" srcId="{EA4883E9-BB38-4D2B-AC27-EFA17B12BB8C}" destId="{23799D09-7065-4A07-B15D-45B4E47083A3}" srcOrd="0" destOrd="0" presId="urn:microsoft.com/office/officeart/2005/8/layout/vProcess5"/>
    <dgm:cxn modelId="{2A300F57-9AE0-4B9E-88E4-CEC59DDA2946}" type="presParOf" srcId="{EA4883E9-BB38-4D2B-AC27-EFA17B12BB8C}" destId="{9F1DEF31-C2C7-4B2C-B588-8493432CDACA}" srcOrd="1" destOrd="0" presId="urn:microsoft.com/office/officeart/2005/8/layout/vProcess5"/>
    <dgm:cxn modelId="{B45081A9-4663-4C56-BD37-970EA65B76D2}" type="presParOf" srcId="{EA4883E9-BB38-4D2B-AC27-EFA17B12BB8C}" destId="{DA788119-BEA7-4AEE-8419-8BB71B41027C}" srcOrd="2" destOrd="0" presId="urn:microsoft.com/office/officeart/2005/8/layout/vProcess5"/>
    <dgm:cxn modelId="{7BAF3333-D3F4-436F-97CE-A557F46C0FA8}" type="presParOf" srcId="{EA4883E9-BB38-4D2B-AC27-EFA17B12BB8C}" destId="{BD307830-258D-4384-A1D2-347F12691D5E}" srcOrd="3" destOrd="0" presId="urn:microsoft.com/office/officeart/2005/8/layout/vProcess5"/>
    <dgm:cxn modelId="{1611C78B-6AF8-4F79-901B-179DA4FD0392}" type="presParOf" srcId="{EA4883E9-BB38-4D2B-AC27-EFA17B12BB8C}" destId="{F777AB7A-3413-461E-950B-907C56B97642}" srcOrd="4" destOrd="0" presId="urn:microsoft.com/office/officeart/2005/8/layout/vProcess5"/>
    <dgm:cxn modelId="{B7649780-41E6-4B0F-8A35-6024F196A451}" type="presParOf" srcId="{EA4883E9-BB38-4D2B-AC27-EFA17B12BB8C}" destId="{82934228-BB02-4BEA-8ECD-7673581932EB}" srcOrd="5" destOrd="0" presId="urn:microsoft.com/office/officeart/2005/8/layout/vProcess5"/>
    <dgm:cxn modelId="{EE872323-7656-40A9-B6C0-39AB184D90D6}" type="presParOf" srcId="{EA4883E9-BB38-4D2B-AC27-EFA17B12BB8C}" destId="{0CD3AC53-5AF7-4EDE-A7A5-DF177679CA76}" srcOrd="6" destOrd="0" presId="urn:microsoft.com/office/officeart/2005/8/layout/vProcess5"/>
    <dgm:cxn modelId="{27D8E8E0-3B65-499F-BAFE-2BF9D2E1AF3A}" type="presParOf" srcId="{EA4883E9-BB38-4D2B-AC27-EFA17B12BB8C}" destId="{F76FC5E2-A26F-4541-9CCA-FFE34423A217}" srcOrd="7" destOrd="0" presId="urn:microsoft.com/office/officeart/2005/8/layout/vProcess5"/>
    <dgm:cxn modelId="{2A49840A-2CF5-482E-A780-25F38C5A7CDC}" type="presParOf" srcId="{EA4883E9-BB38-4D2B-AC27-EFA17B12BB8C}" destId="{A4E4E708-C477-4EB0-9F02-4550F1728BD4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DDDD5350-F1D8-419E-AE3D-F12B2B8FB13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B0B3659-7A3D-472D-A2F7-01697EC89CD3}">
      <dgm:prSet/>
      <dgm:spPr/>
      <dgm:t>
        <a:bodyPr/>
        <a:lstStyle/>
        <a:p>
          <a:r>
            <a:rPr lang="en-US"/>
            <a:t>Purpose-designed: lower risk, better integration</a:t>
          </a:r>
        </a:p>
      </dgm:t>
    </dgm:pt>
    <dgm:pt modelId="{A7DD71D7-DE5D-4185-AF9C-757FCEC556A4}" type="parTrans" cxnId="{A3276925-D4D0-4B6B-8DA7-1EA8F934A0DC}">
      <dgm:prSet/>
      <dgm:spPr/>
      <dgm:t>
        <a:bodyPr/>
        <a:lstStyle/>
        <a:p>
          <a:endParaRPr lang="en-US"/>
        </a:p>
      </dgm:t>
    </dgm:pt>
    <dgm:pt modelId="{B2738DB4-2CF3-4774-B22B-7F99EAC3138B}" type="sibTrans" cxnId="{A3276925-D4D0-4B6B-8DA7-1EA8F934A0DC}">
      <dgm:prSet/>
      <dgm:spPr/>
      <dgm:t>
        <a:bodyPr/>
        <a:lstStyle/>
        <a:p>
          <a:endParaRPr lang="en-US"/>
        </a:p>
      </dgm:t>
    </dgm:pt>
    <dgm:pt modelId="{DB390B14-8C54-4352-9374-62C4A1367E55}">
      <dgm:prSet/>
      <dgm:spPr/>
      <dgm:t>
        <a:bodyPr/>
        <a:lstStyle/>
        <a:p>
          <a:r>
            <a:rPr lang="en-US"/>
            <a:t>Retrofitted: higher execution and interface risk</a:t>
          </a:r>
        </a:p>
      </dgm:t>
    </dgm:pt>
    <dgm:pt modelId="{7C0C65AB-426E-43B4-A49F-B26D7BD5747A}" type="parTrans" cxnId="{8EAB3E7D-181D-49A9-8D94-F6DD133BE9A0}">
      <dgm:prSet/>
      <dgm:spPr/>
      <dgm:t>
        <a:bodyPr/>
        <a:lstStyle/>
        <a:p>
          <a:endParaRPr lang="en-US"/>
        </a:p>
      </dgm:t>
    </dgm:pt>
    <dgm:pt modelId="{D0A46101-A404-4922-B308-B6920B5DCA0B}" type="sibTrans" cxnId="{8EAB3E7D-181D-49A9-8D94-F6DD133BE9A0}">
      <dgm:prSet/>
      <dgm:spPr/>
      <dgm:t>
        <a:bodyPr/>
        <a:lstStyle/>
        <a:p>
          <a:endParaRPr lang="en-US"/>
        </a:p>
      </dgm:t>
    </dgm:pt>
    <dgm:pt modelId="{EC2B3E10-1A72-46EF-AFC2-20445E9FDF41}">
      <dgm:prSet/>
      <dgm:spPr/>
      <dgm:t>
        <a:bodyPr/>
        <a:lstStyle/>
        <a:p>
          <a:r>
            <a:rPr lang="en-US"/>
            <a:t>Financing terms differ accordingly</a:t>
          </a:r>
        </a:p>
      </dgm:t>
    </dgm:pt>
    <dgm:pt modelId="{CDDAECBF-D7DE-48EC-BC93-5108DCFF22FF}" type="parTrans" cxnId="{645A44B8-FD85-4D0D-9B8B-29CCD5A7BD73}">
      <dgm:prSet/>
      <dgm:spPr/>
      <dgm:t>
        <a:bodyPr/>
        <a:lstStyle/>
        <a:p>
          <a:endParaRPr lang="en-US"/>
        </a:p>
      </dgm:t>
    </dgm:pt>
    <dgm:pt modelId="{750788E1-6F68-480F-84E3-FDAE80212E34}" type="sibTrans" cxnId="{645A44B8-FD85-4D0D-9B8B-29CCD5A7BD73}">
      <dgm:prSet/>
      <dgm:spPr/>
      <dgm:t>
        <a:bodyPr/>
        <a:lstStyle/>
        <a:p>
          <a:endParaRPr lang="en-US"/>
        </a:p>
      </dgm:t>
    </dgm:pt>
    <dgm:pt modelId="{CB0F8DFA-616C-4A30-A94B-071C8C0FA3B6}" type="pres">
      <dgm:prSet presAssocID="{DDDD5350-F1D8-419E-AE3D-F12B2B8FB135}" presName="linear" presStyleCnt="0">
        <dgm:presLayoutVars>
          <dgm:animLvl val="lvl"/>
          <dgm:resizeHandles val="exact"/>
        </dgm:presLayoutVars>
      </dgm:prSet>
      <dgm:spPr/>
    </dgm:pt>
    <dgm:pt modelId="{73FE0D0E-AD6C-4865-B42D-68DCB4678A97}" type="pres">
      <dgm:prSet presAssocID="{1B0B3659-7A3D-472D-A2F7-01697EC89CD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C35A7C7-71C4-411D-A756-72A2000AF432}" type="pres">
      <dgm:prSet presAssocID="{B2738DB4-2CF3-4774-B22B-7F99EAC3138B}" presName="spacer" presStyleCnt="0"/>
      <dgm:spPr/>
    </dgm:pt>
    <dgm:pt modelId="{03CF914D-4C20-4A5F-A7D2-C7C160A2BEF6}" type="pres">
      <dgm:prSet presAssocID="{DB390B14-8C54-4352-9374-62C4A1367E5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A24CFE9-FC9D-45B1-B019-D252A41CD08C}" type="pres">
      <dgm:prSet presAssocID="{D0A46101-A404-4922-B308-B6920B5DCA0B}" presName="spacer" presStyleCnt="0"/>
      <dgm:spPr/>
    </dgm:pt>
    <dgm:pt modelId="{057380F0-777E-4C90-88D8-C55A9E388EF2}" type="pres">
      <dgm:prSet presAssocID="{EC2B3E10-1A72-46EF-AFC2-20445E9FDF4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3276925-D4D0-4B6B-8DA7-1EA8F934A0DC}" srcId="{DDDD5350-F1D8-419E-AE3D-F12B2B8FB135}" destId="{1B0B3659-7A3D-472D-A2F7-01697EC89CD3}" srcOrd="0" destOrd="0" parTransId="{A7DD71D7-DE5D-4185-AF9C-757FCEC556A4}" sibTransId="{B2738DB4-2CF3-4774-B22B-7F99EAC3138B}"/>
    <dgm:cxn modelId="{26520157-C525-4704-B5C2-19C67C4BF617}" type="presOf" srcId="{DDDD5350-F1D8-419E-AE3D-F12B2B8FB135}" destId="{CB0F8DFA-616C-4A30-A94B-071C8C0FA3B6}" srcOrd="0" destOrd="0" presId="urn:microsoft.com/office/officeart/2005/8/layout/vList2"/>
    <dgm:cxn modelId="{8EAB3E7D-181D-49A9-8D94-F6DD133BE9A0}" srcId="{DDDD5350-F1D8-419E-AE3D-F12B2B8FB135}" destId="{DB390B14-8C54-4352-9374-62C4A1367E55}" srcOrd="1" destOrd="0" parTransId="{7C0C65AB-426E-43B4-A49F-B26D7BD5747A}" sibTransId="{D0A46101-A404-4922-B308-B6920B5DCA0B}"/>
    <dgm:cxn modelId="{3FFA0A7F-28F2-4A32-9912-A2C9F20662EC}" type="presOf" srcId="{EC2B3E10-1A72-46EF-AFC2-20445E9FDF41}" destId="{057380F0-777E-4C90-88D8-C55A9E388EF2}" srcOrd="0" destOrd="0" presId="urn:microsoft.com/office/officeart/2005/8/layout/vList2"/>
    <dgm:cxn modelId="{645A44B8-FD85-4D0D-9B8B-29CCD5A7BD73}" srcId="{DDDD5350-F1D8-419E-AE3D-F12B2B8FB135}" destId="{EC2B3E10-1A72-46EF-AFC2-20445E9FDF41}" srcOrd="2" destOrd="0" parTransId="{CDDAECBF-D7DE-48EC-BC93-5108DCFF22FF}" sibTransId="{750788E1-6F68-480F-84E3-FDAE80212E34}"/>
    <dgm:cxn modelId="{1F98C3BE-F895-4DEE-B410-0594588BD7C4}" type="presOf" srcId="{1B0B3659-7A3D-472D-A2F7-01697EC89CD3}" destId="{73FE0D0E-AD6C-4865-B42D-68DCB4678A97}" srcOrd="0" destOrd="0" presId="urn:microsoft.com/office/officeart/2005/8/layout/vList2"/>
    <dgm:cxn modelId="{81A574EF-3875-4DAA-B8E2-2E9135C6995E}" type="presOf" srcId="{DB390B14-8C54-4352-9374-62C4A1367E55}" destId="{03CF914D-4C20-4A5F-A7D2-C7C160A2BEF6}" srcOrd="0" destOrd="0" presId="urn:microsoft.com/office/officeart/2005/8/layout/vList2"/>
    <dgm:cxn modelId="{63A8FAB7-689D-4132-A915-BC9552E40043}" type="presParOf" srcId="{CB0F8DFA-616C-4A30-A94B-071C8C0FA3B6}" destId="{73FE0D0E-AD6C-4865-B42D-68DCB4678A97}" srcOrd="0" destOrd="0" presId="urn:microsoft.com/office/officeart/2005/8/layout/vList2"/>
    <dgm:cxn modelId="{F13AD3F1-E944-45E5-90E3-47428676D963}" type="presParOf" srcId="{CB0F8DFA-616C-4A30-A94B-071C8C0FA3B6}" destId="{AC35A7C7-71C4-411D-A756-72A2000AF432}" srcOrd="1" destOrd="0" presId="urn:microsoft.com/office/officeart/2005/8/layout/vList2"/>
    <dgm:cxn modelId="{759391DF-6FD9-4FD7-B896-FB7D7D0D9EC7}" type="presParOf" srcId="{CB0F8DFA-616C-4A30-A94B-071C8C0FA3B6}" destId="{03CF914D-4C20-4A5F-A7D2-C7C160A2BEF6}" srcOrd="2" destOrd="0" presId="urn:microsoft.com/office/officeart/2005/8/layout/vList2"/>
    <dgm:cxn modelId="{D797D78D-2E5B-4D3A-86B9-F15280EAD8E9}" type="presParOf" srcId="{CB0F8DFA-616C-4A30-A94B-071C8C0FA3B6}" destId="{CA24CFE9-FC9D-45B1-B019-D252A41CD08C}" srcOrd="3" destOrd="0" presId="urn:microsoft.com/office/officeart/2005/8/layout/vList2"/>
    <dgm:cxn modelId="{917EB358-5C79-4561-A20F-A3BA1C30FB61}" type="presParOf" srcId="{CB0F8DFA-616C-4A30-A94B-071C8C0FA3B6}" destId="{057380F0-777E-4C90-88D8-C55A9E388EF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3289EA49-FDC0-4859-9AAC-DD53B1B0684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3A212A3-DF28-4771-A87F-B38839D558D3}">
      <dgm:prSet/>
      <dgm:spPr/>
      <dgm:t>
        <a:bodyPr/>
        <a:lstStyle/>
        <a:p>
          <a:r>
            <a:rPr lang="en-US"/>
            <a:t>Infrastructure: long tenor, asset-heavy</a:t>
          </a:r>
        </a:p>
      </dgm:t>
    </dgm:pt>
    <dgm:pt modelId="{B5C2CC01-EC16-486E-A3B2-1C9C09C8C265}" type="parTrans" cxnId="{150A1F73-19BB-401B-BD3A-364941212589}">
      <dgm:prSet/>
      <dgm:spPr/>
      <dgm:t>
        <a:bodyPr/>
        <a:lstStyle/>
        <a:p>
          <a:endParaRPr lang="en-US"/>
        </a:p>
      </dgm:t>
    </dgm:pt>
    <dgm:pt modelId="{FB22BFA8-18F8-4DCC-9F99-F0EF3577A521}" type="sibTrans" cxnId="{150A1F73-19BB-401B-BD3A-364941212589}">
      <dgm:prSet/>
      <dgm:spPr/>
      <dgm:t>
        <a:bodyPr/>
        <a:lstStyle/>
        <a:p>
          <a:endParaRPr lang="en-US"/>
        </a:p>
      </dgm:t>
    </dgm:pt>
    <dgm:pt modelId="{AF5A25DE-6BFB-4CF7-97AD-40F2081CDCE5}">
      <dgm:prSet/>
      <dgm:spPr/>
      <dgm:t>
        <a:bodyPr/>
        <a:lstStyle/>
        <a:p>
          <a:r>
            <a:rPr lang="en-US"/>
            <a:t>Operational: efficiency-focused, shorter payback</a:t>
          </a:r>
        </a:p>
      </dgm:t>
    </dgm:pt>
    <dgm:pt modelId="{051C2085-62B0-4A2D-B97F-4F90C8A90300}" type="parTrans" cxnId="{0A0E4702-75CD-442A-AD67-0190DA880552}">
      <dgm:prSet/>
      <dgm:spPr/>
      <dgm:t>
        <a:bodyPr/>
        <a:lstStyle/>
        <a:p>
          <a:endParaRPr lang="en-US"/>
        </a:p>
      </dgm:t>
    </dgm:pt>
    <dgm:pt modelId="{DB081133-AE57-4546-AE80-99DCE23F9CA5}" type="sibTrans" cxnId="{0A0E4702-75CD-442A-AD67-0190DA880552}">
      <dgm:prSet/>
      <dgm:spPr/>
      <dgm:t>
        <a:bodyPr/>
        <a:lstStyle/>
        <a:p>
          <a:endParaRPr lang="en-US"/>
        </a:p>
      </dgm:t>
    </dgm:pt>
    <dgm:pt modelId="{3538D716-929B-4F71-B833-CCBB4CC2B8DE}">
      <dgm:prSet/>
      <dgm:spPr/>
      <dgm:t>
        <a:bodyPr/>
        <a:lstStyle/>
        <a:p>
          <a:r>
            <a:rPr lang="en-US"/>
            <a:t>Different investor profiles</a:t>
          </a:r>
        </a:p>
      </dgm:t>
    </dgm:pt>
    <dgm:pt modelId="{504EBDCF-76E5-471B-85D0-0D67F4715A76}" type="parTrans" cxnId="{0884923B-8B22-49D7-A27D-5F5B5F207C89}">
      <dgm:prSet/>
      <dgm:spPr/>
      <dgm:t>
        <a:bodyPr/>
        <a:lstStyle/>
        <a:p>
          <a:endParaRPr lang="en-US"/>
        </a:p>
      </dgm:t>
    </dgm:pt>
    <dgm:pt modelId="{7B3EAAA2-ADAF-4AD7-8229-756452A90340}" type="sibTrans" cxnId="{0884923B-8B22-49D7-A27D-5F5B5F207C89}">
      <dgm:prSet/>
      <dgm:spPr/>
      <dgm:t>
        <a:bodyPr/>
        <a:lstStyle/>
        <a:p>
          <a:endParaRPr lang="en-US"/>
        </a:p>
      </dgm:t>
    </dgm:pt>
    <dgm:pt modelId="{BF79A404-1505-4503-A74C-CB3D2011F9B3}" type="pres">
      <dgm:prSet presAssocID="{3289EA49-FDC0-4859-9AAC-DD53B1B0684C}" presName="linear" presStyleCnt="0">
        <dgm:presLayoutVars>
          <dgm:animLvl val="lvl"/>
          <dgm:resizeHandles val="exact"/>
        </dgm:presLayoutVars>
      </dgm:prSet>
      <dgm:spPr/>
    </dgm:pt>
    <dgm:pt modelId="{E6226CD0-021D-481F-8696-E68A1A967CAA}" type="pres">
      <dgm:prSet presAssocID="{E3A212A3-DF28-4771-A87F-B38839D558D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572E05C-0813-4850-B76B-CF4A03B737BC}" type="pres">
      <dgm:prSet presAssocID="{FB22BFA8-18F8-4DCC-9F99-F0EF3577A521}" presName="spacer" presStyleCnt="0"/>
      <dgm:spPr/>
    </dgm:pt>
    <dgm:pt modelId="{DF587413-91E8-4C8E-BB6E-955A0500BCF7}" type="pres">
      <dgm:prSet presAssocID="{AF5A25DE-6BFB-4CF7-97AD-40F2081CDCE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88EA2AB-8C66-48BA-9D49-EEB184E68F21}" type="pres">
      <dgm:prSet presAssocID="{DB081133-AE57-4546-AE80-99DCE23F9CA5}" presName="spacer" presStyleCnt="0"/>
      <dgm:spPr/>
    </dgm:pt>
    <dgm:pt modelId="{E06FFAD4-8CEB-479F-84B1-0E9D2D116761}" type="pres">
      <dgm:prSet presAssocID="{3538D716-929B-4F71-B833-CCBB4CC2B8D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A0E4702-75CD-442A-AD67-0190DA880552}" srcId="{3289EA49-FDC0-4859-9AAC-DD53B1B0684C}" destId="{AF5A25DE-6BFB-4CF7-97AD-40F2081CDCE5}" srcOrd="1" destOrd="0" parTransId="{051C2085-62B0-4A2D-B97F-4F90C8A90300}" sibTransId="{DB081133-AE57-4546-AE80-99DCE23F9CA5}"/>
    <dgm:cxn modelId="{66E02B1A-E9CE-4D34-AFA7-8A0F1CEE3962}" type="presOf" srcId="{3289EA49-FDC0-4859-9AAC-DD53B1B0684C}" destId="{BF79A404-1505-4503-A74C-CB3D2011F9B3}" srcOrd="0" destOrd="0" presId="urn:microsoft.com/office/officeart/2005/8/layout/vList2"/>
    <dgm:cxn modelId="{0884923B-8B22-49D7-A27D-5F5B5F207C89}" srcId="{3289EA49-FDC0-4859-9AAC-DD53B1B0684C}" destId="{3538D716-929B-4F71-B833-CCBB4CC2B8DE}" srcOrd="2" destOrd="0" parTransId="{504EBDCF-76E5-471B-85D0-0D67F4715A76}" sibTransId="{7B3EAAA2-ADAF-4AD7-8229-756452A90340}"/>
    <dgm:cxn modelId="{FF223641-91FB-4F8D-82C7-F75A3B90A692}" type="presOf" srcId="{E3A212A3-DF28-4771-A87F-B38839D558D3}" destId="{E6226CD0-021D-481F-8696-E68A1A967CAA}" srcOrd="0" destOrd="0" presId="urn:microsoft.com/office/officeart/2005/8/layout/vList2"/>
    <dgm:cxn modelId="{150A1F73-19BB-401B-BD3A-364941212589}" srcId="{3289EA49-FDC0-4859-9AAC-DD53B1B0684C}" destId="{E3A212A3-DF28-4771-A87F-B38839D558D3}" srcOrd="0" destOrd="0" parTransId="{B5C2CC01-EC16-486E-A3B2-1C9C09C8C265}" sibTransId="{FB22BFA8-18F8-4DCC-9F99-F0EF3577A521}"/>
    <dgm:cxn modelId="{65F8B87F-ABE8-41C6-8964-A645C27E9B67}" type="presOf" srcId="{AF5A25DE-6BFB-4CF7-97AD-40F2081CDCE5}" destId="{DF587413-91E8-4C8E-BB6E-955A0500BCF7}" srcOrd="0" destOrd="0" presId="urn:microsoft.com/office/officeart/2005/8/layout/vList2"/>
    <dgm:cxn modelId="{679A66AE-AE31-42CF-B020-6F19A818CE05}" type="presOf" srcId="{3538D716-929B-4F71-B833-CCBB4CC2B8DE}" destId="{E06FFAD4-8CEB-479F-84B1-0E9D2D116761}" srcOrd="0" destOrd="0" presId="urn:microsoft.com/office/officeart/2005/8/layout/vList2"/>
    <dgm:cxn modelId="{EF846ABC-2143-4C61-AEC3-82C8D9FBE46F}" type="presParOf" srcId="{BF79A404-1505-4503-A74C-CB3D2011F9B3}" destId="{E6226CD0-021D-481F-8696-E68A1A967CAA}" srcOrd="0" destOrd="0" presId="urn:microsoft.com/office/officeart/2005/8/layout/vList2"/>
    <dgm:cxn modelId="{7D369C4B-6A21-4CB4-B784-38028D786652}" type="presParOf" srcId="{BF79A404-1505-4503-A74C-CB3D2011F9B3}" destId="{F572E05C-0813-4850-B76B-CF4A03B737BC}" srcOrd="1" destOrd="0" presId="urn:microsoft.com/office/officeart/2005/8/layout/vList2"/>
    <dgm:cxn modelId="{257B866A-9E42-4080-8D67-8C9A8BDF4E08}" type="presParOf" srcId="{BF79A404-1505-4503-A74C-CB3D2011F9B3}" destId="{DF587413-91E8-4C8E-BB6E-955A0500BCF7}" srcOrd="2" destOrd="0" presId="urn:microsoft.com/office/officeart/2005/8/layout/vList2"/>
    <dgm:cxn modelId="{8F603CD9-09E3-4DCE-974A-3AA78BBAA34F}" type="presParOf" srcId="{BF79A404-1505-4503-A74C-CB3D2011F9B3}" destId="{A88EA2AB-8C66-48BA-9D49-EEB184E68F21}" srcOrd="3" destOrd="0" presId="urn:microsoft.com/office/officeart/2005/8/layout/vList2"/>
    <dgm:cxn modelId="{CB5541A7-AF93-49BB-B87E-DE58C27D28C1}" type="presParOf" srcId="{BF79A404-1505-4503-A74C-CB3D2011F9B3}" destId="{E06FFAD4-8CEB-479F-84B1-0E9D2D11676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EDE5C8D0-8C19-4DC9-8BA1-2D72FC39DD6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CAE9030-5302-4147-9561-2B645919CDFF}">
      <dgm:prSet/>
      <dgm:spPr/>
      <dgm:t>
        <a:bodyPr/>
        <a:lstStyle/>
        <a:p>
          <a:r>
            <a:rPr lang="en-US"/>
            <a:t>Integration can lower cost of capital</a:t>
          </a:r>
        </a:p>
      </dgm:t>
    </dgm:pt>
    <dgm:pt modelId="{7EFCEE56-C23D-44D3-A8FD-28305C9070C2}" type="parTrans" cxnId="{37D381F3-6BDE-4D33-9E75-3252F84A56DB}">
      <dgm:prSet/>
      <dgm:spPr/>
      <dgm:t>
        <a:bodyPr/>
        <a:lstStyle/>
        <a:p>
          <a:endParaRPr lang="en-US"/>
        </a:p>
      </dgm:t>
    </dgm:pt>
    <dgm:pt modelId="{56AF13E0-CAE2-4A11-B668-171C3ACA0A94}" type="sibTrans" cxnId="{37D381F3-6BDE-4D33-9E75-3252F84A56DB}">
      <dgm:prSet/>
      <dgm:spPr/>
      <dgm:t>
        <a:bodyPr/>
        <a:lstStyle/>
        <a:p>
          <a:endParaRPr lang="en-US"/>
        </a:p>
      </dgm:t>
    </dgm:pt>
    <dgm:pt modelId="{5472DB10-5342-4E75-8EAE-7AD3D784DB6E}">
      <dgm:prSet/>
      <dgm:spPr/>
      <dgm:t>
        <a:bodyPr/>
        <a:lstStyle/>
        <a:p>
          <a:r>
            <a:rPr lang="en-US"/>
            <a:t>Improves eligibility for blended finance</a:t>
          </a:r>
        </a:p>
      </dgm:t>
    </dgm:pt>
    <dgm:pt modelId="{CDAAA2CA-B728-41E9-B65E-AF5487448B11}" type="parTrans" cxnId="{663018C5-48E2-41A1-8726-606F0FBCD31D}">
      <dgm:prSet/>
      <dgm:spPr/>
      <dgm:t>
        <a:bodyPr/>
        <a:lstStyle/>
        <a:p>
          <a:endParaRPr lang="en-US"/>
        </a:p>
      </dgm:t>
    </dgm:pt>
    <dgm:pt modelId="{AD1A22AE-FBBD-4C2E-B7D9-0B3CC784C5F0}" type="sibTrans" cxnId="{663018C5-48E2-41A1-8726-606F0FBCD31D}">
      <dgm:prSet/>
      <dgm:spPr/>
      <dgm:t>
        <a:bodyPr/>
        <a:lstStyle/>
        <a:p>
          <a:endParaRPr lang="en-US"/>
        </a:p>
      </dgm:t>
    </dgm:pt>
    <dgm:pt modelId="{CEB47343-7789-4249-900D-7FF2F302C7CE}">
      <dgm:prSet/>
      <dgm:spPr/>
      <dgm:t>
        <a:bodyPr/>
        <a:lstStyle/>
        <a:p>
          <a:r>
            <a:rPr lang="en-US"/>
            <a:t>Supports longer tenors</a:t>
          </a:r>
        </a:p>
      </dgm:t>
    </dgm:pt>
    <dgm:pt modelId="{275BC8DD-BE06-4624-ABAE-896A84C0CE0E}" type="parTrans" cxnId="{0F8EDB7E-5CA9-4500-8F68-5FA55399B021}">
      <dgm:prSet/>
      <dgm:spPr/>
      <dgm:t>
        <a:bodyPr/>
        <a:lstStyle/>
        <a:p>
          <a:endParaRPr lang="en-US"/>
        </a:p>
      </dgm:t>
    </dgm:pt>
    <dgm:pt modelId="{BECFD284-B7E1-470B-A495-F72331CDDB1D}" type="sibTrans" cxnId="{0F8EDB7E-5CA9-4500-8F68-5FA55399B021}">
      <dgm:prSet/>
      <dgm:spPr/>
      <dgm:t>
        <a:bodyPr/>
        <a:lstStyle/>
        <a:p>
          <a:endParaRPr lang="en-US"/>
        </a:p>
      </dgm:t>
    </dgm:pt>
    <dgm:pt modelId="{2004D602-96EB-4684-883E-13728D41697F}" type="pres">
      <dgm:prSet presAssocID="{EDE5C8D0-8C19-4DC9-8BA1-2D72FC39DD67}" presName="linear" presStyleCnt="0">
        <dgm:presLayoutVars>
          <dgm:animLvl val="lvl"/>
          <dgm:resizeHandles val="exact"/>
        </dgm:presLayoutVars>
      </dgm:prSet>
      <dgm:spPr/>
    </dgm:pt>
    <dgm:pt modelId="{AAECF5BC-06EB-4996-8C19-04D8EAE163C3}" type="pres">
      <dgm:prSet presAssocID="{BCAE9030-5302-4147-9561-2B645919CDF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6B98D7E-408C-47CB-9D54-429B756B678F}" type="pres">
      <dgm:prSet presAssocID="{56AF13E0-CAE2-4A11-B668-171C3ACA0A94}" presName="spacer" presStyleCnt="0"/>
      <dgm:spPr/>
    </dgm:pt>
    <dgm:pt modelId="{E656E542-9C91-4F11-A64B-69494A7674B2}" type="pres">
      <dgm:prSet presAssocID="{5472DB10-5342-4E75-8EAE-7AD3D784DB6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8926D88-E38D-406F-B2A8-1ABC3970A772}" type="pres">
      <dgm:prSet presAssocID="{AD1A22AE-FBBD-4C2E-B7D9-0B3CC784C5F0}" presName="spacer" presStyleCnt="0"/>
      <dgm:spPr/>
    </dgm:pt>
    <dgm:pt modelId="{C54EA9AF-5915-4ED9-8D23-E0EFBDFE1C72}" type="pres">
      <dgm:prSet presAssocID="{CEB47343-7789-4249-900D-7FF2F302C7C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8511C3C-5823-47C4-9C58-002BFEEDE7CF}" type="presOf" srcId="{EDE5C8D0-8C19-4DC9-8BA1-2D72FC39DD67}" destId="{2004D602-96EB-4684-883E-13728D41697F}" srcOrd="0" destOrd="0" presId="urn:microsoft.com/office/officeart/2005/8/layout/vList2"/>
    <dgm:cxn modelId="{35E1EF5A-6166-47B6-9D12-0E1EE5BDCAA6}" type="presOf" srcId="{5472DB10-5342-4E75-8EAE-7AD3D784DB6E}" destId="{E656E542-9C91-4F11-A64B-69494A7674B2}" srcOrd="0" destOrd="0" presId="urn:microsoft.com/office/officeart/2005/8/layout/vList2"/>
    <dgm:cxn modelId="{0F8EDB7E-5CA9-4500-8F68-5FA55399B021}" srcId="{EDE5C8D0-8C19-4DC9-8BA1-2D72FC39DD67}" destId="{CEB47343-7789-4249-900D-7FF2F302C7CE}" srcOrd="2" destOrd="0" parTransId="{275BC8DD-BE06-4624-ABAE-896A84C0CE0E}" sibTransId="{BECFD284-B7E1-470B-A495-F72331CDDB1D}"/>
    <dgm:cxn modelId="{0BC355C4-D850-47AF-AD76-ED56BE31233A}" type="presOf" srcId="{BCAE9030-5302-4147-9561-2B645919CDFF}" destId="{AAECF5BC-06EB-4996-8C19-04D8EAE163C3}" srcOrd="0" destOrd="0" presId="urn:microsoft.com/office/officeart/2005/8/layout/vList2"/>
    <dgm:cxn modelId="{663018C5-48E2-41A1-8726-606F0FBCD31D}" srcId="{EDE5C8D0-8C19-4DC9-8BA1-2D72FC39DD67}" destId="{5472DB10-5342-4E75-8EAE-7AD3D784DB6E}" srcOrd="1" destOrd="0" parTransId="{CDAAA2CA-B728-41E9-B65E-AF5487448B11}" sibTransId="{AD1A22AE-FBBD-4C2E-B7D9-0B3CC784C5F0}"/>
    <dgm:cxn modelId="{447B47EC-0962-4255-9F80-54D1B7024EBF}" type="presOf" srcId="{CEB47343-7789-4249-900D-7FF2F302C7CE}" destId="{C54EA9AF-5915-4ED9-8D23-E0EFBDFE1C72}" srcOrd="0" destOrd="0" presId="urn:microsoft.com/office/officeart/2005/8/layout/vList2"/>
    <dgm:cxn modelId="{37D381F3-6BDE-4D33-9E75-3252F84A56DB}" srcId="{EDE5C8D0-8C19-4DC9-8BA1-2D72FC39DD67}" destId="{BCAE9030-5302-4147-9561-2B645919CDFF}" srcOrd="0" destOrd="0" parTransId="{7EFCEE56-C23D-44D3-A8FD-28305C9070C2}" sibTransId="{56AF13E0-CAE2-4A11-B668-171C3ACA0A94}"/>
    <dgm:cxn modelId="{9EE19335-2869-477E-8C1E-B4AB78B45E87}" type="presParOf" srcId="{2004D602-96EB-4684-883E-13728D41697F}" destId="{AAECF5BC-06EB-4996-8C19-04D8EAE163C3}" srcOrd="0" destOrd="0" presId="urn:microsoft.com/office/officeart/2005/8/layout/vList2"/>
    <dgm:cxn modelId="{9E45288F-9962-4920-B64E-4E4EB688FCC2}" type="presParOf" srcId="{2004D602-96EB-4684-883E-13728D41697F}" destId="{36B98D7E-408C-47CB-9D54-429B756B678F}" srcOrd="1" destOrd="0" presId="urn:microsoft.com/office/officeart/2005/8/layout/vList2"/>
    <dgm:cxn modelId="{FC1712BD-F199-4C91-873E-1C47CB25FE89}" type="presParOf" srcId="{2004D602-96EB-4684-883E-13728D41697F}" destId="{E656E542-9C91-4F11-A64B-69494A7674B2}" srcOrd="2" destOrd="0" presId="urn:microsoft.com/office/officeart/2005/8/layout/vList2"/>
    <dgm:cxn modelId="{999D7773-0CFB-4615-B0E0-EA97F37B9906}" type="presParOf" srcId="{2004D602-96EB-4684-883E-13728D41697F}" destId="{18926D88-E38D-406F-B2A8-1ABC3970A772}" srcOrd="3" destOrd="0" presId="urn:microsoft.com/office/officeart/2005/8/layout/vList2"/>
    <dgm:cxn modelId="{1A29BDCE-311A-4883-BCA8-A5D69519479A}" type="presParOf" srcId="{2004D602-96EB-4684-883E-13728D41697F}" destId="{C54EA9AF-5915-4ED9-8D23-E0EFBDFE1C7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2101FD6F-6F83-477F-A531-50F6B979985C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06DB3B5-067C-4ED9-B6EE-7A53E76B1554}">
      <dgm:prSet/>
      <dgm:spPr/>
      <dgm:t>
        <a:bodyPr/>
        <a:lstStyle/>
        <a:p>
          <a:r>
            <a:rPr lang="en-US"/>
            <a:t>WEFE screening matrix</a:t>
          </a:r>
        </a:p>
      </dgm:t>
    </dgm:pt>
    <dgm:pt modelId="{C0F3C004-9C9C-4B4E-A163-F0FA1B8A58EA}" type="parTrans" cxnId="{89003571-4AA7-4C2D-92D6-FAF022E8B94C}">
      <dgm:prSet/>
      <dgm:spPr/>
      <dgm:t>
        <a:bodyPr/>
        <a:lstStyle/>
        <a:p>
          <a:endParaRPr lang="en-US"/>
        </a:p>
      </dgm:t>
    </dgm:pt>
    <dgm:pt modelId="{0867261D-BC84-4C37-B519-F76CECA8C5EC}" type="sibTrans" cxnId="{89003571-4AA7-4C2D-92D6-FAF022E8B94C}">
      <dgm:prSet/>
      <dgm:spPr/>
      <dgm:t>
        <a:bodyPr/>
        <a:lstStyle/>
        <a:p>
          <a:endParaRPr lang="en-US"/>
        </a:p>
      </dgm:t>
    </dgm:pt>
    <dgm:pt modelId="{BA189D94-F4F4-4FD1-B98C-4DDD6EBAFAFE}">
      <dgm:prSet/>
      <dgm:spPr/>
      <dgm:t>
        <a:bodyPr/>
        <a:lstStyle/>
        <a:p>
          <a:r>
            <a:rPr lang="en-US"/>
            <a:t>Nexus mapping</a:t>
          </a:r>
        </a:p>
      </dgm:t>
    </dgm:pt>
    <dgm:pt modelId="{966397F1-F5E2-459E-845A-5C1FBB566926}" type="parTrans" cxnId="{2887102E-FC3F-4740-AF52-5A51B25C1A7C}">
      <dgm:prSet/>
      <dgm:spPr/>
      <dgm:t>
        <a:bodyPr/>
        <a:lstStyle/>
        <a:p>
          <a:endParaRPr lang="en-US"/>
        </a:p>
      </dgm:t>
    </dgm:pt>
    <dgm:pt modelId="{1BA6CBAE-FF28-4FC0-92CE-77321B1D1E87}" type="sibTrans" cxnId="{2887102E-FC3F-4740-AF52-5A51B25C1A7C}">
      <dgm:prSet/>
      <dgm:spPr/>
      <dgm:t>
        <a:bodyPr/>
        <a:lstStyle/>
        <a:p>
          <a:endParaRPr lang="en-US"/>
        </a:p>
      </dgm:t>
    </dgm:pt>
    <dgm:pt modelId="{5FFE6E32-DDCD-4B61-8C56-1B925115C502}">
      <dgm:prSet/>
      <dgm:spPr/>
      <dgm:t>
        <a:bodyPr/>
        <a:lstStyle/>
        <a:p>
          <a:r>
            <a:rPr lang="en-US"/>
            <a:t>Integration and impact indicators</a:t>
          </a:r>
        </a:p>
      </dgm:t>
    </dgm:pt>
    <dgm:pt modelId="{D2EC4A17-1585-4558-A986-897608C45E87}" type="parTrans" cxnId="{7DAE7688-E164-4A02-B00C-487D5432A337}">
      <dgm:prSet/>
      <dgm:spPr/>
      <dgm:t>
        <a:bodyPr/>
        <a:lstStyle/>
        <a:p>
          <a:endParaRPr lang="en-US"/>
        </a:p>
      </dgm:t>
    </dgm:pt>
    <dgm:pt modelId="{9B207015-F45B-4DD7-B553-90AE9FA22DE5}" type="sibTrans" cxnId="{7DAE7688-E164-4A02-B00C-487D5432A337}">
      <dgm:prSet/>
      <dgm:spPr/>
      <dgm:t>
        <a:bodyPr/>
        <a:lstStyle/>
        <a:p>
          <a:endParaRPr lang="en-US"/>
        </a:p>
      </dgm:t>
    </dgm:pt>
    <dgm:pt modelId="{E5C4C693-4CE6-485B-97AD-EF499A03EB96}" type="pres">
      <dgm:prSet presAssocID="{2101FD6F-6F83-477F-A531-50F6B979985C}" presName="linear" presStyleCnt="0">
        <dgm:presLayoutVars>
          <dgm:dir/>
          <dgm:animLvl val="lvl"/>
          <dgm:resizeHandles val="exact"/>
        </dgm:presLayoutVars>
      </dgm:prSet>
      <dgm:spPr/>
    </dgm:pt>
    <dgm:pt modelId="{3237D68E-3D50-48C6-AC2F-D3C9F6B6DD1E}" type="pres">
      <dgm:prSet presAssocID="{906DB3B5-067C-4ED9-B6EE-7A53E76B1554}" presName="parentLin" presStyleCnt="0"/>
      <dgm:spPr/>
    </dgm:pt>
    <dgm:pt modelId="{CF379248-C142-49FD-BA95-B4114790E1A2}" type="pres">
      <dgm:prSet presAssocID="{906DB3B5-067C-4ED9-B6EE-7A53E76B1554}" presName="parentLeftMargin" presStyleLbl="node1" presStyleIdx="0" presStyleCnt="3"/>
      <dgm:spPr/>
    </dgm:pt>
    <dgm:pt modelId="{8C3966ED-D891-49DF-A4E3-72493FDD8002}" type="pres">
      <dgm:prSet presAssocID="{906DB3B5-067C-4ED9-B6EE-7A53E76B155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20D96DD-D3B8-4454-B06D-CFE259CC4730}" type="pres">
      <dgm:prSet presAssocID="{906DB3B5-067C-4ED9-B6EE-7A53E76B1554}" presName="negativeSpace" presStyleCnt="0"/>
      <dgm:spPr/>
    </dgm:pt>
    <dgm:pt modelId="{C25BEDD4-2D9B-4CD2-A0A9-E3089F26C38E}" type="pres">
      <dgm:prSet presAssocID="{906DB3B5-067C-4ED9-B6EE-7A53E76B1554}" presName="childText" presStyleLbl="conFgAcc1" presStyleIdx="0" presStyleCnt="3">
        <dgm:presLayoutVars>
          <dgm:bulletEnabled val="1"/>
        </dgm:presLayoutVars>
      </dgm:prSet>
      <dgm:spPr/>
    </dgm:pt>
    <dgm:pt modelId="{47F656A8-81C9-49F1-B7CA-4C7FBB49FA35}" type="pres">
      <dgm:prSet presAssocID="{0867261D-BC84-4C37-B519-F76CECA8C5EC}" presName="spaceBetweenRectangles" presStyleCnt="0"/>
      <dgm:spPr/>
    </dgm:pt>
    <dgm:pt modelId="{E697E55A-51ED-4812-9A4E-36879E7FAA8C}" type="pres">
      <dgm:prSet presAssocID="{BA189D94-F4F4-4FD1-B98C-4DDD6EBAFAFE}" presName="parentLin" presStyleCnt="0"/>
      <dgm:spPr/>
    </dgm:pt>
    <dgm:pt modelId="{369691FF-F226-41B7-AF1B-41E604F133B6}" type="pres">
      <dgm:prSet presAssocID="{BA189D94-F4F4-4FD1-B98C-4DDD6EBAFAFE}" presName="parentLeftMargin" presStyleLbl="node1" presStyleIdx="0" presStyleCnt="3"/>
      <dgm:spPr/>
    </dgm:pt>
    <dgm:pt modelId="{E1444AC8-5E1B-4378-A636-CDDEA785581E}" type="pres">
      <dgm:prSet presAssocID="{BA189D94-F4F4-4FD1-B98C-4DDD6EBAFAF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2A42AE6-E01D-4EF3-9C82-D7916BDCED18}" type="pres">
      <dgm:prSet presAssocID="{BA189D94-F4F4-4FD1-B98C-4DDD6EBAFAFE}" presName="negativeSpace" presStyleCnt="0"/>
      <dgm:spPr/>
    </dgm:pt>
    <dgm:pt modelId="{DB54719B-43B8-4D69-8250-CF7EF549D40C}" type="pres">
      <dgm:prSet presAssocID="{BA189D94-F4F4-4FD1-B98C-4DDD6EBAFAFE}" presName="childText" presStyleLbl="conFgAcc1" presStyleIdx="1" presStyleCnt="3">
        <dgm:presLayoutVars>
          <dgm:bulletEnabled val="1"/>
        </dgm:presLayoutVars>
      </dgm:prSet>
      <dgm:spPr/>
    </dgm:pt>
    <dgm:pt modelId="{583642BA-BDB1-4DBE-9022-C5E894638603}" type="pres">
      <dgm:prSet presAssocID="{1BA6CBAE-FF28-4FC0-92CE-77321B1D1E87}" presName="spaceBetweenRectangles" presStyleCnt="0"/>
      <dgm:spPr/>
    </dgm:pt>
    <dgm:pt modelId="{41618728-29D3-498A-9D47-37941AA21480}" type="pres">
      <dgm:prSet presAssocID="{5FFE6E32-DDCD-4B61-8C56-1B925115C502}" presName="parentLin" presStyleCnt="0"/>
      <dgm:spPr/>
    </dgm:pt>
    <dgm:pt modelId="{0D968662-94C9-457F-BAEE-421BE394B676}" type="pres">
      <dgm:prSet presAssocID="{5FFE6E32-DDCD-4B61-8C56-1B925115C502}" presName="parentLeftMargin" presStyleLbl="node1" presStyleIdx="1" presStyleCnt="3"/>
      <dgm:spPr/>
    </dgm:pt>
    <dgm:pt modelId="{C616F096-D9A7-419B-BDF6-C85576A009F4}" type="pres">
      <dgm:prSet presAssocID="{5FFE6E32-DDCD-4B61-8C56-1B925115C502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0444429-111C-4EE2-A604-27CF736EAAE6}" type="pres">
      <dgm:prSet presAssocID="{5FFE6E32-DDCD-4B61-8C56-1B925115C502}" presName="negativeSpace" presStyleCnt="0"/>
      <dgm:spPr/>
    </dgm:pt>
    <dgm:pt modelId="{07ADE11F-0036-43BA-B7A8-81D8AFE9E864}" type="pres">
      <dgm:prSet presAssocID="{5FFE6E32-DDCD-4B61-8C56-1B925115C502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DAED719-489F-438D-AD4A-2A3064FEB5A4}" type="presOf" srcId="{BA189D94-F4F4-4FD1-B98C-4DDD6EBAFAFE}" destId="{E1444AC8-5E1B-4378-A636-CDDEA785581E}" srcOrd="1" destOrd="0" presId="urn:microsoft.com/office/officeart/2005/8/layout/list1"/>
    <dgm:cxn modelId="{F5C01F25-7784-426A-8743-CF1D8B47E103}" type="presOf" srcId="{5FFE6E32-DDCD-4B61-8C56-1B925115C502}" destId="{C616F096-D9A7-419B-BDF6-C85576A009F4}" srcOrd="1" destOrd="0" presId="urn:microsoft.com/office/officeart/2005/8/layout/list1"/>
    <dgm:cxn modelId="{2887102E-FC3F-4740-AF52-5A51B25C1A7C}" srcId="{2101FD6F-6F83-477F-A531-50F6B979985C}" destId="{BA189D94-F4F4-4FD1-B98C-4DDD6EBAFAFE}" srcOrd="1" destOrd="0" parTransId="{966397F1-F5E2-459E-845A-5C1FBB566926}" sibTransId="{1BA6CBAE-FF28-4FC0-92CE-77321B1D1E87}"/>
    <dgm:cxn modelId="{A0E23330-A394-4EB2-ABA6-BD265751E1E9}" type="presOf" srcId="{2101FD6F-6F83-477F-A531-50F6B979985C}" destId="{E5C4C693-4CE6-485B-97AD-EF499A03EB96}" srcOrd="0" destOrd="0" presId="urn:microsoft.com/office/officeart/2005/8/layout/list1"/>
    <dgm:cxn modelId="{89003571-4AA7-4C2D-92D6-FAF022E8B94C}" srcId="{2101FD6F-6F83-477F-A531-50F6B979985C}" destId="{906DB3B5-067C-4ED9-B6EE-7A53E76B1554}" srcOrd="0" destOrd="0" parTransId="{C0F3C004-9C9C-4B4E-A163-F0FA1B8A58EA}" sibTransId="{0867261D-BC84-4C37-B519-F76CECA8C5EC}"/>
    <dgm:cxn modelId="{C1F92553-E0DA-44E7-A8F3-68F2E8A6457A}" type="presOf" srcId="{906DB3B5-067C-4ED9-B6EE-7A53E76B1554}" destId="{8C3966ED-D891-49DF-A4E3-72493FDD8002}" srcOrd="1" destOrd="0" presId="urn:microsoft.com/office/officeart/2005/8/layout/list1"/>
    <dgm:cxn modelId="{7DAE7688-E164-4A02-B00C-487D5432A337}" srcId="{2101FD6F-6F83-477F-A531-50F6B979985C}" destId="{5FFE6E32-DDCD-4B61-8C56-1B925115C502}" srcOrd="2" destOrd="0" parTransId="{D2EC4A17-1585-4558-A986-897608C45E87}" sibTransId="{9B207015-F45B-4DD7-B553-90AE9FA22DE5}"/>
    <dgm:cxn modelId="{E6DDB99A-99F6-4F33-9296-E6BC4CF59412}" type="presOf" srcId="{5FFE6E32-DDCD-4B61-8C56-1B925115C502}" destId="{0D968662-94C9-457F-BAEE-421BE394B676}" srcOrd="0" destOrd="0" presId="urn:microsoft.com/office/officeart/2005/8/layout/list1"/>
    <dgm:cxn modelId="{2D901F9E-C72D-4F74-A986-CB211F40E866}" type="presOf" srcId="{BA189D94-F4F4-4FD1-B98C-4DDD6EBAFAFE}" destId="{369691FF-F226-41B7-AF1B-41E604F133B6}" srcOrd="0" destOrd="0" presId="urn:microsoft.com/office/officeart/2005/8/layout/list1"/>
    <dgm:cxn modelId="{68A424C6-F0F0-4DD6-B38F-2393072BC75D}" type="presOf" srcId="{906DB3B5-067C-4ED9-B6EE-7A53E76B1554}" destId="{CF379248-C142-49FD-BA95-B4114790E1A2}" srcOrd="0" destOrd="0" presId="urn:microsoft.com/office/officeart/2005/8/layout/list1"/>
    <dgm:cxn modelId="{6D5AF2D5-1023-4AC3-9E8E-BAFD32F098FE}" type="presParOf" srcId="{E5C4C693-4CE6-485B-97AD-EF499A03EB96}" destId="{3237D68E-3D50-48C6-AC2F-D3C9F6B6DD1E}" srcOrd="0" destOrd="0" presId="urn:microsoft.com/office/officeart/2005/8/layout/list1"/>
    <dgm:cxn modelId="{40BB639C-B146-41DE-8EB9-416DBB766083}" type="presParOf" srcId="{3237D68E-3D50-48C6-AC2F-D3C9F6B6DD1E}" destId="{CF379248-C142-49FD-BA95-B4114790E1A2}" srcOrd="0" destOrd="0" presId="urn:microsoft.com/office/officeart/2005/8/layout/list1"/>
    <dgm:cxn modelId="{43459996-C179-4CFF-A260-BB14CCB6DEE1}" type="presParOf" srcId="{3237D68E-3D50-48C6-AC2F-D3C9F6B6DD1E}" destId="{8C3966ED-D891-49DF-A4E3-72493FDD8002}" srcOrd="1" destOrd="0" presId="urn:microsoft.com/office/officeart/2005/8/layout/list1"/>
    <dgm:cxn modelId="{509580B9-D80C-4064-82B8-6A4D751E7E39}" type="presParOf" srcId="{E5C4C693-4CE6-485B-97AD-EF499A03EB96}" destId="{F20D96DD-D3B8-4454-B06D-CFE259CC4730}" srcOrd="1" destOrd="0" presId="urn:microsoft.com/office/officeart/2005/8/layout/list1"/>
    <dgm:cxn modelId="{ECB06DE1-B0A5-4076-9E8B-E09AA112596B}" type="presParOf" srcId="{E5C4C693-4CE6-485B-97AD-EF499A03EB96}" destId="{C25BEDD4-2D9B-4CD2-A0A9-E3089F26C38E}" srcOrd="2" destOrd="0" presId="urn:microsoft.com/office/officeart/2005/8/layout/list1"/>
    <dgm:cxn modelId="{F32A51EB-83A4-424F-8872-EFDABA472327}" type="presParOf" srcId="{E5C4C693-4CE6-485B-97AD-EF499A03EB96}" destId="{47F656A8-81C9-49F1-B7CA-4C7FBB49FA35}" srcOrd="3" destOrd="0" presId="urn:microsoft.com/office/officeart/2005/8/layout/list1"/>
    <dgm:cxn modelId="{E4F78861-2769-409D-9033-A03774054255}" type="presParOf" srcId="{E5C4C693-4CE6-485B-97AD-EF499A03EB96}" destId="{E697E55A-51ED-4812-9A4E-36879E7FAA8C}" srcOrd="4" destOrd="0" presId="urn:microsoft.com/office/officeart/2005/8/layout/list1"/>
    <dgm:cxn modelId="{55D92BF2-EE84-423D-B3D7-DEC4041879DB}" type="presParOf" srcId="{E697E55A-51ED-4812-9A4E-36879E7FAA8C}" destId="{369691FF-F226-41B7-AF1B-41E604F133B6}" srcOrd="0" destOrd="0" presId="urn:microsoft.com/office/officeart/2005/8/layout/list1"/>
    <dgm:cxn modelId="{36DEA5F3-DBE8-482B-A696-BF91043917CD}" type="presParOf" srcId="{E697E55A-51ED-4812-9A4E-36879E7FAA8C}" destId="{E1444AC8-5E1B-4378-A636-CDDEA785581E}" srcOrd="1" destOrd="0" presId="urn:microsoft.com/office/officeart/2005/8/layout/list1"/>
    <dgm:cxn modelId="{C34CB67F-4216-4ECC-B276-8D03C7FAD8A5}" type="presParOf" srcId="{E5C4C693-4CE6-485B-97AD-EF499A03EB96}" destId="{A2A42AE6-E01D-4EF3-9C82-D7916BDCED18}" srcOrd="5" destOrd="0" presId="urn:microsoft.com/office/officeart/2005/8/layout/list1"/>
    <dgm:cxn modelId="{602FF1DD-CDE4-4C20-8992-BE5474C0AADA}" type="presParOf" srcId="{E5C4C693-4CE6-485B-97AD-EF499A03EB96}" destId="{DB54719B-43B8-4D69-8250-CF7EF549D40C}" srcOrd="6" destOrd="0" presId="urn:microsoft.com/office/officeart/2005/8/layout/list1"/>
    <dgm:cxn modelId="{8188A84B-6DF9-494A-AE9D-ABC246497716}" type="presParOf" srcId="{E5C4C693-4CE6-485B-97AD-EF499A03EB96}" destId="{583642BA-BDB1-4DBE-9022-C5E894638603}" srcOrd="7" destOrd="0" presId="urn:microsoft.com/office/officeart/2005/8/layout/list1"/>
    <dgm:cxn modelId="{0F3FF8D3-49AE-4479-B1CD-87CAE76D46A3}" type="presParOf" srcId="{E5C4C693-4CE6-485B-97AD-EF499A03EB96}" destId="{41618728-29D3-498A-9D47-37941AA21480}" srcOrd="8" destOrd="0" presId="urn:microsoft.com/office/officeart/2005/8/layout/list1"/>
    <dgm:cxn modelId="{41050F8E-0103-4FE4-BB71-DF740783D30A}" type="presParOf" srcId="{41618728-29D3-498A-9D47-37941AA21480}" destId="{0D968662-94C9-457F-BAEE-421BE394B676}" srcOrd="0" destOrd="0" presId="urn:microsoft.com/office/officeart/2005/8/layout/list1"/>
    <dgm:cxn modelId="{67C38723-665B-4538-81F1-C6836E7CBA26}" type="presParOf" srcId="{41618728-29D3-498A-9D47-37941AA21480}" destId="{C616F096-D9A7-419B-BDF6-C85576A009F4}" srcOrd="1" destOrd="0" presId="urn:microsoft.com/office/officeart/2005/8/layout/list1"/>
    <dgm:cxn modelId="{862A123C-55D8-4A10-8C7F-6EFC493B5950}" type="presParOf" srcId="{E5C4C693-4CE6-485B-97AD-EF499A03EB96}" destId="{60444429-111C-4EE2-A604-27CF736EAAE6}" srcOrd="9" destOrd="0" presId="urn:microsoft.com/office/officeart/2005/8/layout/list1"/>
    <dgm:cxn modelId="{8714D731-0E70-42D3-ABA7-D16CCE8F3E92}" type="presParOf" srcId="{E5C4C693-4CE6-485B-97AD-EF499A03EB96}" destId="{07ADE11F-0036-43BA-B7A8-81D8AFE9E86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32DA1E99-AEA3-4FAE-AD07-8C2FF4AFA4F6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5BA59B8-F031-4038-9BCA-801170139979}">
      <dgm:prSet/>
      <dgm:spPr/>
      <dgm:t>
        <a:bodyPr/>
        <a:lstStyle/>
        <a:p>
          <a:r>
            <a:rPr lang="en-US"/>
            <a:t>Check integration across sectors</a:t>
          </a:r>
        </a:p>
      </dgm:t>
    </dgm:pt>
    <dgm:pt modelId="{B91D4D31-39A1-47E5-96CB-BC23FB364C75}" type="parTrans" cxnId="{8F1342CB-DAC9-40E8-B372-0E95E1BBCF61}">
      <dgm:prSet/>
      <dgm:spPr/>
      <dgm:t>
        <a:bodyPr/>
        <a:lstStyle/>
        <a:p>
          <a:endParaRPr lang="en-US"/>
        </a:p>
      </dgm:t>
    </dgm:pt>
    <dgm:pt modelId="{E462522F-9860-43F8-9DA0-3D94E5A43421}" type="sibTrans" cxnId="{8F1342CB-DAC9-40E8-B372-0E95E1BBCF61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8218EC7B-2EFB-48CB-AC90-5859C9E93085}">
      <dgm:prSet/>
      <dgm:spPr/>
      <dgm:t>
        <a:bodyPr/>
        <a:lstStyle/>
        <a:p>
          <a:r>
            <a:rPr lang="en-US"/>
            <a:t>Assess financial and climate benefits</a:t>
          </a:r>
        </a:p>
      </dgm:t>
    </dgm:pt>
    <dgm:pt modelId="{F740EE2E-7556-481B-9AC9-A50A2D976653}" type="parTrans" cxnId="{1AAB7D84-942A-4A46-AE52-2C350EDB43A5}">
      <dgm:prSet/>
      <dgm:spPr/>
      <dgm:t>
        <a:bodyPr/>
        <a:lstStyle/>
        <a:p>
          <a:endParaRPr lang="en-US"/>
        </a:p>
      </dgm:t>
    </dgm:pt>
    <dgm:pt modelId="{A51C53B6-C125-4E4A-B0F2-D63545A999E8}" type="sibTrans" cxnId="{1AAB7D84-942A-4A46-AE52-2C350EDB43A5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F09C8BFC-FA99-4212-A123-E2E334E253BB}">
      <dgm:prSet/>
      <dgm:spPr/>
      <dgm:t>
        <a:bodyPr/>
        <a:lstStyle/>
        <a:p>
          <a:r>
            <a:rPr lang="en-US"/>
            <a:t>Decide WEFE relevance for financiers</a:t>
          </a:r>
        </a:p>
      </dgm:t>
    </dgm:pt>
    <dgm:pt modelId="{2FCA34B1-9DAA-4D69-A2F2-BF1C9ED2BAC1}" type="parTrans" cxnId="{0DABB794-4D12-4F9B-9099-125898F570C1}">
      <dgm:prSet/>
      <dgm:spPr/>
      <dgm:t>
        <a:bodyPr/>
        <a:lstStyle/>
        <a:p>
          <a:endParaRPr lang="en-US"/>
        </a:p>
      </dgm:t>
    </dgm:pt>
    <dgm:pt modelId="{FCE79A20-F6DE-4C8B-A319-36004AD891D7}" type="sibTrans" cxnId="{0DABB794-4D12-4F9B-9099-125898F570C1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98124285-F606-421B-8E50-1272C5846773}" type="pres">
      <dgm:prSet presAssocID="{32DA1E99-AEA3-4FAE-AD07-8C2FF4AFA4F6}" presName="Name0" presStyleCnt="0">
        <dgm:presLayoutVars>
          <dgm:animLvl val="lvl"/>
          <dgm:resizeHandles val="exact"/>
        </dgm:presLayoutVars>
      </dgm:prSet>
      <dgm:spPr/>
    </dgm:pt>
    <dgm:pt modelId="{79AEEAC1-D5DD-4921-B2AF-41C3B777C932}" type="pres">
      <dgm:prSet presAssocID="{55BA59B8-F031-4038-9BCA-801170139979}" presName="compositeNode" presStyleCnt="0">
        <dgm:presLayoutVars>
          <dgm:bulletEnabled val="1"/>
        </dgm:presLayoutVars>
      </dgm:prSet>
      <dgm:spPr/>
    </dgm:pt>
    <dgm:pt modelId="{C0EF81BB-54EC-45CD-9900-D927F89483EB}" type="pres">
      <dgm:prSet presAssocID="{55BA59B8-F031-4038-9BCA-801170139979}" presName="bgRect" presStyleLbl="alignNode1" presStyleIdx="0" presStyleCnt="3"/>
      <dgm:spPr/>
    </dgm:pt>
    <dgm:pt modelId="{2F089DFA-F9E4-4B53-9475-2B1B873ACE1C}" type="pres">
      <dgm:prSet presAssocID="{E462522F-9860-43F8-9DA0-3D94E5A43421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0E3F22D0-A299-4764-B291-E54D6BD3BC76}" type="pres">
      <dgm:prSet presAssocID="{55BA59B8-F031-4038-9BCA-801170139979}" presName="nodeRect" presStyleLbl="alignNode1" presStyleIdx="0" presStyleCnt="3">
        <dgm:presLayoutVars>
          <dgm:bulletEnabled val="1"/>
        </dgm:presLayoutVars>
      </dgm:prSet>
      <dgm:spPr/>
    </dgm:pt>
    <dgm:pt modelId="{34B758C7-9DC7-492B-9E61-E887C63CEF9E}" type="pres">
      <dgm:prSet presAssocID="{E462522F-9860-43F8-9DA0-3D94E5A43421}" presName="sibTrans" presStyleCnt="0"/>
      <dgm:spPr/>
    </dgm:pt>
    <dgm:pt modelId="{9766EC90-9AF5-415E-925E-A166531088B7}" type="pres">
      <dgm:prSet presAssocID="{8218EC7B-2EFB-48CB-AC90-5859C9E93085}" presName="compositeNode" presStyleCnt="0">
        <dgm:presLayoutVars>
          <dgm:bulletEnabled val="1"/>
        </dgm:presLayoutVars>
      </dgm:prSet>
      <dgm:spPr/>
    </dgm:pt>
    <dgm:pt modelId="{1A58D481-7A10-4636-BABF-DBB04AADE358}" type="pres">
      <dgm:prSet presAssocID="{8218EC7B-2EFB-48CB-AC90-5859C9E93085}" presName="bgRect" presStyleLbl="alignNode1" presStyleIdx="1" presStyleCnt="3"/>
      <dgm:spPr/>
    </dgm:pt>
    <dgm:pt modelId="{A8F89AF4-BF0C-49FE-AF09-F9F2621C16E3}" type="pres">
      <dgm:prSet presAssocID="{A51C53B6-C125-4E4A-B0F2-D63545A999E8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2DA55602-84AF-4692-9BAB-BF7BF0A5BB73}" type="pres">
      <dgm:prSet presAssocID="{8218EC7B-2EFB-48CB-AC90-5859C9E93085}" presName="nodeRect" presStyleLbl="alignNode1" presStyleIdx="1" presStyleCnt="3">
        <dgm:presLayoutVars>
          <dgm:bulletEnabled val="1"/>
        </dgm:presLayoutVars>
      </dgm:prSet>
      <dgm:spPr/>
    </dgm:pt>
    <dgm:pt modelId="{AA00F13C-1032-433B-9BB8-AED67920D854}" type="pres">
      <dgm:prSet presAssocID="{A51C53B6-C125-4E4A-B0F2-D63545A999E8}" presName="sibTrans" presStyleCnt="0"/>
      <dgm:spPr/>
    </dgm:pt>
    <dgm:pt modelId="{A46994FE-9CE3-47FB-B931-4B48DE0B7F1F}" type="pres">
      <dgm:prSet presAssocID="{F09C8BFC-FA99-4212-A123-E2E334E253BB}" presName="compositeNode" presStyleCnt="0">
        <dgm:presLayoutVars>
          <dgm:bulletEnabled val="1"/>
        </dgm:presLayoutVars>
      </dgm:prSet>
      <dgm:spPr/>
    </dgm:pt>
    <dgm:pt modelId="{55040390-27A4-4FE7-9ED5-EA3D71912A7C}" type="pres">
      <dgm:prSet presAssocID="{F09C8BFC-FA99-4212-A123-E2E334E253BB}" presName="bgRect" presStyleLbl="alignNode1" presStyleIdx="2" presStyleCnt="3"/>
      <dgm:spPr/>
    </dgm:pt>
    <dgm:pt modelId="{95A40810-23F2-4D4E-B64E-0F2E7CDE3ADF}" type="pres">
      <dgm:prSet presAssocID="{FCE79A20-F6DE-4C8B-A319-36004AD891D7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88F94B86-2F6C-43FE-967F-13D487EDAB20}" type="pres">
      <dgm:prSet presAssocID="{F09C8BFC-FA99-4212-A123-E2E334E253BB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DCD5FF0D-143A-4355-8123-B039FC1DD1A5}" type="presOf" srcId="{55BA59B8-F031-4038-9BCA-801170139979}" destId="{C0EF81BB-54EC-45CD-9900-D927F89483EB}" srcOrd="0" destOrd="0" presId="urn:microsoft.com/office/officeart/2016/7/layout/LinearBlockProcessNumbered"/>
    <dgm:cxn modelId="{1F770117-3DAD-4201-8923-FE3557150155}" type="presOf" srcId="{E462522F-9860-43F8-9DA0-3D94E5A43421}" destId="{2F089DFA-F9E4-4B53-9475-2B1B873ACE1C}" srcOrd="0" destOrd="0" presId="urn:microsoft.com/office/officeart/2016/7/layout/LinearBlockProcessNumbered"/>
    <dgm:cxn modelId="{06F80735-F4B6-47A8-916C-816E95316ACA}" type="presOf" srcId="{8218EC7B-2EFB-48CB-AC90-5859C9E93085}" destId="{1A58D481-7A10-4636-BABF-DBB04AADE358}" srcOrd="0" destOrd="0" presId="urn:microsoft.com/office/officeart/2016/7/layout/LinearBlockProcessNumbered"/>
    <dgm:cxn modelId="{E0A0A757-705D-494B-B635-A71BE3FAE6A9}" type="presOf" srcId="{55BA59B8-F031-4038-9BCA-801170139979}" destId="{0E3F22D0-A299-4764-B291-E54D6BD3BC76}" srcOrd="1" destOrd="0" presId="urn:microsoft.com/office/officeart/2016/7/layout/LinearBlockProcessNumbered"/>
    <dgm:cxn modelId="{1AAB7D84-942A-4A46-AE52-2C350EDB43A5}" srcId="{32DA1E99-AEA3-4FAE-AD07-8C2FF4AFA4F6}" destId="{8218EC7B-2EFB-48CB-AC90-5859C9E93085}" srcOrd="1" destOrd="0" parTransId="{F740EE2E-7556-481B-9AC9-A50A2D976653}" sibTransId="{A51C53B6-C125-4E4A-B0F2-D63545A999E8}"/>
    <dgm:cxn modelId="{1612C28D-7D3E-4E94-9481-64CC110E844C}" type="presOf" srcId="{F09C8BFC-FA99-4212-A123-E2E334E253BB}" destId="{88F94B86-2F6C-43FE-967F-13D487EDAB20}" srcOrd="1" destOrd="0" presId="urn:microsoft.com/office/officeart/2016/7/layout/LinearBlockProcessNumbered"/>
    <dgm:cxn modelId="{FECE4E92-6EEF-4AE8-A3BB-CE514AD37C98}" type="presOf" srcId="{A51C53B6-C125-4E4A-B0F2-D63545A999E8}" destId="{A8F89AF4-BF0C-49FE-AF09-F9F2621C16E3}" srcOrd="0" destOrd="0" presId="urn:microsoft.com/office/officeart/2016/7/layout/LinearBlockProcessNumbered"/>
    <dgm:cxn modelId="{0DABB794-4D12-4F9B-9099-125898F570C1}" srcId="{32DA1E99-AEA3-4FAE-AD07-8C2FF4AFA4F6}" destId="{F09C8BFC-FA99-4212-A123-E2E334E253BB}" srcOrd="2" destOrd="0" parTransId="{2FCA34B1-9DAA-4D69-A2F2-BF1C9ED2BAC1}" sibTransId="{FCE79A20-F6DE-4C8B-A319-36004AD891D7}"/>
    <dgm:cxn modelId="{FDF44BC6-397E-47ED-8B4C-A68BE257A0E0}" type="presOf" srcId="{32DA1E99-AEA3-4FAE-AD07-8C2FF4AFA4F6}" destId="{98124285-F606-421B-8E50-1272C5846773}" srcOrd="0" destOrd="0" presId="urn:microsoft.com/office/officeart/2016/7/layout/LinearBlockProcessNumbered"/>
    <dgm:cxn modelId="{8F1342CB-DAC9-40E8-B372-0E95E1BBCF61}" srcId="{32DA1E99-AEA3-4FAE-AD07-8C2FF4AFA4F6}" destId="{55BA59B8-F031-4038-9BCA-801170139979}" srcOrd="0" destOrd="0" parTransId="{B91D4D31-39A1-47E5-96CB-BC23FB364C75}" sibTransId="{E462522F-9860-43F8-9DA0-3D94E5A43421}"/>
    <dgm:cxn modelId="{14EB72D6-8111-4DC9-9B0C-6C78D34EBA2B}" type="presOf" srcId="{8218EC7B-2EFB-48CB-AC90-5859C9E93085}" destId="{2DA55602-84AF-4692-9BAB-BF7BF0A5BB73}" srcOrd="1" destOrd="0" presId="urn:microsoft.com/office/officeart/2016/7/layout/LinearBlockProcessNumbered"/>
    <dgm:cxn modelId="{094A9DDC-E402-434C-9945-D26A2F5ACBDA}" type="presOf" srcId="{F09C8BFC-FA99-4212-A123-E2E334E253BB}" destId="{55040390-27A4-4FE7-9ED5-EA3D71912A7C}" srcOrd="0" destOrd="0" presId="urn:microsoft.com/office/officeart/2016/7/layout/LinearBlockProcessNumbered"/>
    <dgm:cxn modelId="{3C15C2E2-3A2B-4A6B-AA78-F6DB164C5048}" type="presOf" srcId="{FCE79A20-F6DE-4C8B-A319-36004AD891D7}" destId="{95A40810-23F2-4D4E-B64E-0F2E7CDE3ADF}" srcOrd="0" destOrd="0" presId="urn:microsoft.com/office/officeart/2016/7/layout/LinearBlockProcessNumbered"/>
    <dgm:cxn modelId="{DA656110-AE7C-4C7E-9F9F-EE1EA43F9AAC}" type="presParOf" srcId="{98124285-F606-421B-8E50-1272C5846773}" destId="{79AEEAC1-D5DD-4921-B2AF-41C3B777C932}" srcOrd="0" destOrd="0" presId="urn:microsoft.com/office/officeart/2016/7/layout/LinearBlockProcessNumbered"/>
    <dgm:cxn modelId="{579B25DB-3372-4E09-9CCA-F59A4621B61E}" type="presParOf" srcId="{79AEEAC1-D5DD-4921-B2AF-41C3B777C932}" destId="{C0EF81BB-54EC-45CD-9900-D927F89483EB}" srcOrd="0" destOrd="0" presId="urn:microsoft.com/office/officeart/2016/7/layout/LinearBlockProcessNumbered"/>
    <dgm:cxn modelId="{DDED5B09-286A-4D71-AC00-4F831C7AE245}" type="presParOf" srcId="{79AEEAC1-D5DD-4921-B2AF-41C3B777C932}" destId="{2F089DFA-F9E4-4B53-9475-2B1B873ACE1C}" srcOrd="1" destOrd="0" presId="urn:microsoft.com/office/officeart/2016/7/layout/LinearBlockProcessNumbered"/>
    <dgm:cxn modelId="{0B784D00-251E-47E1-89A0-52D26703F501}" type="presParOf" srcId="{79AEEAC1-D5DD-4921-B2AF-41C3B777C932}" destId="{0E3F22D0-A299-4764-B291-E54D6BD3BC76}" srcOrd="2" destOrd="0" presId="urn:microsoft.com/office/officeart/2016/7/layout/LinearBlockProcessNumbered"/>
    <dgm:cxn modelId="{11EEAAE6-8337-4845-BA7D-C68B6C311BC0}" type="presParOf" srcId="{98124285-F606-421B-8E50-1272C5846773}" destId="{34B758C7-9DC7-492B-9E61-E887C63CEF9E}" srcOrd="1" destOrd="0" presId="urn:microsoft.com/office/officeart/2016/7/layout/LinearBlockProcessNumbered"/>
    <dgm:cxn modelId="{6299783C-2F9F-4908-B599-E7B3AABE3913}" type="presParOf" srcId="{98124285-F606-421B-8E50-1272C5846773}" destId="{9766EC90-9AF5-415E-925E-A166531088B7}" srcOrd="2" destOrd="0" presId="urn:microsoft.com/office/officeart/2016/7/layout/LinearBlockProcessNumbered"/>
    <dgm:cxn modelId="{B59D75C9-2636-4898-A193-D5E69F57F5B7}" type="presParOf" srcId="{9766EC90-9AF5-415E-925E-A166531088B7}" destId="{1A58D481-7A10-4636-BABF-DBB04AADE358}" srcOrd="0" destOrd="0" presId="urn:microsoft.com/office/officeart/2016/7/layout/LinearBlockProcessNumbered"/>
    <dgm:cxn modelId="{42F588D2-E722-47F4-9FA0-4F23A15D80C6}" type="presParOf" srcId="{9766EC90-9AF5-415E-925E-A166531088B7}" destId="{A8F89AF4-BF0C-49FE-AF09-F9F2621C16E3}" srcOrd="1" destOrd="0" presId="urn:microsoft.com/office/officeart/2016/7/layout/LinearBlockProcessNumbered"/>
    <dgm:cxn modelId="{12EC4425-D981-4456-B62C-0ECEF0C6038C}" type="presParOf" srcId="{9766EC90-9AF5-415E-925E-A166531088B7}" destId="{2DA55602-84AF-4692-9BAB-BF7BF0A5BB73}" srcOrd="2" destOrd="0" presId="urn:microsoft.com/office/officeart/2016/7/layout/LinearBlockProcessNumbered"/>
    <dgm:cxn modelId="{FC793C8A-0FA6-40EF-B7A3-70BB4DAA4CCB}" type="presParOf" srcId="{98124285-F606-421B-8E50-1272C5846773}" destId="{AA00F13C-1032-433B-9BB8-AED67920D854}" srcOrd="3" destOrd="0" presId="urn:microsoft.com/office/officeart/2016/7/layout/LinearBlockProcessNumbered"/>
    <dgm:cxn modelId="{C9884DA2-D545-4762-995C-6C730F7F0754}" type="presParOf" srcId="{98124285-F606-421B-8E50-1272C5846773}" destId="{A46994FE-9CE3-47FB-B931-4B48DE0B7F1F}" srcOrd="4" destOrd="0" presId="urn:microsoft.com/office/officeart/2016/7/layout/LinearBlockProcessNumbered"/>
    <dgm:cxn modelId="{3E161C51-3322-4C33-9C8B-CBAFD0A99045}" type="presParOf" srcId="{A46994FE-9CE3-47FB-B931-4B48DE0B7F1F}" destId="{55040390-27A4-4FE7-9ED5-EA3D71912A7C}" srcOrd="0" destOrd="0" presId="urn:microsoft.com/office/officeart/2016/7/layout/LinearBlockProcessNumbered"/>
    <dgm:cxn modelId="{18249AA9-04F3-4ED8-B13E-9F024075A36C}" type="presParOf" srcId="{A46994FE-9CE3-47FB-B931-4B48DE0B7F1F}" destId="{95A40810-23F2-4D4E-B64E-0F2E7CDE3ADF}" srcOrd="1" destOrd="0" presId="urn:microsoft.com/office/officeart/2016/7/layout/LinearBlockProcessNumbered"/>
    <dgm:cxn modelId="{CD601C28-0683-44EF-BE27-6812C6BF06EE}" type="presParOf" srcId="{A46994FE-9CE3-47FB-B931-4B48DE0B7F1F}" destId="{88F94B86-2F6C-43FE-967F-13D487EDAB20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55D8DAAD-1193-4E82-9E5D-E45A2871416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4C3F7D3-F863-4C99-8F6D-E604723240C3}">
      <dgm:prSet/>
      <dgm:spPr/>
      <dgm:t>
        <a:bodyPr/>
        <a:lstStyle/>
        <a:p>
          <a:r>
            <a:rPr lang="en-US"/>
            <a:t>Visualizes resource and financial flows</a:t>
          </a:r>
        </a:p>
      </dgm:t>
    </dgm:pt>
    <dgm:pt modelId="{4D6BB08C-E0C2-4070-9ACB-9F807A7A47E0}" type="parTrans" cxnId="{0C25FCB3-74E3-40E7-9FB7-718CE5343D7D}">
      <dgm:prSet/>
      <dgm:spPr/>
      <dgm:t>
        <a:bodyPr/>
        <a:lstStyle/>
        <a:p>
          <a:endParaRPr lang="en-US"/>
        </a:p>
      </dgm:t>
    </dgm:pt>
    <dgm:pt modelId="{F2DE6640-FD86-453E-860E-58C7529F4693}" type="sibTrans" cxnId="{0C25FCB3-74E3-40E7-9FB7-718CE5343D7D}">
      <dgm:prSet/>
      <dgm:spPr/>
      <dgm:t>
        <a:bodyPr/>
        <a:lstStyle/>
        <a:p>
          <a:endParaRPr lang="en-US"/>
        </a:p>
      </dgm:t>
    </dgm:pt>
    <dgm:pt modelId="{8F687AFF-71A1-44E1-B09C-CAE25DB0C7A8}">
      <dgm:prSet/>
      <dgm:spPr/>
      <dgm:t>
        <a:bodyPr/>
        <a:lstStyle/>
        <a:p>
          <a:r>
            <a:rPr lang="en-US"/>
            <a:t>Identifies leverage points</a:t>
          </a:r>
        </a:p>
      </dgm:t>
    </dgm:pt>
    <dgm:pt modelId="{7B66B364-795A-4EA9-955F-6836872BB8ED}" type="parTrans" cxnId="{FED82CED-AF76-4325-B017-60E62A3B86DE}">
      <dgm:prSet/>
      <dgm:spPr/>
      <dgm:t>
        <a:bodyPr/>
        <a:lstStyle/>
        <a:p>
          <a:endParaRPr lang="en-US"/>
        </a:p>
      </dgm:t>
    </dgm:pt>
    <dgm:pt modelId="{5E2415B6-687C-4E38-AA42-2ECE01773F4E}" type="sibTrans" cxnId="{FED82CED-AF76-4325-B017-60E62A3B86DE}">
      <dgm:prSet/>
      <dgm:spPr/>
      <dgm:t>
        <a:bodyPr/>
        <a:lstStyle/>
        <a:p>
          <a:endParaRPr lang="en-US"/>
        </a:p>
      </dgm:t>
    </dgm:pt>
    <dgm:pt modelId="{B44A18DD-36CA-4139-9214-E37F2EBB34EB}">
      <dgm:prSet/>
      <dgm:spPr/>
      <dgm:t>
        <a:bodyPr/>
        <a:lstStyle/>
        <a:p>
          <a:r>
            <a:rPr lang="en-US"/>
            <a:t>Supports investment structuring</a:t>
          </a:r>
        </a:p>
      </dgm:t>
    </dgm:pt>
    <dgm:pt modelId="{21CF0054-0AC6-4315-85D8-15DB025BEBD7}" type="parTrans" cxnId="{E95C0C83-BD53-4282-9BDB-0A63C7CDCA9D}">
      <dgm:prSet/>
      <dgm:spPr/>
      <dgm:t>
        <a:bodyPr/>
        <a:lstStyle/>
        <a:p>
          <a:endParaRPr lang="en-US"/>
        </a:p>
      </dgm:t>
    </dgm:pt>
    <dgm:pt modelId="{B27E30B7-67BF-465C-925E-1E8CA38C15BC}" type="sibTrans" cxnId="{E95C0C83-BD53-4282-9BDB-0A63C7CDCA9D}">
      <dgm:prSet/>
      <dgm:spPr/>
      <dgm:t>
        <a:bodyPr/>
        <a:lstStyle/>
        <a:p>
          <a:endParaRPr lang="en-US"/>
        </a:p>
      </dgm:t>
    </dgm:pt>
    <dgm:pt modelId="{7A3555EF-A826-43AD-B870-62B9C5308072}" type="pres">
      <dgm:prSet presAssocID="{55D8DAAD-1193-4E82-9E5D-E45A2871416B}" presName="linear" presStyleCnt="0">
        <dgm:presLayoutVars>
          <dgm:animLvl val="lvl"/>
          <dgm:resizeHandles val="exact"/>
        </dgm:presLayoutVars>
      </dgm:prSet>
      <dgm:spPr/>
    </dgm:pt>
    <dgm:pt modelId="{A3D36472-2723-4D70-A278-46968A2041E5}" type="pres">
      <dgm:prSet presAssocID="{B4C3F7D3-F863-4C99-8F6D-E604723240C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31F6A68-02B0-4E44-B341-9AB940F56A80}" type="pres">
      <dgm:prSet presAssocID="{F2DE6640-FD86-453E-860E-58C7529F4693}" presName="spacer" presStyleCnt="0"/>
      <dgm:spPr/>
    </dgm:pt>
    <dgm:pt modelId="{C353C60A-B979-4C89-8878-074DBB7D86C2}" type="pres">
      <dgm:prSet presAssocID="{8F687AFF-71A1-44E1-B09C-CAE25DB0C7A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3FC5217-F376-4A68-AB99-ECA7800D7BA0}" type="pres">
      <dgm:prSet presAssocID="{5E2415B6-687C-4E38-AA42-2ECE01773F4E}" presName="spacer" presStyleCnt="0"/>
      <dgm:spPr/>
    </dgm:pt>
    <dgm:pt modelId="{5E73D96A-5754-4C33-A473-27EFFEA25394}" type="pres">
      <dgm:prSet presAssocID="{B44A18DD-36CA-4139-9214-E37F2EBB34E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95C0C83-BD53-4282-9BDB-0A63C7CDCA9D}" srcId="{55D8DAAD-1193-4E82-9E5D-E45A2871416B}" destId="{B44A18DD-36CA-4139-9214-E37F2EBB34EB}" srcOrd="2" destOrd="0" parTransId="{21CF0054-0AC6-4315-85D8-15DB025BEBD7}" sibTransId="{B27E30B7-67BF-465C-925E-1E8CA38C15BC}"/>
    <dgm:cxn modelId="{A6906484-179F-4024-A258-E31529FC1121}" type="presOf" srcId="{55D8DAAD-1193-4E82-9E5D-E45A2871416B}" destId="{7A3555EF-A826-43AD-B870-62B9C5308072}" srcOrd="0" destOrd="0" presId="urn:microsoft.com/office/officeart/2005/8/layout/vList2"/>
    <dgm:cxn modelId="{F96B6FAC-8491-464D-892F-91927062B3CB}" type="presOf" srcId="{B44A18DD-36CA-4139-9214-E37F2EBB34EB}" destId="{5E73D96A-5754-4C33-A473-27EFFEA25394}" srcOrd="0" destOrd="0" presId="urn:microsoft.com/office/officeart/2005/8/layout/vList2"/>
    <dgm:cxn modelId="{0C25FCB3-74E3-40E7-9FB7-718CE5343D7D}" srcId="{55D8DAAD-1193-4E82-9E5D-E45A2871416B}" destId="{B4C3F7D3-F863-4C99-8F6D-E604723240C3}" srcOrd="0" destOrd="0" parTransId="{4D6BB08C-E0C2-4070-9ACB-9F807A7A47E0}" sibTransId="{F2DE6640-FD86-453E-860E-58C7529F4693}"/>
    <dgm:cxn modelId="{009FE9C8-3272-4030-854C-8571B3D42D99}" type="presOf" srcId="{8F687AFF-71A1-44E1-B09C-CAE25DB0C7A8}" destId="{C353C60A-B979-4C89-8878-074DBB7D86C2}" srcOrd="0" destOrd="0" presId="urn:microsoft.com/office/officeart/2005/8/layout/vList2"/>
    <dgm:cxn modelId="{FED82CED-AF76-4325-B017-60E62A3B86DE}" srcId="{55D8DAAD-1193-4E82-9E5D-E45A2871416B}" destId="{8F687AFF-71A1-44E1-B09C-CAE25DB0C7A8}" srcOrd="1" destOrd="0" parTransId="{7B66B364-795A-4EA9-955F-6836872BB8ED}" sibTransId="{5E2415B6-687C-4E38-AA42-2ECE01773F4E}"/>
    <dgm:cxn modelId="{2E22D4F0-95BC-4CD4-BDE1-AB2C9C7DBF9D}" type="presOf" srcId="{B4C3F7D3-F863-4C99-8F6D-E604723240C3}" destId="{A3D36472-2723-4D70-A278-46968A2041E5}" srcOrd="0" destOrd="0" presId="urn:microsoft.com/office/officeart/2005/8/layout/vList2"/>
    <dgm:cxn modelId="{AE5A95AF-8422-4EB2-85C1-FFAF10E1DFB3}" type="presParOf" srcId="{7A3555EF-A826-43AD-B870-62B9C5308072}" destId="{A3D36472-2723-4D70-A278-46968A2041E5}" srcOrd="0" destOrd="0" presId="urn:microsoft.com/office/officeart/2005/8/layout/vList2"/>
    <dgm:cxn modelId="{1208CC75-B6E5-4843-9F57-CAE4EFC05D01}" type="presParOf" srcId="{7A3555EF-A826-43AD-B870-62B9C5308072}" destId="{031F6A68-02B0-4E44-B341-9AB940F56A80}" srcOrd="1" destOrd="0" presId="urn:microsoft.com/office/officeart/2005/8/layout/vList2"/>
    <dgm:cxn modelId="{03B4D8FB-DD7F-46B2-B591-F47337A46427}" type="presParOf" srcId="{7A3555EF-A826-43AD-B870-62B9C5308072}" destId="{C353C60A-B979-4C89-8878-074DBB7D86C2}" srcOrd="2" destOrd="0" presId="urn:microsoft.com/office/officeart/2005/8/layout/vList2"/>
    <dgm:cxn modelId="{A7795AC2-BE6A-4938-8725-E66C4F3715D7}" type="presParOf" srcId="{7A3555EF-A826-43AD-B870-62B9C5308072}" destId="{E3FC5217-F376-4A68-AB99-ECA7800D7BA0}" srcOrd="3" destOrd="0" presId="urn:microsoft.com/office/officeart/2005/8/layout/vList2"/>
    <dgm:cxn modelId="{92F0F6B7-2647-452F-BBBE-08AA4B20466E}" type="presParOf" srcId="{7A3555EF-A826-43AD-B870-62B9C5308072}" destId="{5E73D96A-5754-4C33-A473-27EFFEA2539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433211A2-A0F3-46B6-BBA1-BB65C76681E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1F011AB-A29B-469E-9513-91C55512E3E1}">
      <dgm:prSet/>
      <dgm:spPr/>
      <dgm:t>
        <a:bodyPr/>
        <a:lstStyle/>
        <a:p>
          <a:r>
            <a:rPr lang="en-US"/>
            <a:t>Cost savings and efficiency gains</a:t>
          </a:r>
        </a:p>
      </dgm:t>
    </dgm:pt>
    <dgm:pt modelId="{61B64077-9619-48D7-B0EF-36AFF577170B}" type="parTrans" cxnId="{7D8C741D-2E31-4BB8-97CE-A104C10EC918}">
      <dgm:prSet/>
      <dgm:spPr/>
      <dgm:t>
        <a:bodyPr/>
        <a:lstStyle/>
        <a:p>
          <a:endParaRPr lang="en-US"/>
        </a:p>
      </dgm:t>
    </dgm:pt>
    <dgm:pt modelId="{4D7FA817-A68B-440C-A310-E95F2F199C54}" type="sibTrans" cxnId="{7D8C741D-2E31-4BB8-97CE-A104C10EC918}">
      <dgm:prSet/>
      <dgm:spPr/>
      <dgm:t>
        <a:bodyPr/>
        <a:lstStyle/>
        <a:p>
          <a:endParaRPr lang="en-US"/>
        </a:p>
      </dgm:t>
    </dgm:pt>
    <dgm:pt modelId="{7B5BB4B2-1C5E-44D5-BE3B-A9F33A5754E6}">
      <dgm:prSet/>
      <dgm:spPr/>
      <dgm:t>
        <a:bodyPr/>
        <a:lstStyle/>
        <a:p>
          <a:r>
            <a:rPr lang="en-US"/>
            <a:t>Resilience indicators</a:t>
          </a:r>
        </a:p>
      </dgm:t>
    </dgm:pt>
    <dgm:pt modelId="{9B9BE44D-5AD3-4772-BD5C-6BA3DD30B48B}" type="parTrans" cxnId="{C129B3A5-57D8-42BD-A53A-BAEB05643753}">
      <dgm:prSet/>
      <dgm:spPr/>
      <dgm:t>
        <a:bodyPr/>
        <a:lstStyle/>
        <a:p>
          <a:endParaRPr lang="en-US"/>
        </a:p>
      </dgm:t>
    </dgm:pt>
    <dgm:pt modelId="{6812492B-E011-4D76-A81B-E52C3D80DF5D}" type="sibTrans" cxnId="{C129B3A5-57D8-42BD-A53A-BAEB05643753}">
      <dgm:prSet/>
      <dgm:spPr/>
      <dgm:t>
        <a:bodyPr/>
        <a:lstStyle/>
        <a:p>
          <a:endParaRPr lang="en-US"/>
        </a:p>
      </dgm:t>
    </dgm:pt>
    <dgm:pt modelId="{E2408AF5-5AE9-411A-9565-26CB9BE0085D}">
      <dgm:prSet/>
      <dgm:spPr/>
      <dgm:t>
        <a:bodyPr/>
        <a:lstStyle/>
        <a:p>
          <a:r>
            <a:rPr lang="en-US"/>
            <a:t>Environmental performance metrics</a:t>
          </a:r>
        </a:p>
      </dgm:t>
    </dgm:pt>
    <dgm:pt modelId="{A38E5C8B-5B86-4848-AF39-7AA6C1C2D480}" type="parTrans" cxnId="{A5B488B7-A6EA-48F3-8F56-545FE25576CE}">
      <dgm:prSet/>
      <dgm:spPr/>
      <dgm:t>
        <a:bodyPr/>
        <a:lstStyle/>
        <a:p>
          <a:endParaRPr lang="en-US"/>
        </a:p>
      </dgm:t>
    </dgm:pt>
    <dgm:pt modelId="{77C7C921-43B1-4A1D-A0AD-E2E4AA09A481}" type="sibTrans" cxnId="{A5B488B7-A6EA-48F3-8F56-545FE25576CE}">
      <dgm:prSet/>
      <dgm:spPr/>
      <dgm:t>
        <a:bodyPr/>
        <a:lstStyle/>
        <a:p>
          <a:endParaRPr lang="en-US"/>
        </a:p>
      </dgm:t>
    </dgm:pt>
    <dgm:pt modelId="{154618FD-B6AC-4445-8C0A-DB9DE19B9DCB}" type="pres">
      <dgm:prSet presAssocID="{433211A2-A0F3-46B6-BBA1-BB65C76681EB}" presName="linear" presStyleCnt="0">
        <dgm:presLayoutVars>
          <dgm:animLvl val="lvl"/>
          <dgm:resizeHandles val="exact"/>
        </dgm:presLayoutVars>
      </dgm:prSet>
      <dgm:spPr/>
    </dgm:pt>
    <dgm:pt modelId="{DD49F257-1ED5-4CE4-BECD-226933714063}" type="pres">
      <dgm:prSet presAssocID="{21F011AB-A29B-469E-9513-91C55512E3E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FFC7905-CC06-4A89-851E-E27712AE52DC}" type="pres">
      <dgm:prSet presAssocID="{4D7FA817-A68B-440C-A310-E95F2F199C54}" presName="spacer" presStyleCnt="0"/>
      <dgm:spPr/>
    </dgm:pt>
    <dgm:pt modelId="{49BC509A-FF62-4E4A-ABAB-29D2503B0490}" type="pres">
      <dgm:prSet presAssocID="{7B5BB4B2-1C5E-44D5-BE3B-A9F33A5754E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42B0F46-198C-433A-8446-6D0EC4BAF837}" type="pres">
      <dgm:prSet presAssocID="{6812492B-E011-4D76-A81B-E52C3D80DF5D}" presName="spacer" presStyleCnt="0"/>
      <dgm:spPr/>
    </dgm:pt>
    <dgm:pt modelId="{A8976EC2-4458-40CA-839D-2B4A316E332B}" type="pres">
      <dgm:prSet presAssocID="{E2408AF5-5AE9-411A-9565-26CB9BE0085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065FC1A-3676-42AC-A059-727C15B92654}" type="presOf" srcId="{21F011AB-A29B-469E-9513-91C55512E3E1}" destId="{DD49F257-1ED5-4CE4-BECD-226933714063}" srcOrd="0" destOrd="0" presId="urn:microsoft.com/office/officeart/2005/8/layout/vList2"/>
    <dgm:cxn modelId="{7D8C741D-2E31-4BB8-97CE-A104C10EC918}" srcId="{433211A2-A0F3-46B6-BBA1-BB65C76681EB}" destId="{21F011AB-A29B-469E-9513-91C55512E3E1}" srcOrd="0" destOrd="0" parTransId="{61B64077-9619-48D7-B0EF-36AFF577170B}" sibTransId="{4D7FA817-A68B-440C-A310-E95F2F199C54}"/>
    <dgm:cxn modelId="{BFF44639-3376-436B-8E31-75C8A98F40F3}" type="presOf" srcId="{E2408AF5-5AE9-411A-9565-26CB9BE0085D}" destId="{A8976EC2-4458-40CA-839D-2B4A316E332B}" srcOrd="0" destOrd="0" presId="urn:microsoft.com/office/officeart/2005/8/layout/vList2"/>
    <dgm:cxn modelId="{C129B3A5-57D8-42BD-A53A-BAEB05643753}" srcId="{433211A2-A0F3-46B6-BBA1-BB65C76681EB}" destId="{7B5BB4B2-1C5E-44D5-BE3B-A9F33A5754E6}" srcOrd="1" destOrd="0" parTransId="{9B9BE44D-5AD3-4772-BD5C-6BA3DD30B48B}" sibTransId="{6812492B-E011-4D76-A81B-E52C3D80DF5D}"/>
    <dgm:cxn modelId="{A5B488B7-A6EA-48F3-8F56-545FE25576CE}" srcId="{433211A2-A0F3-46B6-BBA1-BB65C76681EB}" destId="{E2408AF5-5AE9-411A-9565-26CB9BE0085D}" srcOrd="2" destOrd="0" parTransId="{A38E5C8B-5B86-4848-AF39-7AA6C1C2D480}" sibTransId="{77C7C921-43B1-4A1D-A0AD-E2E4AA09A481}"/>
    <dgm:cxn modelId="{B202F2D9-D83C-4BED-B011-5EE8BCF44B6D}" type="presOf" srcId="{7B5BB4B2-1C5E-44D5-BE3B-A9F33A5754E6}" destId="{49BC509A-FF62-4E4A-ABAB-29D2503B0490}" srcOrd="0" destOrd="0" presId="urn:microsoft.com/office/officeart/2005/8/layout/vList2"/>
    <dgm:cxn modelId="{4DB834FD-5C4D-404E-8EC9-FFA2473D69AC}" type="presOf" srcId="{433211A2-A0F3-46B6-BBA1-BB65C76681EB}" destId="{154618FD-B6AC-4445-8C0A-DB9DE19B9DCB}" srcOrd="0" destOrd="0" presId="urn:microsoft.com/office/officeart/2005/8/layout/vList2"/>
    <dgm:cxn modelId="{D1B00B1A-A0CE-4021-9566-9B92BA1112EE}" type="presParOf" srcId="{154618FD-B6AC-4445-8C0A-DB9DE19B9DCB}" destId="{DD49F257-1ED5-4CE4-BECD-226933714063}" srcOrd="0" destOrd="0" presId="urn:microsoft.com/office/officeart/2005/8/layout/vList2"/>
    <dgm:cxn modelId="{6F417DB9-5148-468F-870F-8FB39589A442}" type="presParOf" srcId="{154618FD-B6AC-4445-8C0A-DB9DE19B9DCB}" destId="{4FFC7905-CC06-4A89-851E-E27712AE52DC}" srcOrd="1" destOrd="0" presId="urn:microsoft.com/office/officeart/2005/8/layout/vList2"/>
    <dgm:cxn modelId="{889C5C22-020E-4B0B-B593-89D46EC412E3}" type="presParOf" srcId="{154618FD-B6AC-4445-8C0A-DB9DE19B9DCB}" destId="{49BC509A-FF62-4E4A-ABAB-29D2503B0490}" srcOrd="2" destOrd="0" presId="urn:microsoft.com/office/officeart/2005/8/layout/vList2"/>
    <dgm:cxn modelId="{3D37D302-C8DF-4F6B-84EF-A5299C70E700}" type="presParOf" srcId="{154618FD-B6AC-4445-8C0A-DB9DE19B9DCB}" destId="{442B0F46-198C-433A-8446-6D0EC4BAF837}" srcOrd="3" destOrd="0" presId="urn:microsoft.com/office/officeart/2005/8/layout/vList2"/>
    <dgm:cxn modelId="{F33C7850-534A-4DB9-9B5E-96B1510DB12D}" type="presParOf" srcId="{154618FD-B6AC-4445-8C0A-DB9DE19B9DCB}" destId="{A8976EC2-4458-40CA-839D-2B4A316E332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273A281F-3F5B-4B3B-8AB6-AB5D72569BBB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FF14964-E375-4F27-8A69-C10FFE2DC0B2}">
      <dgm:prSet/>
      <dgm:spPr/>
      <dgm:t>
        <a:bodyPr/>
        <a:lstStyle/>
        <a:p>
          <a:r>
            <a:rPr lang="en-US"/>
            <a:t>Revenue model clarity</a:t>
          </a:r>
        </a:p>
      </dgm:t>
    </dgm:pt>
    <dgm:pt modelId="{942CAA77-2D35-4D9D-A4B7-7670AE94E2D0}" type="parTrans" cxnId="{AAEA340E-E76F-4D04-8DB7-49194726082D}">
      <dgm:prSet/>
      <dgm:spPr/>
      <dgm:t>
        <a:bodyPr/>
        <a:lstStyle/>
        <a:p>
          <a:endParaRPr lang="en-US"/>
        </a:p>
      </dgm:t>
    </dgm:pt>
    <dgm:pt modelId="{F9B06341-FA3E-449B-A1E4-1D5670063D38}" type="sibTrans" cxnId="{AAEA340E-E76F-4D04-8DB7-49194726082D}">
      <dgm:prSet/>
      <dgm:spPr/>
      <dgm:t>
        <a:bodyPr/>
        <a:lstStyle/>
        <a:p>
          <a:endParaRPr lang="en-US"/>
        </a:p>
      </dgm:t>
    </dgm:pt>
    <dgm:pt modelId="{D67896EF-B8C8-423C-A36C-CDB3678E8C3A}">
      <dgm:prSet/>
      <dgm:spPr/>
      <dgm:t>
        <a:bodyPr/>
        <a:lstStyle/>
        <a:p>
          <a:r>
            <a:rPr lang="en-US"/>
            <a:t>Cashflow stability</a:t>
          </a:r>
        </a:p>
      </dgm:t>
    </dgm:pt>
    <dgm:pt modelId="{FABC0FD1-D746-4F4D-8794-CEA7545E40E5}" type="parTrans" cxnId="{1A2D2CED-29CB-48DC-B348-A4F4FE41A0C7}">
      <dgm:prSet/>
      <dgm:spPr/>
      <dgm:t>
        <a:bodyPr/>
        <a:lstStyle/>
        <a:p>
          <a:endParaRPr lang="en-US"/>
        </a:p>
      </dgm:t>
    </dgm:pt>
    <dgm:pt modelId="{FDD924AA-7C42-4338-AFAA-DD445424A844}" type="sibTrans" cxnId="{1A2D2CED-29CB-48DC-B348-A4F4FE41A0C7}">
      <dgm:prSet/>
      <dgm:spPr/>
      <dgm:t>
        <a:bodyPr/>
        <a:lstStyle/>
        <a:p>
          <a:endParaRPr lang="en-US"/>
        </a:p>
      </dgm:t>
    </dgm:pt>
    <dgm:pt modelId="{A73F3BDD-073A-48D8-87A8-10E32B3CB8CF}">
      <dgm:prSet/>
      <dgm:spPr/>
      <dgm:t>
        <a:bodyPr/>
        <a:lstStyle/>
        <a:p>
          <a:r>
            <a:rPr lang="en-US"/>
            <a:t>O&amp;M readiness</a:t>
          </a:r>
        </a:p>
      </dgm:t>
    </dgm:pt>
    <dgm:pt modelId="{398B9B9C-1512-47F4-99A2-838F04A02386}" type="parTrans" cxnId="{AE297054-3882-4C41-A2E8-41A94182360E}">
      <dgm:prSet/>
      <dgm:spPr/>
      <dgm:t>
        <a:bodyPr/>
        <a:lstStyle/>
        <a:p>
          <a:endParaRPr lang="en-US"/>
        </a:p>
      </dgm:t>
    </dgm:pt>
    <dgm:pt modelId="{38ED91A3-AEB5-439C-89B4-6007F62D43B8}" type="sibTrans" cxnId="{AE297054-3882-4C41-A2E8-41A94182360E}">
      <dgm:prSet/>
      <dgm:spPr/>
      <dgm:t>
        <a:bodyPr/>
        <a:lstStyle/>
        <a:p>
          <a:endParaRPr lang="en-US"/>
        </a:p>
      </dgm:t>
    </dgm:pt>
    <dgm:pt modelId="{3F535C6C-CC98-4F53-8294-56D8714FBB02}" type="pres">
      <dgm:prSet presAssocID="{273A281F-3F5B-4B3B-8AB6-AB5D72569BBB}" presName="linear" presStyleCnt="0">
        <dgm:presLayoutVars>
          <dgm:dir/>
          <dgm:animLvl val="lvl"/>
          <dgm:resizeHandles val="exact"/>
        </dgm:presLayoutVars>
      </dgm:prSet>
      <dgm:spPr/>
    </dgm:pt>
    <dgm:pt modelId="{BD7AD6FB-235F-4BAC-9E67-FE36580A190C}" type="pres">
      <dgm:prSet presAssocID="{0FF14964-E375-4F27-8A69-C10FFE2DC0B2}" presName="parentLin" presStyleCnt="0"/>
      <dgm:spPr/>
    </dgm:pt>
    <dgm:pt modelId="{2F6EFEE4-A8D9-4076-A944-DA2ED644B05B}" type="pres">
      <dgm:prSet presAssocID="{0FF14964-E375-4F27-8A69-C10FFE2DC0B2}" presName="parentLeftMargin" presStyleLbl="node1" presStyleIdx="0" presStyleCnt="3"/>
      <dgm:spPr/>
    </dgm:pt>
    <dgm:pt modelId="{77DC651D-B968-4850-B53C-495BE199298E}" type="pres">
      <dgm:prSet presAssocID="{0FF14964-E375-4F27-8A69-C10FFE2DC0B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AC7577C-49DA-4819-AC18-7173A30459C0}" type="pres">
      <dgm:prSet presAssocID="{0FF14964-E375-4F27-8A69-C10FFE2DC0B2}" presName="negativeSpace" presStyleCnt="0"/>
      <dgm:spPr/>
    </dgm:pt>
    <dgm:pt modelId="{9CC43F61-9E90-482C-854D-8326B9396E1A}" type="pres">
      <dgm:prSet presAssocID="{0FF14964-E375-4F27-8A69-C10FFE2DC0B2}" presName="childText" presStyleLbl="conFgAcc1" presStyleIdx="0" presStyleCnt="3">
        <dgm:presLayoutVars>
          <dgm:bulletEnabled val="1"/>
        </dgm:presLayoutVars>
      </dgm:prSet>
      <dgm:spPr/>
    </dgm:pt>
    <dgm:pt modelId="{1F9E5404-7A39-41B4-9006-7611B442619D}" type="pres">
      <dgm:prSet presAssocID="{F9B06341-FA3E-449B-A1E4-1D5670063D38}" presName="spaceBetweenRectangles" presStyleCnt="0"/>
      <dgm:spPr/>
    </dgm:pt>
    <dgm:pt modelId="{D5F4E278-6E1C-43F9-882C-52A81F7BEC7C}" type="pres">
      <dgm:prSet presAssocID="{D67896EF-B8C8-423C-A36C-CDB3678E8C3A}" presName="parentLin" presStyleCnt="0"/>
      <dgm:spPr/>
    </dgm:pt>
    <dgm:pt modelId="{341DD5FE-8522-41F0-9001-FF2349614C69}" type="pres">
      <dgm:prSet presAssocID="{D67896EF-B8C8-423C-A36C-CDB3678E8C3A}" presName="parentLeftMargin" presStyleLbl="node1" presStyleIdx="0" presStyleCnt="3"/>
      <dgm:spPr/>
    </dgm:pt>
    <dgm:pt modelId="{66CB2958-ECD9-44C6-9A65-4284E1304B50}" type="pres">
      <dgm:prSet presAssocID="{D67896EF-B8C8-423C-A36C-CDB3678E8C3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DD6CFB8-FE67-4CD4-B133-D97C060C8925}" type="pres">
      <dgm:prSet presAssocID="{D67896EF-B8C8-423C-A36C-CDB3678E8C3A}" presName="negativeSpace" presStyleCnt="0"/>
      <dgm:spPr/>
    </dgm:pt>
    <dgm:pt modelId="{4F137C5B-7FC6-4095-ADE0-A083351A959E}" type="pres">
      <dgm:prSet presAssocID="{D67896EF-B8C8-423C-A36C-CDB3678E8C3A}" presName="childText" presStyleLbl="conFgAcc1" presStyleIdx="1" presStyleCnt="3">
        <dgm:presLayoutVars>
          <dgm:bulletEnabled val="1"/>
        </dgm:presLayoutVars>
      </dgm:prSet>
      <dgm:spPr/>
    </dgm:pt>
    <dgm:pt modelId="{89D95DEC-4C12-4ED3-84EF-10D47FF0B64C}" type="pres">
      <dgm:prSet presAssocID="{FDD924AA-7C42-4338-AFAA-DD445424A844}" presName="spaceBetweenRectangles" presStyleCnt="0"/>
      <dgm:spPr/>
    </dgm:pt>
    <dgm:pt modelId="{8FD2D673-1786-4368-8AB4-9FBC4EB6E58B}" type="pres">
      <dgm:prSet presAssocID="{A73F3BDD-073A-48D8-87A8-10E32B3CB8CF}" presName="parentLin" presStyleCnt="0"/>
      <dgm:spPr/>
    </dgm:pt>
    <dgm:pt modelId="{AFEDD100-B442-487B-BE12-8DE1EC8B1E69}" type="pres">
      <dgm:prSet presAssocID="{A73F3BDD-073A-48D8-87A8-10E32B3CB8CF}" presName="parentLeftMargin" presStyleLbl="node1" presStyleIdx="1" presStyleCnt="3"/>
      <dgm:spPr/>
    </dgm:pt>
    <dgm:pt modelId="{3E729D4F-9F3A-498A-8D8E-B436F41AFA54}" type="pres">
      <dgm:prSet presAssocID="{A73F3BDD-073A-48D8-87A8-10E32B3CB8C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654AEA5-AACC-4C81-8279-C80019095FE6}" type="pres">
      <dgm:prSet presAssocID="{A73F3BDD-073A-48D8-87A8-10E32B3CB8CF}" presName="negativeSpace" presStyleCnt="0"/>
      <dgm:spPr/>
    </dgm:pt>
    <dgm:pt modelId="{E656472A-AB2B-4D22-892F-810426F2AFAF}" type="pres">
      <dgm:prSet presAssocID="{A73F3BDD-073A-48D8-87A8-10E32B3CB8C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AEA340E-E76F-4D04-8DB7-49194726082D}" srcId="{273A281F-3F5B-4B3B-8AB6-AB5D72569BBB}" destId="{0FF14964-E375-4F27-8A69-C10FFE2DC0B2}" srcOrd="0" destOrd="0" parTransId="{942CAA77-2D35-4D9D-A4B7-7670AE94E2D0}" sibTransId="{F9B06341-FA3E-449B-A1E4-1D5670063D38}"/>
    <dgm:cxn modelId="{4415FE1E-8C33-4F21-8FCA-905F8168BAE6}" type="presOf" srcId="{A73F3BDD-073A-48D8-87A8-10E32B3CB8CF}" destId="{3E729D4F-9F3A-498A-8D8E-B436F41AFA54}" srcOrd="1" destOrd="0" presId="urn:microsoft.com/office/officeart/2005/8/layout/list1"/>
    <dgm:cxn modelId="{F95AE121-A5F5-483E-A74D-44E6AB055EA6}" type="presOf" srcId="{273A281F-3F5B-4B3B-8AB6-AB5D72569BBB}" destId="{3F535C6C-CC98-4F53-8294-56D8714FBB02}" srcOrd="0" destOrd="0" presId="urn:microsoft.com/office/officeart/2005/8/layout/list1"/>
    <dgm:cxn modelId="{BB60F65E-FF64-4620-9FF0-BA5C448F5B43}" type="presOf" srcId="{A73F3BDD-073A-48D8-87A8-10E32B3CB8CF}" destId="{AFEDD100-B442-487B-BE12-8DE1EC8B1E69}" srcOrd="0" destOrd="0" presId="urn:microsoft.com/office/officeart/2005/8/layout/list1"/>
    <dgm:cxn modelId="{C4CF4E47-3C26-4174-A93C-8EB04829BAF0}" type="presOf" srcId="{0FF14964-E375-4F27-8A69-C10FFE2DC0B2}" destId="{2F6EFEE4-A8D9-4076-A944-DA2ED644B05B}" srcOrd="0" destOrd="0" presId="urn:microsoft.com/office/officeart/2005/8/layout/list1"/>
    <dgm:cxn modelId="{AE297054-3882-4C41-A2E8-41A94182360E}" srcId="{273A281F-3F5B-4B3B-8AB6-AB5D72569BBB}" destId="{A73F3BDD-073A-48D8-87A8-10E32B3CB8CF}" srcOrd="2" destOrd="0" parTransId="{398B9B9C-1512-47F4-99A2-838F04A02386}" sibTransId="{38ED91A3-AEB5-439C-89B4-6007F62D43B8}"/>
    <dgm:cxn modelId="{5CC3F355-EFB4-40DA-B5D7-13F4DB3D6DF8}" type="presOf" srcId="{0FF14964-E375-4F27-8A69-C10FFE2DC0B2}" destId="{77DC651D-B968-4850-B53C-495BE199298E}" srcOrd="1" destOrd="0" presId="urn:microsoft.com/office/officeart/2005/8/layout/list1"/>
    <dgm:cxn modelId="{7200D8AE-14F2-4961-8450-708753ED2646}" type="presOf" srcId="{D67896EF-B8C8-423C-A36C-CDB3678E8C3A}" destId="{66CB2958-ECD9-44C6-9A65-4284E1304B50}" srcOrd="1" destOrd="0" presId="urn:microsoft.com/office/officeart/2005/8/layout/list1"/>
    <dgm:cxn modelId="{F3EB89D4-10BF-4CCC-A51C-EF7E7A05DAEC}" type="presOf" srcId="{D67896EF-B8C8-423C-A36C-CDB3678E8C3A}" destId="{341DD5FE-8522-41F0-9001-FF2349614C69}" srcOrd="0" destOrd="0" presId="urn:microsoft.com/office/officeart/2005/8/layout/list1"/>
    <dgm:cxn modelId="{1A2D2CED-29CB-48DC-B348-A4F4FE41A0C7}" srcId="{273A281F-3F5B-4B3B-8AB6-AB5D72569BBB}" destId="{D67896EF-B8C8-423C-A36C-CDB3678E8C3A}" srcOrd="1" destOrd="0" parTransId="{FABC0FD1-D746-4F4D-8794-CEA7545E40E5}" sibTransId="{FDD924AA-7C42-4338-AFAA-DD445424A844}"/>
    <dgm:cxn modelId="{EC982168-2B00-44A5-A319-B1EDD69E442F}" type="presParOf" srcId="{3F535C6C-CC98-4F53-8294-56D8714FBB02}" destId="{BD7AD6FB-235F-4BAC-9E67-FE36580A190C}" srcOrd="0" destOrd="0" presId="urn:microsoft.com/office/officeart/2005/8/layout/list1"/>
    <dgm:cxn modelId="{BE77EE30-D95F-45EC-953A-70E37C6B50E8}" type="presParOf" srcId="{BD7AD6FB-235F-4BAC-9E67-FE36580A190C}" destId="{2F6EFEE4-A8D9-4076-A944-DA2ED644B05B}" srcOrd="0" destOrd="0" presId="urn:microsoft.com/office/officeart/2005/8/layout/list1"/>
    <dgm:cxn modelId="{5A93729C-F692-4413-AD99-C952E3B63039}" type="presParOf" srcId="{BD7AD6FB-235F-4BAC-9E67-FE36580A190C}" destId="{77DC651D-B968-4850-B53C-495BE199298E}" srcOrd="1" destOrd="0" presId="urn:microsoft.com/office/officeart/2005/8/layout/list1"/>
    <dgm:cxn modelId="{E2C22C27-90CD-4D39-B960-61C97FF44044}" type="presParOf" srcId="{3F535C6C-CC98-4F53-8294-56D8714FBB02}" destId="{FAC7577C-49DA-4819-AC18-7173A30459C0}" srcOrd="1" destOrd="0" presId="urn:microsoft.com/office/officeart/2005/8/layout/list1"/>
    <dgm:cxn modelId="{9C633431-53AC-46EA-9B33-4D2903F2E69B}" type="presParOf" srcId="{3F535C6C-CC98-4F53-8294-56D8714FBB02}" destId="{9CC43F61-9E90-482C-854D-8326B9396E1A}" srcOrd="2" destOrd="0" presId="urn:microsoft.com/office/officeart/2005/8/layout/list1"/>
    <dgm:cxn modelId="{51E1AD3F-2BB1-4087-9BAE-40334AA79DBD}" type="presParOf" srcId="{3F535C6C-CC98-4F53-8294-56D8714FBB02}" destId="{1F9E5404-7A39-41B4-9006-7611B442619D}" srcOrd="3" destOrd="0" presId="urn:microsoft.com/office/officeart/2005/8/layout/list1"/>
    <dgm:cxn modelId="{EA35BECD-3A85-42EB-A475-5568DCD95293}" type="presParOf" srcId="{3F535C6C-CC98-4F53-8294-56D8714FBB02}" destId="{D5F4E278-6E1C-43F9-882C-52A81F7BEC7C}" srcOrd="4" destOrd="0" presId="urn:microsoft.com/office/officeart/2005/8/layout/list1"/>
    <dgm:cxn modelId="{D8FDBE49-B3DE-4EFE-AB41-903FF225E13D}" type="presParOf" srcId="{D5F4E278-6E1C-43F9-882C-52A81F7BEC7C}" destId="{341DD5FE-8522-41F0-9001-FF2349614C69}" srcOrd="0" destOrd="0" presId="urn:microsoft.com/office/officeart/2005/8/layout/list1"/>
    <dgm:cxn modelId="{0E89A44B-63C8-4D4C-97C9-78F732B5E72E}" type="presParOf" srcId="{D5F4E278-6E1C-43F9-882C-52A81F7BEC7C}" destId="{66CB2958-ECD9-44C6-9A65-4284E1304B50}" srcOrd="1" destOrd="0" presId="urn:microsoft.com/office/officeart/2005/8/layout/list1"/>
    <dgm:cxn modelId="{2561041C-37B1-4498-A7D9-8422D64C741B}" type="presParOf" srcId="{3F535C6C-CC98-4F53-8294-56D8714FBB02}" destId="{1DD6CFB8-FE67-4CD4-B133-D97C060C8925}" srcOrd="5" destOrd="0" presId="urn:microsoft.com/office/officeart/2005/8/layout/list1"/>
    <dgm:cxn modelId="{105C03A8-FBBF-4042-A1EC-7F1C3FE69B24}" type="presParOf" srcId="{3F535C6C-CC98-4F53-8294-56D8714FBB02}" destId="{4F137C5B-7FC6-4095-ADE0-A083351A959E}" srcOrd="6" destOrd="0" presId="urn:microsoft.com/office/officeart/2005/8/layout/list1"/>
    <dgm:cxn modelId="{A08339D3-E9C6-407E-BC53-610D56C5EFB3}" type="presParOf" srcId="{3F535C6C-CC98-4F53-8294-56D8714FBB02}" destId="{89D95DEC-4C12-4ED3-84EF-10D47FF0B64C}" srcOrd="7" destOrd="0" presId="urn:microsoft.com/office/officeart/2005/8/layout/list1"/>
    <dgm:cxn modelId="{6635C35D-26CA-42ED-A5E7-8D09AAF9689E}" type="presParOf" srcId="{3F535C6C-CC98-4F53-8294-56D8714FBB02}" destId="{8FD2D673-1786-4368-8AB4-9FBC4EB6E58B}" srcOrd="8" destOrd="0" presId="urn:microsoft.com/office/officeart/2005/8/layout/list1"/>
    <dgm:cxn modelId="{747E0A2F-FFC9-4424-AA01-1BD8EB207FD3}" type="presParOf" srcId="{8FD2D673-1786-4368-8AB4-9FBC4EB6E58B}" destId="{AFEDD100-B442-487B-BE12-8DE1EC8B1E69}" srcOrd="0" destOrd="0" presId="urn:microsoft.com/office/officeart/2005/8/layout/list1"/>
    <dgm:cxn modelId="{7BB2E2B4-AA54-423A-86A6-2A2BBFA63DF1}" type="presParOf" srcId="{8FD2D673-1786-4368-8AB4-9FBC4EB6E58B}" destId="{3E729D4F-9F3A-498A-8D8E-B436F41AFA54}" srcOrd="1" destOrd="0" presId="urn:microsoft.com/office/officeart/2005/8/layout/list1"/>
    <dgm:cxn modelId="{C07A0FA9-6795-4323-AEC2-4B95E7802F64}" type="presParOf" srcId="{3F535C6C-CC98-4F53-8294-56D8714FBB02}" destId="{C654AEA5-AACC-4C81-8279-C80019095FE6}" srcOrd="9" destOrd="0" presId="urn:microsoft.com/office/officeart/2005/8/layout/list1"/>
    <dgm:cxn modelId="{501A9CEE-24D0-4753-867C-40FAC1F0FC32}" type="presParOf" srcId="{3F535C6C-CC98-4F53-8294-56D8714FBB02}" destId="{E656472A-AB2B-4D22-892F-810426F2AF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D881E3F9-3378-470C-B3EC-8C3E3B38AAB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A2A69C4-8D2B-45D9-BA5D-E3B74638DD9C}">
      <dgm:prSet/>
      <dgm:spPr/>
      <dgm:t>
        <a:bodyPr/>
        <a:lstStyle/>
        <a:p>
          <a:r>
            <a:rPr lang="en-US"/>
            <a:t>Construction and operational risks</a:t>
          </a:r>
        </a:p>
      </dgm:t>
    </dgm:pt>
    <dgm:pt modelId="{F2D1B4AE-BA8D-474F-BB2C-7C7E71B40459}" type="parTrans" cxnId="{EEC4CE5E-F7E8-44C0-AB3A-B2326A6C1B59}">
      <dgm:prSet/>
      <dgm:spPr/>
      <dgm:t>
        <a:bodyPr/>
        <a:lstStyle/>
        <a:p>
          <a:endParaRPr lang="en-US"/>
        </a:p>
      </dgm:t>
    </dgm:pt>
    <dgm:pt modelId="{2EC043CF-EE73-428A-B9CA-61D4AA55CAE0}" type="sibTrans" cxnId="{EEC4CE5E-F7E8-44C0-AB3A-B2326A6C1B59}">
      <dgm:prSet/>
      <dgm:spPr/>
      <dgm:t>
        <a:bodyPr/>
        <a:lstStyle/>
        <a:p>
          <a:endParaRPr lang="en-US"/>
        </a:p>
      </dgm:t>
    </dgm:pt>
    <dgm:pt modelId="{E5BFF61F-5907-4E0A-91EE-CEF5F12DF88C}">
      <dgm:prSet/>
      <dgm:spPr/>
      <dgm:t>
        <a:bodyPr/>
        <a:lstStyle/>
        <a:p>
          <a:r>
            <a:rPr lang="en-US"/>
            <a:t>Climate and resource risks</a:t>
          </a:r>
        </a:p>
      </dgm:t>
    </dgm:pt>
    <dgm:pt modelId="{08972494-09BA-4BE3-B709-58694DBC9326}" type="parTrans" cxnId="{66F88381-D0DD-4A3F-BE73-D5B86D03426D}">
      <dgm:prSet/>
      <dgm:spPr/>
      <dgm:t>
        <a:bodyPr/>
        <a:lstStyle/>
        <a:p>
          <a:endParaRPr lang="en-US"/>
        </a:p>
      </dgm:t>
    </dgm:pt>
    <dgm:pt modelId="{FD5E0820-E798-40C0-B848-2DFA70FD06BD}" type="sibTrans" cxnId="{66F88381-D0DD-4A3F-BE73-D5B86D03426D}">
      <dgm:prSet/>
      <dgm:spPr/>
      <dgm:t>
        <a:bodyPr/>
        <a:lstStyle/>
        <a:p>
          <a:endParaRPr lang="en-US"/>
        </a:p>
      </dgm:t>
    </dgm:pt>
    <dgm:pt modelId="{11212747-3C64-4F36-8A03-61F1B71E00BE}">
      <dgm:prSet/>
      <dgm:spPr/>
      <dgm:t>
        <a:bodyPr/>
        <a:lstStyle/>
        <a:p>
          <a:r>
            <a:rPr lang="en-US"/>
            <a:t>Insurance, guarantees, reserves</a:t>
          </a:r>
        </a:p>
      </dgm:t>
    </dgm:pt>
    <dgm:pt modelId="{DCA62455-90A1-40B4-A233-EE3D3A9AA79C}" type="parTrans" cxnId="{C3309345-424C-41E5-B376-18F591C98304}">
      <dgm:prSet/>
      <dgm:spPr/>
      <dgm:t>
        <a:bodyPr/>
        <a:lstStyle/>
        <a:p>
          <a:endParaRPr lang="en-US"/>
        </a:p>
      </dgm:t>
    </dgm:pt>
    <dgm:pt modelId="{FBC802CA-4DC0-4381-AB8B-3DB1F5314A20}" type="sibTrans" cxnId="{C3309345-424C-41E5-B376-18F591C98304}">
      <dgm:prSet/>
      <dgm:spPr/>
      <dgm:t>
        <a:bodyPr/>
        <a:lstStyle/>
        <a:p>
          <a:endParaRPr lang="en-US"/>
        </a:p>
      </dgm:t>
    </dgm:pt>
    <dgm:pt modelId="{8FA5F722-3875-409A-BB1D-1DBD58573063}" type="pres">
      <dgm:prSet presAssocID="{D881E3F9-3378-470C-B3EC-8C3E3B38AAB3}" presName="linear" presStyleCnt="0">
        <dgm:presLayoutVars>
          <dgm:animLvl val="lvl"/>
          <dgm:resizeHandles val="exact"/>
        </dgm:presLayoutVars>
      </dgm:prSet>
      <dgm:spPr/>
    </dgm:pt>
    <dgm:pt modelId="{7BC23635-6A49-4DFA-985B-040F2D78C360}" type="pres">
      <dgm:prSet presAssocID="{FA2A69C4-8D2B-45D9-BA5D-E3B74638DD9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AAF915A-12B0-4E21-A127-19CD02FEAFEE}" type="pres">
      <dgm:prSet presAssocID="{2EC043CF-EE73-428A-B9CA-61D4AA55CAE0}" presName="spacer" presStyleCnt="0"/>
      <dgm:spPr/>
    </dgm:pt>
    <dgm:pt modelId="{696ACD3A-6C8D-4F82-8B85-AF7A4BBEE03C}" type="pres">
      <dgm:prSet presAssocID="{E5BFF61F-5907-4E0A-91EE-CEF5F12DF88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36FCA32-B593-49FA-953F-B02E199AF6A4}" type="pres">
      <dgm:prSet presAssocID="{FD5E0820-E798-40C0-B848-2DFA70FD06BD}" presName="spacer" presStyleCnt="0"/>
      <dgm:spPr/>
    </dgm:pt>
    <dgm:pt modelId="{3085D13B-E2F4-4A6B-AB7B-229B7BAD323F}" type="pres">
      <dgm:prSet presAssocID="{11212747-3C64-4F36-8A03-61F1B71E00B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3FB9E02-66B0-47F5-A16A-96CBD7293FF4}" type="presOf" srcId="{E5BFF61F-5907-4E0A-91EE-CEF5F12DF88C}" destId="{696ACD3A-6C8D-4F82-8B85-AF7A4BBEE03C}" srcOrd="0" destOrd="0" presId="urn:microsoft.com/office/officeart/2005/8/layout/vList2"/>
    <dgm:cxn modelId="{EEC4CE5E-F7E8-44C0-AB3A-B2326A6C1B59}" srcId="{D881E3F9-3378-470C-B3EC-8C3E3B38AAB3}" destId="{FA2A69C4-8D2B-45D9-BA5D-E3B74638DD9C}" srcOrd="0" destOrd="0" parTransId="{F2D1B4AE-BA8D-474F-BB2C-7C7E71B40459}" sibTransId="{2EC043CF-EE73-428A-B9CA-61D4AA55CAE0}"/>
    <dgm:cxn modelId="{C3309345-424C-41E5-B376-18F591C98304}" srcId="{D881E3F9-3378-470C-B3EC-8C3E3B38AAB3}" destId="{11212747-3C64-4F36-8A03-61F1B71E00BE}" srcOrd="2" destOrd="0" parTransId="{DCA62455-90A1-40B4-A233-EE3D3A9AA79C}" sibTransId="{FBC802CA-4DC0-4381-AB8B-3DB1F5314A20}"/>
    <dgm:cxn modelId="{66F88381-D0DD-4A3F-BE73-D5B86D03426D}" srcId="{D881E3F9-3378-470C-B3EC-8C3E3B38AAB3}" destId="{E5BFF61F-5907-4E0A-91EE-CEF5F12DF88C}" srcOrd="1" destOrd="0" parTransId="{08972494-09BA-4BE3-B709-58694DBC9326}" sibTransId="{FD5E0820-E798-40C0-B848-2DFA70FD06BD}"/>
    <dgm:cxn modelId="{2E8876A6-E6BD-4859-ABB7-1459EDAA8F5B}" type="presOf" srcId="{FA2A69C4-8D2B-45D9-BA5D-E3B74638DD9C}" destId="{7BC23635-6A49-4DFA-985B-040F2D78C360}" srcOrd="0" destOrd="0" presId="urn:microsoft.com/office/officeart/2005/8/layout/vList2"/>
    <dgm:cxn modelId="{9E3754B2-C07E-4F84-BDE5-DF87B05B987B}" type="presOf" srcId="{11212747-3C64-4F36-8A03-61F1B71E00BE}" destId="{3085D13B-E2F4-4A6B-AB7B-229B7BAD323F}" srcOrd="0" destOrd="0" presId="urn:microsoft.com/office/officeart/2005/8/layout/vList2"/>
    <dgm:cxn modelId="{DBCBC9D1-C9FB-4F85-8275-DC457BFA9C54}" type="presOf" srcId="{D881E3F9-3378-470C-B3EC-8C3E3B38AAB3}" destId="{8FA5F722-3875-409A-BB1D-1DBD58573063}" srcOrd="0" destOrd="0" presId="urn:microsoft.com/office/officeart/2005/8/layout/vList2"/>
    <dgm:cxn modelId="{28D34615-B05E-4685-BAE9-7DC737DDD821}" type="presParOf" srcId="{8FA5F722-3875-409A-BB1D-1DBD58573063}" destId="{7BC23635-6A49-4DFA-985B-040F2D78C360}" srcOrd="0" destOrd="0" presId="urn:microsoft.com/office/officeart/2005/8/layout/vList2"/>
    <dgm:cxn modelId="{716DDCA4-0B82-4E51-86AD-7FC9BD27232E}" type="presParOf" srcId="{8FA5F722-3875-409A-BB1D-1DBD58573063}" destId="{AAAF915A-12B0-4E21-A127-19CD02FEAFEE}" srcOrd="1" destOrd="0" presId="urn:microsoft.com/office/officeart/2005/8/layout/vList2"/>
    <dgm:cxn modelId="{C0827DCB-1ECE-4917-B077-3DFD456DA7C1}" type="presParOf" srcId="{8FA5F722-3875-409A-BB1D-1DBD58573063}" destId="{696ACD3A-6C8D-4F82-8B85-AF7A4BBEE03C}" srcOrd="2" destOrd="0" presId="urn:microsoft.com/office/officeart/2005/8/layout/vList2"/>
    <dgm:cxn modelId="{C9C90971-86F1-4034-8071-B8C3F181F3DF}" type="presParOf" srcId="{8FA5F722-3875-409A-BB1D-1DBD58573063}" destId="{E36FCA32-B593-49FA-953F-B02E199AF6A4}" srcOrd="3" destOrd="0" presId="urn:microsoft.com/office/officeart/2005/8/layout/vList2"/>
    <dgm:cxn modelId="{32EE86E8-C537-4460-980B-948B2C537DAD}" type="presParOf" srcId="{8FA5F722-3875-409A-BB1D-1DBD58573063}" destId="{3085D13B-E2F4-4A6B-AB7B-229B7BAD323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2B3310D6-BB26-4963-9F04-A606C0898B8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76EE641-464D-4FD0-8BC7-28AEC1E76102}">
      <dgm:prSet/>
      <dgm:spPr/>
      <dgm:t>
        <a:bodyPr/>
        <a:lstStyle/>
        <a:p>
          <a:r>
            <a:rPr lang="en-US"/>
            <a:t>Common misclassification errors</a:t>
          </a:r>
        </a:p>
      </dgm:t>
    </dgm:pt>
    <dgm:pt modelId="{2F14BBE9-AB40-462E-995F-372538B19973}" type="parTrans" cxnId="{4E3F7C3B-6D0A-406E-A08F-3A8CEBC043E4}">
      <dgm:prSet/>
      <dgm:spPr/>
      <dgm:t>
        <a:bodyPr/>
        <a:lstStyle/>
        <a:p>
          <a:endParaRPr lang="en-US"/>
        </a:p>
      </dgm:t>
    </dgm:pt>
    <dgm:pt modelId="{6B0A2D89-BF6C-4A6C-84A4-899274E6E980}" type="sibTrans" cxnId="{4E3F7C3B-6D0A-406E-A08F-3A8CEBC043E4}">
      <dgm:prSet/>
      <dgm:spPr/>
      <dgm:t>
        <a:bodyPr/>
        <a:lstStyle/>
        <a:p>
          <a:endParaRPr lang="en-US"/>
        </a:p>
      </dgm:t>
    </dgm:pt>
    <dgm:pt modelId="{C09E89FA-7441-48D4-8526-A42E3E2729C8}">
      <dgm:prSet/>
      <dgm:spPr/>
      <dgm:t>
        <a:bodyPr/>
        <a:lstStyle/>
        <a:p>
          <a:r>
            <a:rPr lang="en-US"/>
            <a:t>Coordination ≠ integration</a:t>
          </a:r>
        </a:p>
      </dgm:t>
    </dgm:pt>
    <dgm:pt modelId="{7C8351DD-CFDA-479B-860B-43AA443504BE}" type="parTrans" cxnId="{70D849F9-FAD8-4CAF-9805-34956B2EDE26}">
      <dgm:prSet/>
      <dgm:spPr/>
      <dgm:t>
        <a:bodyPr/>
        <a:lstStyle/>
        <a:p>
          <a:endParaRPr lang="en-US"/>
        </a:p>
      </dgm:t>
    </dgm:pt>
    <dgm:pt modelId="{D1307225-69D6-4C5D-9A65-B7F271BD13D6}" type="sibTrans" cxnId="{70D849F9-FAD8-4CAF-9805-34956B2EDE26}">
      <dgm:prSet/>
      <dgm:spPr/>
      <dgm:t>
        <a:bodyPr/>
        <a:lstStyle/>
        <a:p>
          <a:endParaRPr lang="en-US"/>
        </a:p>
      </dgm:t>
    </dgm:pt>
    <dgm:pt modelId="{B617C4D2-F4AF-4C11-A094-09975E6884DB}">
      <dgm:prSet/>
      <dgm:spPr/>
      <dgm:t>
        <a:bodyPr/>
        <a:lstStyle/>
        <a:p>
          <a:r>
            <a:rPr lang="en-US"/>
            <a:t>Financiers differentiate clearly</a:t>
          </a:r>
        </a:p>
      </dgm:t>
    </dgm:pt>
    <dgm:pt modelId="{5FA183C2-3637-49C9-AB93-7C214A5C2FFB}" type="parTrans" cxnId="{29E0A1F7-43BC-4E7A-972B-E18E6FB73A7C}">
      <dgm:prSet/>
      <dgm:spPr/>
      <dgm:t>
        <a:bodyPr/>
        <a:lstStyle/>
        <a:p>
          <a:endParaRPr lang="en-US"/>
        </a:p>
      </dgm:t>
    </dgm:pt>
    <dgm:pt modelId="{0ED826D2-A7D0-4479-AA91-F68E78A02113}" type="sibTrans" cxnId="{29E0A1F7-43BC-4E7A-972B-E18E6FB73A7C}">
      <dgm:prSet/>
      <dgm:spPr/>
      <dgm:t>
        <a:bodyPr/>
        <a:lstStyle/>
        <a:p>
          <a:endParaRPr lang="en-US"/>
        </a:p>
      </dgm:t>
    </dgm:pt>
    <dgm:pt modelId="{277A2B6C-BC0C-43FC-B0AA-43D1CCE8DCE5}" type="pres">
      <dgm:prSet presAssocID="{2B3310D6-BB26-4963-9F04-A606C0898B88}" presName="linear" presStyleCnt="0">
        <dgm:presLayoutVars>
          <dgm:animLvl val="lvl"/>
          <dgm:resizeHandles val="exact"/>
        </dgm:presLayoutVars>
      </dgm:prSet>
      <dgm:spPr/>
    </dgm:pt>
    <dgm:pt modelId="{A4F61C06-1E77-4C88-9773-A028B42C75B7}" type="pres">
      <dgm:prSet presAssocID="{E76EE641-464D-4FD0-8BC7-28AEC1E7610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FC3A036-9CB2-474A-A620-19069D94DA52}" type="pres">
      <dgm:prSet presAssocID="{6B0A2D89-BF6C-4A6C-84A4-899274E6E980}" presName="spacer" presStyleCnt="0"/>
      <dgm:spPr/>
    </dgm:pt>
    <dgm:pt modelId="{5E25BE83-5966-4C15-9D92-75555462B055}" type="pres">
      <dgm:prSet presAssocID="{C09E89FA-7441-48D4-8526-A42E3E2729C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2C2ABC1-60BD-44EE-A2A4-1EAF5709ADFB}" type="pres">
      <dgm:prSet presAssocID="{D1307225-69D6-4C5D-9A65-B7F271BD13D6}" presName="spacer" presStyleCnt="0"/>
      <dgm:spPr/>
    </dgm:pt>
    <dgm:pt modelId="{7B6AABE3-1C21-4427-92C7-58F27ABF1D9B}" type="pres">
      <dgm:prSet presAssocID="{B617C4D2-F4AF-4C11-A094-09975E6884D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E3F7C3B-6D0A-406E-A08F-3A8CEBC043E4}" srcId="{2B3310D6-BB26-4963-9F04-A606C0898B88}" destId="{E76EE641-464D-4FD0-8BC7-28AEC1E76102}" srcOrd="0" destOrd="0" parTransId="{2F14BBE9-AB40-462E-995F-372538B19973}" sibTransId="{6B0A2D89-BF6C-4A6C-84A4-899274E6E980}"/>
    <dgm:cxn modelId="{30520A55-CF96-4ACD-9CAD-69410162FB36}" type="presOf" srcId="{2B3310D6-BB26-4963-9F04-A606C0898B88}" destId="{277A2B6C-BC0C-43FC-B0AA-43D1CCE8DCE5}" srcOrd="0" destOrd="0" presId="urn:microsoft.com/office/officeart/2005/8/layout/vList2"/>
    <dgm:cxn modelId="{2F163D56-BEEB-4608-B6DD-88E66EAB5E76}" type="presOf" srcId="{B617C4D2-F4AF-4C11-A094-09975E6884DB}" destId="{7B6AABE3-1C21-4427-92C7-58F27ABF1D9B}" srcOrd="0" destOrd="0" presId="urn:microsoft.com/office/officeart/2005/8/layout/vList2"/>
    <dgm:cxn modelId="{CFC48C95-1037-4EED-9229-1EDAD73CEB86}" type="presOf" srcId="{C09E89FA-7441-48D4-8526-A42E3E2729C8}" destId="{5E25BE83-5966-4C15-9D92-75555462B055}" srcOrd="0" destOrd="0" presId="urn:microsoft.com/office/officeart/2005/8/layout/vList2"/>
    <dgm:cxn modelId="{64DD98EB-CC08-4591-8AA0-FD7A41874B6F}" type="presOf" srcId="{E76EE641-464D-4FD0-8BC7-28AEC1E76102}" destId="{A4F61C06-1E77-4C88-9773-A028B42C75B7}" srcOrd="0" destOrd="0" presId="urn:microsoft.com/office/officeart/2005/8/layout/vList2"/>
    <dgm:cxn modelId="{29E0A1F7-43BC-4E7A-972B-E18E6FB73A7C}" srcId="{2B3310D6-BB26-4963-9F04-A606C0898B88}" destId="{B617C4D2-F4AF-4C11-A094-09975E6884DB}" srcOrd="2" destOrd="0" parTransId="{5FA183C2-3637-49C9-AB93-7C214A5C2FFB}" sibTransId="{0ED826D2-A7D0-4479-AA91-F68E78A02113}"/>
    <dgm:cxn modelId="{70D849F9-FAD8-4CAF-9805-34956B2EDE26}" srcId="{2B3310D6-BB26-4963-9F04-A606C0898B88}" destId="{C09E89FA-7441-48D4-8526-A42E3E2729C8}" srcOrd="1" destOrd="0" parTransId="{7C8351DD-CFDA-479B-860B-43AA443504BE}" sibTransId="{D1307225-69D6-4C5D-9A65-B7F271BD13D6}"/>
    <dgm:cxn modelId="{20AB304E-4460-4273-8692-FA49110665C6}" type="presParOf" srcId="{277A2B6C-BC0C-43FC-B0AA-43D1CCE8DCE5}" destId="{A4F61C06-1E77-4C88-9773-A028B42C75B7}" srcOrd="0" destOrd="0" presId="urn:microsoft.com/office/officeart/2005/8/layout/vList2"/>
    <dgm:cxn modelId="{36428ED2-5186-46FF-A9A8-9CB9DB4EE9A1}" type="presParOf" srcId="{277A2B6C-BC0C-43FC-B0AA-43D1CCE8DCE5}" destId="{6FC3A036-9CB2-474A-A620-19069D94DA52}" srcOrd="1" destOrd="0" presId="urn:microsoft.com/office/officeart/2005/8/layout/vList2"/>
    <dgm:cxn modelId="{BA275B0A-6911-4EB8-AF25-58F52530246E}" type="presParOf" srcId="{277A2B6C-BC0C-43FC-B0AA-43D1CCE8DCE5}" destId="{5E25BE83-5966-4C15-9D92-75555462B055}" srcOrd="2" destOrd="0" presId="urn:microsoft.com/office/officeart/2005/8/layout/vList2"/>
    <dgm:cxn modelId="{55AC687F-1A47-4378-B414-BBE84ECBFAF5}" type="presParOf" srcId="{277A2B6C-BC0C-43FC-B0AA-43D1CCE8DCE5}" destId="{92C2ABC1-60BD-44EE-A2A4-1EAF5709ADFB}" srcOrd="3" destOrd="0" presId="urn:microsoft.com/office/officeart/2005/8/layout/vList2"/>
    <dgm:cxn modelId="{7CC7AC02-1D8C-4CC6-8130-91EB2F51511C}" type="presParOf" srcId="{277A2B6C-BC0C-43FC-B0AA-43D1CCE8DCE5}" destId="{7B6AABE3-1C21-4427-92C7-58F27ABF1D9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FCB86D9E-0C54-41B8-92EE-013A620F66B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7B0AB9E-832F-4903-A2FD-C89AF30A539A}">
      <dgm:prSet/>
      <dgm:spPr/>
      <dgm:t>
        <a:bodyPr/>
        <a:lstStyle/>
        <a:p>
          <a:r>
            <a:rPr lang="en-US"/>
            <a:t>No quantified financial impact</a:t>
          </a:r>
        </a:p>
      </dgm:t>
    </dgm:pt>
    <dgm:pt modelId="{15D4AD5D-87C0-4F77-8493-F03EBA35A1BE}" type="parTrans" cxnId="{65B24EA2-EBE7-45AC-BE53-8DDDBF7E38C8}">
      <dgm:prSet/>
      <dgm:spPr/>
      <dgm:t>
        <a:bodyPr/>
        <a:lstStyle/>
        <a:p>
          <a:endParaRPr lang="en-US"/>
        </a:p>
      </dgm:t>
    </dgm:pt>
    <dgm:pt modelId="{4444236C-737D-46F0-9BD2-3A9D50AAE2E6}" type="sibTrans" cxnId="{65B24EA2-EBE7-45AC-BE53-8DDDBF7E38C8}">
      <dgm:prSet/>
      <dgm:spPr/>
      <dgm:t>
        <a:bodyPr/>
        <a:lstStyle/>
        <a:p>
          <a:endParaRPr lang="en-US"/>
        </a:p>
      </dgm:t>
    </dgm:pt>
    <dgm:pt modelId="{E891F3D3-4784-4644-BF13-A38530C5362C}">
      <dgm:prSet/>
      <dgm:spPr/>
      <dgm:t>
        <a:bodyPr/>
        <a:lstStyle/>
        <a:p>
          <a:r>
            <a:rPr lang="en-US"/>
            <a:t>No risk reduction evidence</a:t>
          </a:r>
        </a:p>
      </dgm:t>
    </dgm:pt>
    <dgm:pt modelId="{56E6C7AC-0686-4601-81B4-927E65CF76CD}" type="parTrans" cxnId="{5250A4C0-9195-4FC1-B553-B8B03EF7EE70}">
      <dgm:prSet/>
      <dgm:spPr/>
      <dgm:t>
        <a:bodyPr/>
        <a:lstStyle/>
        <a:p>
          <a:endParaRPr lang="en-US"/>
        </a:p>
      </dgm:t>
    </dgm:pt>
    <dgm:pt modelId="{8F2A3F65-3751-4A02-91BA-886752CF3C0E}" type="sibTrans" cxnId="{5250A4C0-9195-4FC1-B553-B8B03EF7EE70}">
      <dgm:prSet/>
      <dgm:spPr/>
      <dgm:t>
        <a:bodyPr/>
        <a:lstStyle/>
        <a:p>
          <a:endParaRPr lang="en-US"/>
        </a:p>
      </dgm:t>
    </dgm:pt>
    <dgm:pt modelId="{F5131BB4-6B92-4901-8DBC-ACDDC47D2DF1}">
      <dgm:prSet/>
      <dgm:spPr/>
      <dgm:t>
        <a:bodyPr/>
        <a:lstStyle/>
        <a:p>
          <a:r>
            <a:rPr lang="en-US"/>
            <a:t>No credible monitoring framework</a:t>
          </a:r>
        </a:p>
      </dgm:t>
    </dgm:pt>
    <dgm:pt modelId="{F8A42EB2-8F4D-4892-AEB4-286830ED8B9C}" type="parTrans" cxnId="{DB02B2E7-E523-4436-BD0A-83D5F1EB42B7}">
      <dgm:prSet/>
      <dgm:spPr/>
      <dgm:t>
        <a:bodyPr/>
        <a:lstStyle/>
        <a:p>
          <a:endParaRPr lang="en-US"/>
        </a:p>
      </dgm:t>
    </dgm:pt>
    <dgm:pt modelId="{6FB918C6-0876-45E1-BDF9-3C3C336F8C61}" type="sibTrans" cxnId="{DB02B2E7-E523-4436-BD0A-83D5F1EB42B7}">
      <dgm:prSet/>
      <dgm:spPr/>
      <dgm:t>
        <a:bodyPr/>
        <a:lstStyle/>
        <a:p>
          <a:endParaRPr lang="en-US"/>
        </a:p>
      </dgm:t>
    </dgm:pt>
    <dgm:pt modelId="{352080E1-25C6-42EC-81C1-C3972225890E}" type="pres">
      <dgm:prSet presAssocID="{FCB86D9E-0C54-41B8-92EE-013A620F66B1}" presName="root" presStyleCnt="0">
        <dgm:presLayoutVars>
          <dgm:dir/>
          <dgm:resizeHandles val="exact"/>
        </dgm:presLayoutVars>
      </dgm:prSet>
      <dgm:spPr/>
    </dgm:pt>
    <dgm:pt modelId="{BAEEAF06-C1EA-4ACB-93CC-EFD3BC2AAD10}" type="pres">
      <dgm:prSet presAssocID="{77B0AB9E-832F-4903-A2FD-C89AF30A539A}" presName="compNode" presStyleCnt="0"/>
      <dgm:spPr/>
    </dgm:pt>
    <dgm:pt modelId="{AD6D577C-4890-4397-92A4-D0CDB4124D1D}" type="pres">
      <dgm:prSet presAssocID="{77B0AB9E-832F-4903-A2FD-C89AF30A539A}" presName="bgRect" presStyleLbl="bgShp" presStyleIdx="0" presStyleCnt="3"/>
      <dgm:spPr/>
    </dgm:pt>
    <dgm:pt modelId="{3D018AEB-95FA-43EA-938D-3C4780AA8AF4}" type="pres">
      <dgm:prSet presAssocID="{77B0AB9E-832F-4903-A2FD-C89AF30A539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76A5B78-A651-4E38-B6EC-330CA9E431C5}" type="pres">
      <dgm:prSet presAssocID="{77B0AB9E-832F-4903-A2FD-C89AF30A539A}" presName="spaceRect" presStyleCnt="0"/>
      <dgm:spPr/>
    </dgm:pt>
    <dgm:pt modelId="{FB1FC2FF-2A81-4377-902E-56AD4BF3AAE1}" type="pres">
      <dgm:prSet presAssocID="{77B0AB9E-832F-4903-A2FD-C89AF30A539A}" presName="parTx" presStyleLbl="revTx" presStyleIdx="0" presStyleCnt="3">
        <dgm:presLayoutVars>
          <dgm:chMax val="0"/>
          <dgm:chPref val="0"/>
        </dgm:presLayoutVars>
      </dgm:prSet>
      <dgm:spPr/>
    </dgm:pt>
    <dgm:pt modelId="{61C1F290-DC13-4CAE-A150-DE9E88148EB1}" type="pres">
      <dgm:prSet presAssocID="{4444236C-737D-46F0-9BD2-3A9D50AAE2E6}" presName="sibTrans" presStyleCnt="0"/>
      <dgm:spPr/>
    </dgm:pt>
    <dgm:pt modelId="{1CEC59F6-5B79-4757-8914-8D62FF4F2E0F}" type="pres">
      <dgm:prSet presAssocID="{E891F3D3-4784-4644-BF13-A38530C5362C}" presName="compNode" presStyleCnt="0"/>
      <dgm:spPr/>
    </dgm:pt>
    <dgm:pt modelId="{3D6CC4DC-9556-44F4-A7C2-7FB369D0CF1A}" type="pres">
      <dgm:prSet presAssocID="{E891F3D3-4784-4644-BF13-A38530C5362C}" presName="bgRect" presStyleLbl="bgShp" presStyleIdx="1" presStyleCnt="3"/>
      <dgm:spPr/>
    </dgm:pt>
    <dgm:pt modelId="{6EDE67EB-CDCB-4B0F-B2E2-2D5C98A9EDC0}" type="pres">
      <dgm:prSet presAssocID="{E891F3D3-4784-4644-BF13-A38530C5362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2887A563-0B9E-474B-BDFE-459319EDD274}" type="pres">
      <dgm:prSet presAssocID="{E891F3D3-4784-4644-BF13-A38530C5362C}" presName="spaceRect" presStyleCnt="0"/>
      <dgm:spPr/>
    </dgm:pt>
    <dgm:pt modelId="{3A3298C0-1BD9-4AC3-98F7-DBD8ADDA8FEB}" type="pres">
      <dgm:prSet presAssocID="{E891F3D3-4784-4644-BF13-A38530C5362C}" presName="parTx" presStyleLbl="revTx" presStyleIdx="1" presStyleCnt="3">
        <dgm:presLayoutVars>
          <dgm:chMax val="0"/>
          <dgm:chPref val="0"/>
        </dgm:presLayoutVars>
      </dgm:prSet>
      <dgm:spPr/>
    </dgm:pt>
    <dgm:pt modelId="{CFADE1A9-9DC5-4CE2-8790-865260AD2761}" type="pres">
      <dgm:prSet presAssocID="{8F2A3F65-3751-4A02-91BA-886752CF3C0E}" presName="sibTrans" presStyleCnt="0"/>
      <dgm:spPr/>
    </dgm:pt>
    <dgm:pt modelId="{D866497C-F697-4953-BEFB-B71FD148B13F}" type="pres">
      <dgm:prSet presAssocID="{F5131BB4-6B92-4901-8DBC-ACDDC47D2DF1}" presName="compNode" presStyleCnt="0"/>
      <dgm:spPr/>
    </dgm:pt>
    <dgm:pt modelId="{6006EE5C-2005-4DFA-9C4F-793618415746}" type="pres">
      <dgm:prSet presAssocID="{F5131BB4-6B92-4901-8DBC-ACDDC47D2DF1}" presName="bgRect" presStyleLbl="bgShp" presStyleIdx="2" presStyleCnt="3"/>
      <dgm:spPr/>
    </dgm:pt>
    <dgm:pt modelId="{166E386E-C9BF-496E-B4F1-EDA587C60685}" type="pres">
      <dgm:prSet presAssocID="{F5131BB4-6B92-4901-8DBC-ACDDC47D2DF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1E11FFD-DCDF-4C5D-B1B3-250D80B1E494}" type="pres">
      <dgm:prSet presAssocID="{F5131BB4-6B92-4901-8DBC-ACDDC47D2DF1}" presName="spaceRect" presStyleCnt="0"/>
      <dgm:spPr/>
    </dgm:pt>
    <dgm:pt modelId="{A46C9774-9E6C-4447-B409-945B54A89B92}" type="pres">
      <dgm:prSet presAssocID="{F5131BB4-6B92-4901-8DBC-ACDDC47D2DF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188E223-1357-462A-8735-D9DA8C019339}" type="presOf" srcId="{F5131BB4-6B92-4901-8DBC-ACDDC47D2DF1}" destId="{A46C9774-9E6C-4447-B409-945B54A89B92}" srcOrd="0" destOrd="0" presId="urn:microsoft.com/office/officeart/2018/2/layout/IconVerticalSolidList"/>
    <dgm:cxn modelId="{BD88A46D-7E2F-4F2F-8A11-0189AEE68898}" type="presOf" srcId="{E891F3D3-4784-4644-BF13-A38530C5362C}" destId="{3A3298C0-1BD9-4AC3-98F7-DBD8ADDA8FEB}" srcOrd="0" destOrd="0" presId="urn:microsoft.com/office/officeart/2018/2/layout/IconVerticalSolidList"/>
    <dgm:cxn modelId="{DA1C566F-0357-477F-A7AF-463D644442D6}" type="presOf" srcId="{77B0AB9E-832F-4903-A2FD-C89AF30A539A}" destId="{FB1FC2FF-2A81-4377-902E-56AD4BF3AAE1}" srcOrd="0" destOrd="0" presId="urn:microsoft.com/office/officeart/2018/2/layout/IconVerticalSolidList"/>
    <dgm:cxn modelId="{65B24EA2-EBE7-45AC-BE53-8DDDBF7E38C8}" srcId="{FCB86D9E-0C54-41B8-92EE-013A620F66B1}" destId="{77B0AB9E-832F-4903-A2FD-C89AF30A539A}" srcOrd="0" destOrd="0" parTransId="{15D4AD5D-87C0-4F77-8493-F03EBA35A1BE}" sibTransId="{4444236C-737D-46F0-9BD2-3A9D50AAE2E6}"/>
    <dgm:cxn modelId="{5250A4C0-9195-4FC1-B553-B8B03EF7EE70}" srcId="{FCB86D9E-0C54-41B8-92EE-013A620F66B1}" destId="{E891F3D3-4784-4644-BF13-A38530C5362C}" srcOrd="1" destOrd="0" parTransId="{56E6C7AC-0686-4601-81B4-927E65CF76CD}" sibTransId="{8F2A3F65-3751-4A02-91BA-886752CF3C0E}"/>
    <dgm:cxn modelId="{DB02B2E7-E523-4436-BD0A-83D5F1EB42B7}" srcId="{FCB86D9E-0C54-41B8-92EE-013A620F66B1}" destId="{F5131BB4-6B92-4901-8DBC-ACDDC47D2DF1}" srcOrd="2" destOrd="0" parTransId="{F8A42EB2-8F4D-4892-AEB4-286830ED8B9C}" sibTransId="{6FB918C6-0876-45E1-BDF9-3C3C336F8C61}"/>
    <dgm:cxn modelId="{7D9362FC-F1BB-4F88-ABC1-70A2D3FB2A02}" type="presOf" srcId="{FCB86D9E-0C54-41B8-92EE-013A620F66B1}" destId="{352080E1-25C6-42EC-81C1-C3972225890E}" srcOrd="0" destOrd="0" presId="urn:microsoft.com/office/officeart/2018/2/layout/IconVerticalSolidList"/>
    <dgm:cxn modelId="{8EF1A945-FF1B-4CCF-AFE3-D9AC54DEEEB6}" type="presParOf" srcId="{352080E1-25C6-42EC-81C1-C3972225890E}" destId="{BAEEAF06-C1EA-4ACB-93CC-EFD3BC2AAD10}" srcOrd="0" destOrd="0" presId="urn:microsoft.com/office/officeart/2018/2/layout/IconVerticalSolidList"/>
    <dgm:cxn modelId="{5F663E10-DC33-46B0-AE5A-0D8544F8F29B}" type="presParOf" srcId="{BAEEAF06-C1EA-4ACB-93CC-EFD3BC2AAD10}" destId="{AD6D577C-4890-4397-92A4-D0CDB4124D1D}" srcOrd="0" destOrd="0" presId="urn:microsoft.com/office/officeart/2018/2/layout/IconVerticalSolidList"/>
    <dgm:cxn modelId="{A3FDF475-B21E-4EBB-8FB8-40B7A48E9338}" type="presParOf" srcId="{BAEEAF06-C1EA-4ACB-93CC-EFD3BC2AAD10}" destId="{3D018AEB-95FA-43EA-938D-3C4780AA8AF4}" srcOrd="1" destOrd="0" presId="urn:microsoft.com/office/officeart/2018/2/layout/IconVerticalSolidList"/>
    <dgm:cxn modelId="{5C1A85B5-4816-4792-ABBE-7419CDAF132B}" type="presParOf" srcId="{BAEEAF06-C1EA-4ACB-93CC-EFD3BC2AAD10}" destId="{976A5B78-A651-4E38-B6EC-330CA9E431C5}" srcOrd="2" destOrd="0" presId="urn:microsoft.com/office/officeart/2018/2/layout/IconVerticalSolidList"/>
    <dgm:cxn modelId="{C42F583E-4E3D-46D9-B307-0A71774B7594}" type="presParOf" srcId="{BAEEAF06-C1EA-4ACB-93CC-EFD3BC2AAD10}" destId="{FB1FC2FF-2A81-4377-902E-56AD4BF3AAE1}" srcOrd="3" destOrd="0" presId="urn:microsoft.com/office/officeart/2018/2/layout/IconVerticalSolidList"/>
    <dgm:cxn modelId="{F4AEC7B8-ADD0-4B77-85EA-8BBBC5C4D541}" type="presParOf" srcId="{352080E1-25C6-42EC-81C1-C3972225890E}" destId="{61C1F290-DC13-4CAE-A150-DE9E88148EB1}" srcOrd="1" destOrd="0" presId="urn:microsoft.com/office/officeart/2018/2/layout/IconVerticalSolidList"/>
    <dgm:cxn modelId="{76C092F7-4D9F-4714-81B2-3450089A7583}" type="presParOf" srcId="{352080E1-25C6-42EC-81C1-C3972225890E}" destId="{1CEC59F6-5B79-4757-8914-8D62FF4F2E0F}" srcOrd="2" destOrd="0" presId="urn:microsoft.com/office/officeart/2018/2/layout/IconVerticalSolidList"/>
    <dgm:cxn modelId="{A0CA6A7C-1051-4286-94A5-D86630D552C7}" type="presParOf" srcId="{1CEC59F6-5B79-4757-8914-8D62FF4F2E0F}" destId="{3D6CC4DC-9556-44F4-A7C2-7FB369D0CF1A}" srcOrd="0" destOrd="0" presId="urn:microsoft.com/office/officeart/2018/2/layout/IconVerticalSolidList"/>
    <dgm:cxn modelId="{B101FA74-70BA-4F2C-92C9-0DEEBF22A7D2}" type="presParOf" srcId="{1CEC59F6-5B79-4757-8914-8D62FF4F2E0F}" destId="{6EDE67EB-CDCB-4B0F-B2E2-2D5C98A9EDC0}" srcOrd="1" destOrd="0" presId="urn:microsoft.com/office/officeart/2018/2/layout/IconVerticalSolidList"/>
    <dgm:cxn modelId="{FB262700-A388-44AE-BB77-0B18310E1B5B}" type="presParOf" srcId="{1CEC59F6-5B79-4757-8914-8D62FF4F2E0F}" destId="{2887A563-0B9E-474B-BDFE-459319EDD274}" srcOrd="2" destOrd="0" presId="urn:microsoft.com/office/officeart/2018/2/layout/IconVerticalSolidList"/>
    <dgm:cxn modelId="{A21F1971-60B0-4449-A288-CF668B3729B9}" type="presParOf" srcId="{1CEC59F6-5B79-4757-8914-8D62FF4F2E0F}" destId="{3A3298C0-1BD9-4AC3-98F7-DBD8ADDA8FEB}" srcOrd="3" destOrd="0" presId="urn:microsoft.com/office/officeart/2018/2/layout/IconVerticalSolidList"/>
    <dgm:cxn modelId="{31BC5870-643D-473B-9EFF-4264B1A8EB45}" type="presParOf" srcId="{352080E1-25C6-42EC-81C1-C3972225890E}" destId="{CFADE1A9-9DC5-4CE2-8790-865260AD2761}" srcOrd="3" destOrd="0" presId="urn:microsoft.com/office/officeart/2018/2/layout/IconVerticalSolidList"/>
    <dgm:cxn modelId="{EF59B815-9651-4559-A632-938C2734436B}" type="presParOf" srcId="{352080E1-25C6-42EC-81C1-C3972225890E}" destId="{D866497C-F697-4953-BEFB-B71FD148B13F}" srcOrd="4" destOrd="0" presId="urn:microsoft.com/office/officeart/2018/2/layout/IconVerticalSolidList"/>
    <dgm:cxn modelId="{AA94D9F8-6B6A-42DF-B19E-4BA01BF79458}" type="presParOf" srcId="{D866497C-F697-4953-BEFB-B71FD148B13F}" destId="{6006EE5C-2005-4DFA-9C4F-793618415746}" srcOrd="0" destOrd="0" presId="urn:microsoft.com/office/officeart/2018/2/layout/IconVerticalSolidList"/>
    <dgm:cxn modelId="{333C6145-DE94-4E47-A8DA-2ACD9D35D9FE}" type="presParOf" srcId="{D866497C-F697-4953-BEFB-B71FD148B13F}" destId="{166E386E-C9BF-496E-B4F1-EDA587C60685}" srcOrd="1" destOrd="0" presId="urn:microsoft.com/office/officeart/2018/2/layout/IconVerticalSolidList"/>
    <dgm:cxn modelId="{70D4E1D6-22B6-425B-AF67-148E7499ACC6}" type="presParOf" srcId="{D866497C-F697-4953-BEFB-B71FD148B13F}" destId="{A1E11FFD-DCDF-4C5D-B1B3-250D80B1E494}" srcOrd="2" destOrd="0" presId="urn:microsoft.com/office/officeart/2018/2/layout/IconVerticalSolidList"/>
    <dgm:cxn modelId="{55769C2D-D286-441C-8733-8FF352F4083D}" type="presParOf" srcId="{D866497C-F697-4953-BEFB-B71FD148B13F}" destId="{A46C9774-9E6C-4447-B409-945B54A89B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41D9CEEC-47A1-46BC-9913-018644F7601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C7B4245-68D9-49C3-92CB-DF0326921708}">
      <dgm:prSet/>
      <dgm:spPr/>
      <dgm:t>
        <a:bodyPr/>
        <a:lstStyle/>
        <a:p>
          <a:r>
            <a:rPr lang="en-US"/>
            <a:t>Explains how and why change happens</a:t>
          </a:r>
        </a:p>
      </dgm:t>
    </dgm:pt>
    <dgm:pt modelId="{1074860E-E783-4A81-A85D-8F01E189AAE4}" type="parTrans" cxnId="{AB4687F0-E974-4531-AA2E-91C034CA6205}">
      <dgm:prSet/>
      <dgm:spPr/>
      <dgm:t>
        <a:bodyPr/>
        <a:lstStyle/>
        <a:p>
          <a:endParaRPr lang="en-US"/>
        </a:p>
      </dgm:t>
    </dgm:pt>
    <dgm:pt modelId="{B5E58AE4-6FE1-464D-B093-C372FBF64AC1}" type="sibTrans" cxnId="{AB4687F0-E974-4531-AA2E-91C034CA6205}">
      <dgm:prSet/>
      <dgm:spPr/>
      <dgm:t>
        <a:bodyPr/>
        <a:lstStyle/>
        <a:p>
          <a:endParaRPr lang="en-US"/>
        </a:p>
      </dgm:t>
    </dgm:pt>
    <dgm:pt modelId="{E3F0C9DE-4DD5-4649-BB08-F98A1C31C097}">
      <dgm:prSet/>
      <dgm:spPr/>
      <dgm:t>
        <a:bodyPr/>
        <a:lstStyle/>
        <a:p>
          <a:r>
            <a:rPr lang="en-US"/>
            <a:t>Focus on causal pathways and assumptions</a:t>
          </a:r>
        </a:p>
      </dgm:t>
    </dgm:pt>
    <dgm:pt modelId="{5278B106-63FE-4A61-B6B1-F0B983FCBA6B}" type="parTrans" cxnId="{CC2C00C1-DE21-48F9-BACC-250919B4FF12}">
      <dgm:prSet/>
      <dgm:spPr/>
      <dgm:t>
        <a:bodyPr/>
        <a:lstStyle/>
        <a:p>
          <a:endParaRPr lang="en-US"/>
        </a:p>
      </dgm:t>
    </dgm:pt>
    <dgm:pt modelId="{3108B023-6FF7-4B4C-ACB2-D78DD5ED17F7}" type="sibTrans" cxnId="{CC2C00C1-DE21-48F9-BACC-250919B4FF12}">
      <dgm:prSet/>
      <dgm:spPr/>
      <dgm:t>
        <a:bodyPr/>
        <a:lstStyle/>
        <a:p>
          <a:endParaRPr lang="en-US"/>
        </a:p>
      </dgm:t>
    </dgm:pt>
    <dgm:pt modelId="{9DBBF9BA-CFEE-483E-A25F-939195890676}">
      <dgm:prSet/>
      <dgm:spPr/>
      <dgm:t>
        <a:bodyPr/>
        <a:lstStyle/>
        <a:p>
          <a:r>
            <a:rPr lang="en-US"/>
            <a:t>Foundation for WEFE project logic</a:t>
          </a:r>
        </a:p>
      </dgm:t>
    </dgm:pt>
    <dgm:pt modelId="{3868B620-92C1-410C-BCCE-262F7EE8E5E7}" type="parTrans" cxnId="{8A9F395C-FCC8-4DCA-994C-C9B2B5D38866}">
      <dgm:prSet/>
      <dgm:spPr/>
      <dgm:t>
        <a:bodyPr/>
        <a:lstStyle/>
        <a:p>
          <a:endParaRPr lang="en-US"/>
        </a:p>
      </dgm:t>
    </dgm:pt>
    <dgm:pt modelId="{3C0EA2DE-6757-40EC-A90D-1FF9857831C7}" type="sibTrans" cxnId="{8A9F395C-FCC8-4DCA-994C-C9B2B5D38866}">
      <dgm:prSet/>
      <dgm:spPr/>
      <dgm:t>
        <a:bodyPr/>
        <a:lstStyle/>
        <a:p>
          <a:endParaRPr lang="en-US"/>
        </a:p>
      </dgm:t>
    </dgm:pt>
    <dgm:pt modelId="{B9F3EF40-8E0C-4066-9775-7E364A76EDFC}" type="pres">
      <dgm:prSet presAssocID="{41D9CEEC-47A1-46BC-9913-018644F76015}" presName="linear" presStyleCnt="0">
        <dgm:presLayoutVars>
          <dgm:animLvl val="lvl"/>
          <dgm:resizeHandles val="exact"/>
        </dgm:presLayoutVars>
      </dgm:prSet>
      <dgm:spPr/>
    </dgm:pt>
    <dgm:pt modelId="{ECC96F37-F40A-4EB1-A3EF-CF6A1AF56E2A}" type="pres">
      <dgm:prSet presAssocID="{8C7B4245-68D9-49C3-92CB-DF032692170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8627332-AE6B-4D0A-BD95-76455DB6CEAA}" type="pres">
      <dgm:prSet presAssocID="{B5E58AE4-6FE1-464D-B093-C372FBF64AC1}" presName="spacer" presStyleCnt="0"/>
      <dgm:spPr/>
    </dgm:pt>
    <dgm:pt modelId="{2FD5CB9D-1ECB-44DA-B41B-2C148308DD63}" type="pres">
      <dgm:prSet presAssocID="{E3F0C9DE-4DD5-4649-BB08-F98A1C31C09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A1A4A7F-0330-4B7B-B7B4-0103F32677F9}" type="pres">
      <dgm:prSet presAssocID="{3108B023-6FF7-4B4C-ACB2-D78DD5ED17F7}" presName="spacer" presStyleCnt="0"/>
      <dgm:spPr/>
    </dgm:pt>
    <dgm:pt modelId="{445B1E5B-0958-4392-AEA3-EEE7126C55D2}" type="pres">
      <dgm:prSet presAssocID="{9DBBF9BA-CFEE-483E-A25F-93919589067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134EA00-E056-4AC9-A381-2D83CB5FC6D9}" type="presOf" srcId="{E3F0C9DE-4DD5-4649-BB08-F98A1C31C097}" destId="{2FD5CB9D-1ECB-44DA-B41B-2C148308DD63}" srcOrd="0" destOrd="0" presId="urn:microsoft.com/office/officeart/2005/8/layout/vList2"/>
    <dgm:cxn modelId="{8A9F395C-FCC8-4DCA-994C-C9B2B5D38866}" srcId="{41D9CEEC-47A1-46BC-9913-018644F76015}" destId="{9DBBF9BA-CFEE-483E-A25F-939195890676}" srcOrd="2" destOrd="0" parTransId="{3868B620-92C1-410C-BCCE-262F7EE8E5E7}" sibTransId="{3C0EA2DE-6757-40EC-A90D-1FF9857831C7}"/>
    <dgm:cxn modelId="{0A9A2746-B1D4-477F-9E8F-5AEDF942C9F4}" type="presOf" srcId="{41D9CEEC-47A1-46BC-9913-018644F76015}" destId="{B9F3EF40-8E0C-4066-9775-7E364A76EDFC}" srcOrd="0" destOrd="0" presId="urn:microsoft.com/office/officeart/2005/8/layout/vList2"/>
    <dgm:cxn modelId="{85C8BF66-89FE-42C0-8E3A-4204499D7F36}" type="presOf" srcId="{8C7B4245-68D9-49C3-92CB-DF0326921708}" destId="{ECC96F37-F40A-4EB1-A3EF-CF6A1AF56E2A}" srcOrd="0" destOrd="0" presId="urn:microsoft.com/office/officeart/2005/8/layout/vList2"/>
    <dgm:cxn modelId="{CC2C00C1-DE21-48F9-BACC-250919B4FF12}" srcId="{41D9CEEC-47A1-46BC-9913-018644F76015}" destId="{E3F0C9DE-4DD5-4649-BB08-F98A1C31C097}" srcOrd="1" destOrd="0" parTransId="{5278B106-63FE-4A61-B6B1-F0B983FCBA6B}" sibTransId="{3108B023-6FF7-4B4C-ACB2-D78DD5ED17F7}"/>
    <dgm:cxn modelId="{9CEA12DE-139E-41E4-A5A1-3E8243AB8196}" type="presOf" srcId="{9DBBF9BA-CFEE-483E-A25F-939195890676}" destId="{445B1E5B-0958-4392-AEA3-EEE7126C55D2}" srcOrd="0" destOrd="0" presId="urn:microsoft.com/office/officeart/2005/8/layout/vList2"/>
    <dgm:cxn modelId="{AB4687F0-E974-4531-AA2E-91C034CA6205}" srcId="{41D9CEEC-47A1-46BC-9913-018644F76015}" destId="{8C7B4245-68D9-49C3-92CB-DF0326921708}" srcOrd="0" destOrd="0" parTransId="{1074860E-E783-4A81-A85D-8F01E189AAE4}" sibTransId="{B5E58AE4-6FE1-464D-B093-C372FBF64AC1}"/>
    <dgm:cxn modelId="{321C6A0D-2E10-41ED-8EED-45F2EA246C8F}" type="presParOf" srcId="{B9F3EF40-8E0C-4066-9775-7E364A76EDFC}" destId="{ECC96F37-F40A-4EB1-A3EF-CF6A1AF56E2A}" srcOrd="0" destOrd="0" presId="urn:microsoft.com/office/officeart/2005/8/layout/vList2"/>
    <dgm:cxn modelId="{888ED34D-6523-4A8E-8BB5-9331FD1F2741}" type="presParOf" srcId="{B9F3EF40-8E0C-4066-9775-7E364A76EDFC}" destId="{68627332-AE6B-4D0A-BD95-76455DB6CEAA}" srcOrd="1" destOrd="0" presId="urn:microsoft.com/office/officeart/2005/8/layout/vList2"/>
    <dgm:cxn modelId="{6E57A166-5C2D-4BC7-890E-84DC633A56F2}" type="presParOf" srcId="{B9F3EF40-8E0C-4066-9775-7E364A76EDFC}" destId="{2FD5CB9D-1ECB-44DA-B41B-2C148308DD63}" srcOrd="2" destOrd="0" presId="urn:microsoft.com/office/officeart/2005/8/layout/vList2"/>
    <dgm:cxn modelId="{184F3C50-ECAB-4B86-A361-1B5273A06C07}" type="presParOf" srcId="{B9F3EF40-8E0C-4066-9775-7E364A76EDFC}" destId="{9A1A4A7F-0330-4B7B-B7B4-0103F32677F9}" srcOrd="3" destOrd="0" presId="urn:microsoft.com/office/officeart/2005/8/layout/vList2"/>
    <dgm:cxn modelId="{E5335427-DC30-4B53-A67D-28A643428969}" type="presParOf" srcId="{B9F3EF40-8E0C-4066-9775-7E364A76EDFC}" destId="{445B1E5B-0958-4392-AEA3-EEE7126C55D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96D40166-DD98-43D4-932D-0B2127D73E1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FC1A41F-0AAB-4650-B05D-5D49ED0F46FD}">
      <dgm:prSet/>
      <dgm:spPr/>
      <dgm:t>
        <a:bodyPr/>
        <a:lstStyle/>
        <a:p>
          <a:r>
            <a:rPr lang="en-US"/>
            <a:t>Integrated water–energy investments</a:t>
          </a:r>
        </a:p>
      </dgm:t>
    </dgm:pt>
    <dgm:pt modelId="{64C61DA9-48A6-4299-82CA-01F9FF9C55D9}" type="parTrans" cxnId="{C9C2CB10-336F-41F5-A5DB-62410CF2D159}">
      <dgm:prSet/>
      <dgm:spPr/>
      <dgm:t>
        <a:bodyPr/>
        <a:lstStyle/>
        <a:p>
          <a:endParaRPr lang="en-US"/>
        </a:p>
      </dgm:t>
    </dgm:pt>
    <dgm:pt modelId="{B44F63D0-C9F9-4B7F-9C46-16F28E69CBFB}" type="sibTrans" cxnId="{C9C2CB10-336F-41F5-A5DB-62410CF2D159}">
      <dgm:prSet/>
      <dgm:spPr/>
      <dgm:t>
        <a:bodyPr/>
        <a:lstStyle/>
        <a:p>
          <a:endParaRPr lang="en-US"/>
        </a:p>
      </dgm:t>
    </dgm:pt>
    <dgm:pt modelId="{0B7DE651-4943-4DBB-93FF-A4732B1C671B}">
      <dgm:prSet/>
      <dgm:spPr/>
      <dgm:t>
        <a:bodyPr/>
        <a:lstStyle/>
        <a:p>
          <a:r>
            <a:rPr lang="en-US"/>
            <a:t>Lead to cost reduction and resilience</a:t>
          </a:r>
        </a:p>
      </dgm:t>
    </dgm:pt>
    <dgm:pt modelId="{9713A304-0D6C-4786-BE95-3E8406CE5CD3}" type="parTrans" cxnId="{11CB496F-F1EA-4848-BDBE-04DA08758A40}">
      <dgm:prSet/>
      <dgm:spPr/>
      <dgm:t>
        <a:bodyPr/>
        <a:lstStyle/>
        <a:p>
          <a:endParaRPr lang="en-US"/>
        </a:p>
      </dgm:t>
    </dgm:pt>
    <dgm:pt modelId="{3DAD16A6-928A-4BD0-BEB0-BD96A9948AE0}" type="sibTrans" cxnId="{11CB496F-F1EA-4848-BDBE-04DA08758A40}">
      <dgm:prSet/>
      <dgm:spPr/>
      <dgm:t>
        <a:bodyPr/>
        <a:lstStyle/>
        <a:p>
          <a:endParaRPr lang="en-US"/>
        </a:p>
      </dgm:t>
    </dgm:pt>
    <dgm:pt modelId="{D2E91574-4E3D-4A0B-88DF-64FCB55A736E}">
      <dgm:prSet/>
      <dgm:spPr/>
      <dgm:t>
        <a:bodyPr/>
        <a:lstStyle/>
        <a:p>
          <a:r>
            <a:rPr lang="en-US"/>
            <a:t>Result in improved bankability and finance access</a:t>
          </a:r>
        </a:p>
      </dgm:t>
    </dgm:pt>
    <dgm:pt modelId="{BDED2399-4ED0-45B7-9995-AD42E98BC353}" type="parTrans" cxnId="{D98D597C-1D46-4890-9AB1-175E1722B7EF}">
      <dgm:prSet/>
      <dgm:spPr/>
      <dgm:t>
        <a:bodyPr/>
        <a:lstStyle/>
        <a:p>
          <a:endParaRPr lang="en-US"/>
        </a:p>
      </dgm:t>
    </dgm:pt>
    <dgm:pt modelId="{1AC51089-EF18-4C7F-9B64-27AEF87B0F08}" type="sibTrans" cxnId="{D98D597C-1D46-4890-9AB1-175E1722B7EF}">
      <dgm:prSet/>
      <dgm:spPr/>
      <dgm:t>
        <a:bodyPr/>
        <a:lstStyle/>
        <a:p>
          <a:endParaRPr lang="en-US"/>
        </a:p>
      </dgm:t>
    </dgm:pt>
    <dgm:pt modelId="{273A8A73-D0AA-4F55-B9A9-2F8BD62B803C}" type="pres">
      <dgm:prSet presAssocID="{96D40166-DD98-43D4-932D-0B2127D73E16}" presName="root" presStyleCnt="0">
        <dgm:presLayoutVars>
          <dgm:dir/>
          <dgm:resizeHandles val="exact"/>
        </dgm:presLayoutVars>
      </dgm:prSet>
      <dgm:spPr/>
    </dgm:pt>
    <dgm:pt modelId="{A91476AB-3F1B-47CD-B5B1-C4B6340240EC}" type="pres">
      <dgm:prSet presAssocID="{2FC1A41F-0AAB-4650-B05D-5D49ED0F46FD}" presName="compNode" presStyleCnt="0"/>
      <dgm:spPr/>
    </dgm:pt>
    <dgm:pt modelId="{9C00BA96-3B22-496E-BFA2-ABC4D3343C94}" type="pres">
      <dgm:prSet presAssocID="{2FC1A41F-0AAB-4650-B05D-5D49ED0F46FD}" presName="bgRect" presStyleLbl="bgShp" presStyleIdx="0" presStyleCnt="3"/>
      <dgm:spPr/>
    </dgm:pt>
    <dgm:pt modelId="{E1767695-B118-4F5F-8B88-25B61D157DE8}" type="pres">
      <dgm:prSet presAssocID="{2FC1A41F-0AAB-4650-B05D-5D49ED0F46F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A98B0230-FED0-487C-87E1-39F00FD86D3F}" type="pres">
      <dgm:prSet presAssocID="{2FC1A41F-0AAB-4650-B05D-5D49ED0F46FD}" presName="spaceRect" presStyleCnt="0"/>
      <dgm:spPr/>
    </dgm:pt>
    <dgm:pt modelId="{A2FD4C9E-07E1-4B93-A580-A743B1CB6755}" type="pres">
      <dgm:prSet presAssocID="{2FC1A41F-0AAB-4650-B05D-5D49ED0F46FD}" presName="parTx" presStyleLbl="revTx" presStyleIdx="0" presStyleCnt="3">
        <dgm:presLayoutVars>
          <dgm:chMax val="0"/>
          <dgm:chPref val="0"/>
        </dgm:presLayoutVars>
      </dgm:prSet>
      <dgm:spPr/>
    </dgm:pt>
    <dgm:pt modelId="{EDBB211A-D5EA-49A6-94D2-06EB329AA581}" type="pres">
      <dgm:prSet presAssocID="{B44F63D0-C9F9-4B7F-9C46-16F28E69CBFB}" presName="sibTrans" presStyleCnt="0"/>
      <dgm:spPr/>
    </dgm:pt>
    <dgm:pt modelId="{15145E2F-B000-41FF-A366-08E77C6B48F4}" type="pres">
      <dgm:prSet presAssocID="{0B7DE651-4943-4DBB-93FF-A4732B1C671B}" presName="compNode" presStyleCnt="0"/>
      <dgm:spPr/>
    </dgm:pt>
    <dgm:pt modelId="{E173A2AD-64D7-4F4F-86AA-2F679C6AE0AA}" type="pres">
      <dgm:prSet presAssocID="{0B7DE651-4943-4DBB-93FF-A4732B1C671B}" presName="bgRect" presStyleLbl="bgShp" presStyleIdx="1" presStyleCnt="3"/>
      <dgm:spPr/>
    </dgm:pt>
    <dgm:pt modelId="{F7311648-3DDC-4804-9CC2-BF5EE477E67F}" type="pres">
      <dgm:prSet presAssocID="{0B7DE651-4943-4DBB-93FF-A4732B1C671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DFE217B-0429-4D6E-BD0C-0B797E7EB593}" type="pres">
      <dgm:prSet presAssocID="{0B7DE651-4943-4DBB-93FF-A4732B1C671B}" presName="spaceRect" presStyleCnt="0"/>
      <dgm:spPr/>
    </dgm:pt>
    <dgm:pt modelId="{C6D4DC7E-905C-4543-9106-1C878F4F6F53}" type="pres">
      <dgm:prSet presAssocID="{0B7DE651-4943-4DBB-93FF-A4732B1C671B}" presName="parTx" presStyleLbl="revTx" presStyleIdx="1" presStyleCnt="3">
        <dgm:presLayoutVars>
          <dgm:chMax val="0"/>
          <dgm:chPref val="0"/>
        </dgm:presLayoutVars>
      </dgm:prSet>
      <dgm:spPr/>
    </dgm:pt>
    <dgm:pt modelId="{E0E751AE-5406-49BB-8640-746DE0412A3F}" type="pres">
      <dgm:prSet presAssocID="{3DAD16A6-928A-4BD0-BEB0-BD96A9948AE0}" presName="sibTrans" presStyleCnt="0"/>
      <dgm:spPr/>
    </dgm:pt>
    <dgm:pt modelId="{1DE80852-7F45-4321-872C-03F5D03AD4F0}" type="pres">
      <dgm:prSet presAssocID="{D2E91574-4E3D-4A0B-88DF-64FCB55A736E}" presName="compNode" presStyleCnt="0"/>
      <dgm:spPr/>
    </dgm:pt>
    <dgm:pt modelId="{1F7D3883-9A2B-4241-A0C9-539F24560086}" type="pres">
      <dgm:prSet presAssocID="{D2E91574-4E3D-4A0B-88DF-64FCB55A736E}" presName="bgRect" presStyleLbl="bgShp" presStyleIdx="2" presStyleCnt="3"/>
      <dgm:spPr/>
    </dgm:pt>
    <dgm:pt modelId="{5F4B33EF-CD54-4AD5-8F2C-137EF8B5BE05}" type="pres">
      <dgm:prSet presAssocID="{D2E91574-4E3D-4A0B-88DF-64FCB55A736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0D6E427-AC04-4A4D-BB93-6691E20DACD4}" type="pres">
      <dgm:prSet presAssocID="{D2E91574-4E3D-4A0B-88DF-64FCB55A736E}" presName="spaceRect" presStyleCnt="0"/>
      <dgm:spPr/>
    </dgm:pt>
    <dgm:pt modelId="{298FEDAC-C6F6-48C5-A46F-02C230F2C9AB}" type="pres">
      <dgm:prSet presAssocID="{D2E91574-4E3D-4A0B-88DF-64FCB55A736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9C2CB10-336F-41F5-A5DB-62410CF2D159}" srcId="{96D40166-DD98-43D4-932D-0B2127D73E16}" destId="{2FC1A41F-0AAB-4650-B05D-5D49ED0F46FD}" srcOrd="0" destOrd="0" parTransId="{64C61DA9-48A6-4299-82CA-01F9FF9C55D9}" sibTransId="{B44F63D0-C9F9-4B7F-9C46-16F28E69CBFB}"/>
    <dgm:cxn modelId="{DDA2DB29-D90C-4173-991D-D293C0BC988D}" type="presOf" srcId="{2FC1A41F-0AAB-4650-B05D-5D49ED0F46FD}" destId="{A2FD4C9E-07E1-4B93-A580-A743B1CB6755}" srcOrd="0" destOrd="0" presId="urn:microsoft.com/office/officeart/2018/2/layout/IconVerticalSolidList"/>
    <dgm:cxn modelId="{7CEB8838-7368-4C04-A1D0-0C8A5DF507CF}" type="presOf" srcId="{D2E91574-4E3D-4A0B-88DF-64FCB55A736E}" destId="{298FEDAC-C6F6-48C5-A46F-02C230F2C9AB}" srcOrd="0" destOrd="0" presId="urn:microsoft.com/office/officeart/2018/2/layout/IconVerticalSolidList"/>
    <dgm:cxn modelId="{ABC56C61-FB02-4CCA-B1A9-18AB35575C6E}" type="presOf" srcId="{0B7DE651-4943-4DBB-93FF-A4732B1C671B}" destId="{C6D4DC7E-905C-4543-9106-1C878F4F6F53}" srcOrd="0" destOrd="0" presId="urn:microsoft.com/office/officeart/2018/2/layout/IconVerticalSolidList"/>
    <dgm:cxn modelId="{11CB496F-F1EA-4848-BDBE-04DA08758A40}" srcId="{96D40166-DD98-43D4-932D-0B2127D73E16}" destId="{0B7DE651-4943-4DBB-93FF-A4732B1C671B}" srcOrd="1" destOrd="0" parTransId="{9713A304-0D6C-4786-BE95-3E8406CE5CD3}" sibTransId="{3DAD16A6-928A-4BD0-BEB0-BD96A9948AE0}"/>
    <dgm:cxn modelId="{D98D597C-1D46-4890-9AB1-175E1722B7EF}" srcId="{96D40166-DD98-43D4-932D-0B2127D73E16}" destId="{D2E91574-4E3D-4A0B-88DF-64FCB55A736E}" srcOrd="2" destOrd="0" parTransId="{BDED2399-4ED0-45B7-9995-AD42E98BC353}" sibTransId="{1AC51089-EF18-4C7F-9B64-27AEF87B0F08}"/>
    <dgm:cxn modelId="{1D7C92E2-2AF0-4D5F-B7A7-CAC0B497A63D}" type="presOf" srcId="{96D40166-DD98-43D4-932D-0B2127D73E16}" destId="{273A8A73-D0AA-4F55-B9A9-2F8BD62B803C}" srcOrd="0" destOrd="0" presId="urn:microsoft.com/office/officeart/2018/2/layout/IconVerticalSolidList"/>
    <dgm:cxn modelId="{24B18F83-FCF8-4FAB-B8CC-31F8D920C3FB}" type="presParOf" srcId="{273A8A73-D0AA-4F55-B9A9-2F8BD62B803C}" destId="{A91476AB-3F1B-47CD-B5B1-C4B6340240EC}" srcOrd="0" destOrd="0" presId="urn:microsoft.com/office/officeart/2018/2/layout/IconVerticalSolidList"/>
    <dgm:cxn modelId="{615B4C41-331A-441C-A667-20102221C9E0}" type="presParOf" srcId="{A91476AB-3F1B-47CD-B5B1-C4B6340240EC}" destId="{9C00BA96-3B22-496E-BFA2-ABC4D3343C94}" srcOrd="0" destOrd="0" presId="urn:microsoft.com/office/officeart/2018/2/layout/IconVerticalSolidList"/>
    <dgm:cxn modelId="{4431BCE8-1455-4D5E-8213-59F44A26A8D3}" type="presParOf" srcId="{A91476AB-3F1B-47CD-B5B1-C4B6340240EC}" destId="{E1767695-B118-4F5F-8B88-25B61D157DE8}" srcOrd="1" destOrd="0" presId="urn:microsoft.com/office/officeart/2018/2/layout/IconVerticalSolidList"/>
    <dgm:cxn modelId="{EDDDF70F-474C-47C2-927D-F16200973FA4}" type="presParOf" srcId="{A91476AB-3F1B-47CD-B5B1-C4B6340240EC}" destId="{A98B0230-FED0-487C-87E1-39F00FD86D3F}" srcOrd="2" destOrd="0" presId="urn:microsoft.com/office/officeart/2018/2/layout/IconVerticalSolidList"/>
    <dgm:cxn modelId="{3EBC744E-5547-40F7-99E3-3EF3E04CE0BA}" type="presParOf" srcId="{A91476AB-3F1B-47CD-B5B1-C4B6340240EC}" destId="{A2FD4C9E-07E1-4B93-A580-A743B1CB6755}" srcOrd="3" destOrd="0" presId="urn:microsoft.com/office/officeart/2018/2/layout/IconVerticalSolidList"/>
    <dgm:cxn modelId="{2099480C-0ECA-4488-AE19-B1DE0A887E57}" type="presParOf" srcId="{273A8A73-D0AA-4F55-B9A9-2F8BD62B803C}" destId="{EDBB211A-D5EA-49A6-94D2-06EB329AA581}" srcOrd="1" destOrd="0" presId="urn:microsoft.com/office/officeart/2018/2/layout/IconVerticalSolidList"/>
    <dgm:cxn modelId="{F896AAC5-80AA-4C70-86E9-2770FF657547}" type="presParOf" srcId="{273A8A73-D0AA-4F55-B9A9-2F8BD62B803C}" destId="{15145E2F-B000-41FF-A366-08E77C6B48F4}" srcOrd="2" destOrd="0" presId="urn:microsoft.com/office/officeart/2018/2/layout/IconVerticalSolidList"/>
    <dgm:cxn modelId="{CBD7719A-4F03-4F8E-8D45-1C5D76C19DA8}" type="presParOf" srcId="{15145E2F-B000-41FF-A366-08E77C6B48F4}" destId="{E173A2AD-64D7-4F4F-86AA-2F679C6AE0AA}" srcOrd="0" destOrd="0" presId="urn:microsoft.com/office/officeart/2018/2/layout/IconVerticalSolidList"/>
    <dgm:cxn modelId="{B4B59FDA-9EE5-4A50-B86D-8F13436B3490}" type="presParOf" srcId="{15145E2F-B000-41FF-A366-08E77C6B48F4}" destId="{F7311648-3DDC-4804-9CC2-BF5EE477E67F}" srcOrd="1" destOrd="0" presId="urn:microsoft.com/office/officeart/2018/2/layout/IconVerticalSolidList"/>
    <dgm:cxn modelId="{3059DFF1-0411-4287-B820-35860FEAE3A4}" type="presParOf" srcId="{15145E2F-B000-41FF-A366-08E77C6B48F4}" destId="{8DFE217B-0429-4D6E-BD0C-0B797E7EB593}" srcOrd="2" destOrd="0" presId="urn:microsoft.com/office/officeart/2018/2/layout/IconVerticalSolidList"/>
    <dgm:cxn modelId="{417117EE-DB0A-4FCE-A064-55EDC61AA83F}" type="presParOf" srcId="{15145E2F-B000-41FF-A366-08E77C6B48F4}" destId="{C6D4DC7E-905C-4543-9106-1C878F4F6F53}" srcOrd="3" destOrd="0" presId="urn:microsoft.com/office/officeart/2018/2/layout/IconVerticalSolidList"/>
    <dgm:cxn modelId="{E396E706-71FD-475D-8C2C-0908A2665D9B}" type="presParOf" srcId="{273A8A73-D0AA-4F55-B9A9-2F8BD62B803C}" destId="{E0E751AE-5406-49BB-8640-746DE0412A3F}" srcOrd="3" destOrd="0" presId="urn:microsoft.com/office/officeart/2018/2/layout/IconVerticalSolidList"/>
    <dgm:cxn modelId="{C9B9419F-62A1-4532-97E5-47B09DC6C74C}" type="presParOf" srcId="{273A8A73-D0AA-4F55-B9A9-2F8BD62B803C}" destId="{1DE80852-7F45-4321-872C-03F5D03AD4F0}" srcOrd="4" destOrd="0" presId="urn:microsoft.com/office/officeart/2018/2/layout/IconVerticalSolidList"/>
    <dgm:cxn modelId="{5498908E-D32A-4490-98CC-A1582A8CB930}" type="presParOf" srcId="{1DE80852-7F45-4321-872C-03F5D03AD4F0}" destId="{1F7D3883-9A2B-4241-A0C9-539F24560086}" srcOrd="0" destOrd="0" presId="urn:microsoft.com/office/officeart/2018/2/layout/IconVerticalSolidList"/>
    <dgm:cxn modelId="{08D1FFEB-93F7-4BA6-B308-459D4475A0A1}" type="presParOf" srcId="{1DE80852-7F45-4321-872C-03F5D03AD4F0}" destId="{5F4B33EF-CD54-4AD5-8F2C-137EF8B5BE05}" srcOrd="1" destOrd="0" presId="urn:microsoft.com/office/officeart/2018/2/layout/IconVerticalSolidList"/>
    <dgm:cxn modelId="{D374F1D0-64E5-4151-B03F-9293FB97D598}" type="presParOf" srcId="{1DE80852-7F45-4321-872C-03F5D03AD4F0}" destId="{10D6E427-AC04-4A4D-BB93-6691E20DACD4}" srcOrd="2" destOrd="0" presId="urn:microsoft.com/office/officeart/2018/2/layout/IconVerticalSolidList"/>
    <dgm:cxn modelId="{7C14C133-CC0B-491C-9702-D40F5DA7F2F4}" type="presParOf" srcId="{1DE80852-7F45-4321-872C-03F5D03AD4F0}" destId="{298FEDAC-C6F6-48C5-A46F-02C230F2C9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B0E6F91A-89FE-4F8A-9D6B-45F0A25E8FC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DEB5BE7-8E13-4943-A602-48F6C78E139C}">
      <dgm:prSet/>
      <dgm:spPr/>
      <dgm:t>
        <a:bodyPr/>
        <a:lstStyle/>
        <a:p>
          <a:r>
            <a:rPr lang="en-US"/>
            <a:t>Solar-powered irrigation + reuse</a:t>
          </a:r>
        </a:p>
      </dgm:t>
    </dgm:pt>
    <dgm:pt modelId="{6619C1E6-8FFF-4757-B301-3A1C43ACC687}" type="parTrans" cxnId="{000F758C-2E92-41A0-94E7-DF134D6AD454}">
      <dgm:prSet/>
      <dgm:spPr/>
      <dgm:t>
        <a:bodyPr/>
        <a:lstStyle/>
        <a:p>
          <a:endParaRPr lang="en-US"/>
        </a:p>
      </dgm:t>
    </dgm:pt>
    <dgm:pt modelId="{AEE63307-51AE-4F56-BA52-DDE9837D3F54}" type="sibTrans" cxnId="{000F758C-2E92-41A0-94E7-DF134D6AD454}">
      <dgm:prSet/>
      <dgm:spPr/>
      <dgm:t>
        <a:bodyPr/>
        <a:lstStyle/>
        <a:p>
          <a:endParaRPr lang="en-US"/>
        </a:p>
      </dgm:t>
    </dgm:pt>
    <dgm:pt modelId="{4ACC16DE-73B1-4A3E-A627-7561A9C4A41A}">
      <dgm:prSet/>
      <dgm:spPr/>
      <dgm:t>
        <a:bodyPr/>
        <a:lstStyle/>
        <a:p>
          <a:r>
            <a:rPr lang="en-US"/>
            <a:t>Lower energy costs and water stress</a:t>
          </a:r>
        </a:p>
      </dgm:t>
    </dgm:pt>
    <dgm:pt modelId="{7ABBDDA9-8BB6-47DC-9E4B-D49A840A1DC0}" type="parTrans" cxnId="{C8B3E1E6-EFB3-41B7-9240-841839FA2A58}">
      <dgm:prSet/>
      <dgm:spPr/>
      <dgm:t>
        <a:bodyPr/>
        <a:lstStyle/>
        <a:p>
          <a:endParaRPr lang="en-US"/>
        </a:p>
      </dgm:t>
    </dgm:pt>
    <dgm:pt modelId="{5249394E-168F-4A7C-A251-F84796A8A14F}" type="sibTrans" cxnId="{C8B3E1E6-EFB3-41B7-9240-841839FA2A58}">
      <dgm:prSet/>
      <dgm:spPr/>
      <dgm:t>
        <a:bodyPr/>
        <a:lstStyle/>
        <a:p>
          <a:endParaRPr lang="en-US"/>
        </a:p>
      </dgm:t>
    </dgm:pt>
    <dgm:pt modelId="{23884712-452E-4455-BAB9-DF7A112C1793}">
      <dgm:prSet/>
      <dgm:spPr/>
      <dgm:t>
        <a:bodyPr/>
        <a:lstStyle/>
        <a:p>
          <a:r>
            <a:rPr lang="en-US"/>
            <a:t>Higher farm income and climate resilience</a:t>
          </a:r>
        </a:p>
      </dgm:t>
    </dgm:pt>
    <dgm:pt modelId="{D7B2EA3E-2E5F-427B-8713-23020962A518}" type="parTrans" cxnId="{507EED8E-2802-4374-B192-2D1F1A91AD6B}">
      <dgm:prSet/>
      <dgm:spPr/>
      <dgm:t>
        <a:bodyPr/>
        <a:lstStyle/>
        <a:p>
          <a:endParaRPr lang="en-US"/>
        </a:p>
      </dgm:t>
    </dgm:pt>
    <dgm:pt modelId="{2B04A040-2E00-43AD-9296-8E143ECD39FF}" type="sibTrans" cxnId="{507EED8E-2802-4374-B192-2D1F1A91AD6B}">
      <dgm:prSet/>
      <dgm:spPr/>
      <dgm:t>
        <a:bodyPr/>
        <a:lstStyle/>
        <a:p>
          <a:endParaRPr lang="en-US"/>
        </a:p>
      </dgm:t>
    </dgm:pt>
    <dgm:pt modelId="{BF736E42-A16E-4290-8F0D-4D788B95DD01}" type="pres">
      <dgm:prSet presAssocID="{B0E6F91A-89FE-4F8A-9D6B-45F0A25E8FCB}" presName="root" presStyleCnt="0">
        <dgm:presLayoutVars>
          <dgm:dir/>
          <dgm:resizeHandles val="exact"/>
        </dgm:presLayoutVars>
      </dgm:prSet>
      <dgm:spPr/>
    </dgm:pt>
    <dgm:pt modelId="{54CC61CC-A6B1-44B0-9483-8FE934D5A680}" type="pres">
      <dgm:prSet presAssocID="{8DEB5BE7-8E13-4943-A602-48F6C78E139C}" presName="compNode" presStyleCnt="0"/>
      <dgm:spPr/>
    </dgm:pt>
    <dgm:pt modelId="{835D63B0-5C3C-481D-8F99-7600C7191006}" type="pres">
      <dgm:prSet presAssocID="{8DEB5BE7-8E13-4943-A602-48F6C78E139C}" presName="bgRect" presStyleLbl="bgShp" presStyleIdx="0" presStyleCnt="3"/>
      <dgm:spPr/>
    </dgm:pt>
    <dgm:pt modelId="{BCE7544A-833B-44E7-9E40-EE2E1F96463B}" type="pres">
      <dgm:prSet presAssocID="{8DEB5BE7-8E13-4943-A602-48F6C78E139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1540E7C1-B5E2-4941-9B1B-F856C04857E1}" type="pres">
      <dgm:prSet presAssocID="{8DEB5BE7-8E13-4943-A602-48F6C78E139C}" presName="spaceRect" presStyleCnt="0"/>
      <dgm:spPr/>
    </dgm:pt>
    <dgm:pt modelId="{96E70995-6701-496C-B120-B61351DC0E75}" type="pres">
      <dgm:prSet presAssocID="{8DEB5BE7-8E13-4943-A602-48F6C78E139C}" presName="parTx" presStyleLbl="revTx" presStyleIdx="0" presStyleCnt="3">
        <dgm:presLayoutVars>
          <dgm:chMax val="0"/>
          <dgm:chPref val="0"/>
        </dgm:presLayoutVars>
      </dgm:prSet>
      <dgm:spPr/>
    </dgm:pt>
    <dgm:pt modelId="{2E390CFB-C31A-4CD7-AFF6-498917C1F5A6}" type="pres">
      <dgm:prSet presAssocID="{AEE63307-51AE-4F56-BA52-DDE9837D3F54}" presName="sibTrans" presStyleCnt="0"/>
      <dgm:spPr/>
    </dgm:pt>
    <dgm:pt modelId="{9BD8CF75-4DAC-4964-B788-23B078E26FF2}" type="pres">
      <dgm:prSet presAssocID="{4ACC16DE-73B1-4A3E-A627-7561A9C4A41A}" presName="compNode" presStyleCnt="0"/>
      <dgm:spPr/>
    </dgm:pt>
    <dgm:pt modelId="{FBBEE9D4-3C32-4544-B033-D56DA7ADE410}" type="pres">
      <dgm:prSet presAssocID="{4ACC16DE-73B1-4A3E-A627-7561A9C4A41A}" presName="bgRect" presStyleLbl="bgShp" presStyleIdx="1" presStyleCnt="3"/>
      <dgm:spPr/>
    </dgm:pt>
    <dgm:pt modelId="{47D6EFEF-107B-45A3-AEBD-59580E67BC71}" type="pres">
      <dgm:prSet presAssocID="{4ACC16DE-73B1-4A3E-A627-7561A9C4A41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6E0BE5D8-79AF-42DD-A101-F0ADAFABF08A}" type="pres">
      <dgm:prSet presAssocID="{4ACC16DE-73B1-4A3E-A627-7561A9C4A41A}" presName="spaceRect" presStyleCnt="0"/>
      <dgm:spPr/>
    </dgm:pt>
    <dgm:pt modelId="{39E130FC-CC4E-427D-89F7-0E4E3D0F88CE}" type="pres">
      <dgm:prSet presAssocID="{4ACC16DE-73B1-4A3E-A627-7561A9C4A41A}" presName="parTx" presStyleLbl="revTx" presStyleIdx="1" presStyleCnt="3">
        <dgm:presLayoutVars>
          <dgm:chMax val="0"/>
          <dgm:chPref val="0"/>
        </dgm:presLayoutVars>
      </dgm:prSet>
      <dgm:spPr/>
    </dgm:pt>
    <dgm:pt modelId="{C12B8DEA-4379-4471-A997-F9545D04D584}" type="pres">
      <dgm:prSet presAssocID="{5249394E-168F-4A7C-A251-F84796A8A14F}" presName="sibTrans" presStyleCnt="0"/>
      <dgm:spPr/>
    </dgm:pt>
    <dgm:pt modelId="{AD6A2D25-2FCE-4668-A308-78A5498F6296}" type="pres">
      <dgm:prSet presAssocID="{23884712-452E-4455-BAB9-DF7A112C1793}" presName="compNode" presStyleCnt="0"/>
      <dgm:spPr/>
    </dgm:pt>
    <dgm:pt modelId="{59E11541-972B-4065-A67D-FD73849BD7E9}" type="pres">
      <dgm:prSet presAssocID="{23884712-452E-4455-BAB9-DF7A112C1793}" presName="bgRect" presStyleLbl="bgShp" presStyleIdx="2" presStyleCnt="3"/>
      <dgm:spPr/>
    </dgm:pt>
    <dgm:pt modelId="{CD6C1A0E-C8E5-4ADC-B066-7518FCC4C662}" type="pres">
      <dgm:prSet presAssocID="{23884712-452E-4455-BAB9-DF7A112C179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1E6BB624-9373-4072-A890-A20470BF142E}" type="pres">
      <dgm:prSet presAssocID="{23884712-452E-4455-BAB9-DF7A112C1793}" presName="spaceRect" presStyleCnt="0"/>
      <dgm:spPr/>
    </dgm:pt>
    <dgm:pt modelId="{71B02AAC-D418-4E62-A693-DC053A12817B}" type="pres">
      <dgm:prSet presAssocID="{23884712-452E-4455-BAB9-DF7A112C179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2BBD013-BC98-405D-8744-B4A2E8BD1B8F}" type="presOf" srcId="{B0E6F91A-89FE-4F8A-9D6B-45F0A25E8FCB}" destId="{BF736E42-A16E-4290-8F0D-4D788B95DD01}" srcOrd="0" destOrd="0" presId="urn:microsoft.com/office/officeart/2018/2/layout/IconVerticalSolidList"/>
    <dgm:cxn modelId="{1ECF355A-E750-4462-90CA-0847176CB33C}" type="presOf" srcId="{8DEB5BE7-8E13-4943-A602-48F6C78E139C}" destId="{96E70995-6701-496C-B120-B61351DC0E75}" srcOrd="0" destOrd="0" presId="urn:microsoft.com/office/officeart/2018/2/layout/IconVerticalSolidList"/>
    <dgm:cxn modelId="{000F758C-2E92-41A0-94E7-DF134D6AD454}" srcId="{B0E6F91A-89FE-4F8A-9D6B-45F0A25E8FCB}" destId="{8DEB5BE7-8E13-4943-A602-48F6C78E139C}" srcOrd="0" destOrd="0" parTransId="{6619C1E6-8FFF-4757-B301-3A1C43ACC687}" sibTransId="{AEE63307-51AE-4F56-BA52-DDE9837D3F54}"/>
    <dgm:cxn modelId="{507EED8E-2802-4374-B192-2D1F1A91AD6B}" srcId="{B0E6F91A-89FE-4F8A-9D6B-45F0A25E8FCB}" destId="{23884712-452E-4455-BAB9-DF7A112C1793}" srcOrd="2" destOrd="0" parTransId="{D7B2EA3E-2E5F-427B-8713-23020962A518}" sibTransId="{2B04A040-2E00-43AD-9296-8E143ECD39FF}"/>
    <dgm:cxn modelId="{721745CE-A76B-4B3E-B5EA-22520907EE35}" type="presOf" srcId="{23884712-452E-4455-BAB9-DF7A112C1793}" destId="{71B02AAC-D418-4E62-A693-DC053A12817B}" srcOrd="0" destOrd="0" presId="urn:microsoft.com/office/officeart/2018/2/layout/IconVerticalSolidList"/>
    <dgm:cxn modelId="{B32C6CE4-AE12-48B7-8C7C-29712CCC4783}" type="presOf" srcId="{4ACC16DE-73B1-4A3E-A627-7561A9C4A41A}" destId="{39E130FC-CC4E-427D-89F7-0E4E3D0F88CE}" srcOrd="0" destOrd="0" presId="urn:microsoft.com/office/officeart/2018/2/layout/IconVerticalSolidList"/>
    <dgm:cxn modelId="{C8B3E1E6-EFB3-41B7-9240-841839FA2A58}" srcId="{B0E6F91A-89FE-4F8A-9D6B-45F0A25E8FCB}" destId="{4ACC16DE-73B1-4A3E-A627-7561A9C4A41A}" srcOrd="1" destOrd="0" parTransId="{7ABBDDA9-8BB6-47DC-9E4B-D49A840A1DC0}" sibTransId="{5249394E-168F-4A7C-A251-F84796A8A14F}"/>
    <dgm:cxn modelId="{9A7B5C77-2BFF-4B9C-99E4-BB28B06EA6DD}" type="presParOf" srcId="{BF736E42-A16E-4290-8F0D-4D788B95DD01}" destId="{54CC61CC-A6B1-44B0-9483-8FE934D5A680}" srcOrd="0" destOrd="0" presId="urn:microsoft.com/office/officeart/2018/2/layout/IconVerticalSolidList"/>
    <dgm:cxn modelId="{DBDEFD68-D6B8-45A8-9CBD-4E1590ABCB66}" type="presParOf" srcId="{54CC61CC-A6B1-44B0-9483-8FE934D5A680}" destId="{835D63B0-5C3C-481D-8F99-7600C7191006}" srcOrd="0" destOrd="0" presId="urn:microsoft.com/office/officeart/2018/2/layout/IconVerticalSolidList"/>
    <dgm:cxn modelId="{89CB9489-8F86-4ACB-B557-F80A1FEFEBB5}" type="presParOf" srcId="{54CC61CC-A6B1-44B0-9483-8FE934D5A680}" destId="{BCE7544A-833B-44E7-9E40-EE2E1F96463B}" srcOrd="1" destOrd="0" presId="urn:microsoft.com/office/officeart/2018/2/layout/IconVerticalSolidList"/>
    <dgm:cxn modelId="{CE31D16B-4C98-4415-AABF-BABDC8A17258}" type="presParOf" srcId="{54CC61CC-A6B1-44B0-9483-8FE934D5A680}" destId="{1540E7C1-B5E2-4941-9B1B-F856C04857E1}" srcOrd="2" destOrd="0" presId="urn:microsoft.com/office/officeart/2018/2/layout/IconVerticalSolidList"/>
    <dgm:cxn modelId="{2482BB4E-289B-43BB-A0AD-5379BE60E83A}" type="presParOf" srcId="{54CC61CC-A6B1-44B0-9483-8FE934D5A680}" destId="{96E70995-6701-496C-B120-B61351DC0E75}" srcOrd="3" destOrd="0" presId="urn:microsoft.com/office/officeart/2018/2/layout/IconVerticalSolidList"/>
    <dgm:cxn modelId="{BF182289-1FC6-4CA5-BB8D-B4B3B9821EE9}" type="presParOf" srcId="{BF736E42-A16E-4290-8F0D-4D788B95DD01}" destId="{2E390CFB-C31A-4CD7-AFF6-498917C1F5A6}" srcOrd="1" destOrd="0" presId="urn:microsoft.com/office/officeart/2018/2/layout/IconVerticalSolidList"/>
    <dgm:cxn modelId="{C6A25B3A-5856-4B1B-9DFC-2E71F8C5A0F1}" type="presParOf" srcId="{BF736E42-A16E-4290-8F0D-4D788B95DD01}" destId="{9BD8CF75-4DAC-4964-B788-23B078E26FF2}" srcOrd="2" destOrd="0" presId="urn:microsoft.com/office/officeart/2018/2/layout/IconVerticalSolidList"/>
    <dgm:cxn modelId="{CBD9130A-5CE2-448D-9000-521C1F690106}" type="presParOf" srcId="{9BD8CF75-4DAC-4964-B788-23B078E26FF2}" destId="{FBBEE9D4-3C32-4544-B033-D56DA7ADE410}" srcOrd="0" destOrd="0" presId="urn:microsoft.com/office/officeart/2018/2/layout/IconVerticalSolidList"/>
    <dgm:cxn modelId="{3C0A8A16-1FA4-48B0-BC32-5FFF8FDCD2B9}" type="presParOf" srcId="{9BD8CF75-4DAC-4964-B788-23B078E26FF2}" destId="{47D6EFEF-107B-45A3-AEBD-59580E67BC71}" srcOrd="1" destOrd="0" presId="urn:microsoft.com/office/officeart/2018/2/layout/IconVerticalSolidList"/>
    <dgm:cxn modelId="{93F0FE9D-1B20-4EC0-9AD8-471EF99D2CFF}" type="presParOf" srcId="{9BD8CF75-4DAC-4964-B788-23B078E26FF2}" destId="{6E0BE5D8-79AF-42DD-A101-F0ADAFABF08A}" srcOrd="2" destOrd="0" presId="urn:microsoft.com/office/officeart/2018/2/layout/IconVerticalSolidList"/>
    <dgm:cxn modelId="{85D2A0D7-CA6C-4A11-BFB4-BDB6B8D3550E}" type="presParOf" srcId="{9BD8CF75-4DAC-4964-B788-23B078E26FF2}" destId="{39E130FC-CC4E-427D-89F7-0E4E3D0F88CE}" srcOrd="3" destOrd="0" presId="urn:microsoft.com/office/officeart/2018/2/layout/IconVerticalSolidList"/>
    <dgm:cxn modelId="{242CEE1A-1FD6-494C-B1E2-E58EBBE07C77}" type="presParOf" srcId="{BF736E42-A16E-4290-8F0D-4D788B95DD01}" destId="{C12B8DEA-4379-4471-A997-F9545D04D584}" srcOrd="3" destOrd="0" presId="urn:microsoft.com/office/officeart/2018/2/layout/IconVerticalSolidList"/>
    <dgm:cxn modelId="{D12C1DED-D047-4059-AC57-D387A7680542}" type="presParOf" srcId="{BF736E42-A16E-4290-8F0D-4D788B95DD01}" destId="{AD6A2D25-2FCE-4668-A308-78A5498F6296}" srcOrd="4" destOrd="0" presId="urn:microsoft.com/office/officeart/2018/2/layout/IconVerticalSolidList"/>
    <dgm:cxn modelId="{BBF6814D-6003-4508-A90D-028ACB273968}" type="presParOf" srcId="{AD6A2D25-2FCE-4668-A308-78A5498F6296}" destId="{59E11541-972B-4065-A67D-FD73849BD7E9}" srcOrd="0" destOrd="0" presId="urn:microsoft.com/office/officeart/2018/2/layout/IconVerticalSolidList"/>
    <dgm:cxn modelId="{F53D83E4-70B6-4C04-8B68-508E967F00E9}" type="presParOf" srcId="{AD6A2D25-2FCE-4668-A308-78A5498F6296}" destId="{CD6C1A0E-C8E5-4ADC-B066-7518FCC4C662}" srcOrd="1" destOrd="0" presId="urn:microsoft.com/office/officeart/2018/2/layout/IconVerticalSolidList"/>
    <dgm:cxn modelId="{424F3304-BFA7-405B-9F8D-28C0177BE562}" type="presParOf" srcId="{AD6A2D25-2FCE-4668-A308-78A5498F6296}" destId="{1E6BB624-9373-4072-A890-A20470BF142E}" srcOrd="2" destOrd="0" presId="urn:microsoft.com/office/officeart/2018/2/layout/IconVerticalSolidList"/>
    <dgm:cxn modelId="{FE36AA0C-AED7-43D6-A914-2C1896C1BA45}" type="presParOf" srcId="{AD6A2D25-2FCE-4668-A308-78A5498F6296}" destId="{71B02AAC-D418-4E62-A693-DC053A1281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C2388F10-0C1D-4B5A-BA30-DC2356BEDB9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3F546B6-DC29-43FB-9FAE-81E8CF2D9633}">
      <dgm:prSet/>
      <dgm:spPr/>
      <dgm:t>
        <a:bodyPr/>
        <a:lstStyle/>
        <a:p>
          <a:r>
            <a:rPr lang="en-US"/>
            <a:t>Reuse + efficiency in irrigation</a:t>
          </a:r>
        </a:p>
      </dgm:t>
    </dgm:pt>
    <dgm:pt modelId="{E7F1774B-78D6-4CBF-AEA0-E23C92DBD68A}" type="parTrans" cxnId="{C18DD9C9-3DEB-41A1-BC31-44952C4F3D7B}">
      <dgm:prSet/>
      <dgm:spPr/>
      <dgm:t>
        <a:bodyPr/>
        <a:lstStyle/>
        <a:p>
          <a:endParaRPr lang="en-US"/>
        </a:p>
      </dgm:t>
    </dgm:pt>
    <dgm:pt modelId="{50B45AE3-BE5A-4530-96E1-1E7E1F2D2EA3}" type="sibTrans" cxnId="{C18DD9C9-3DEB-41A1-BC31-44952C4F3D7B}">
      <dgm:prSet/>
      <dgm:spPr/>
      <dgm:t>
        <a:bodyPr/>
        <a:lstStyle/>
        <a:p>
          <a:endParaRPr lang="en-US"/>
        </a:p>
      </dgm:t>
    </dgm:pt>
    <dgm:pt modelId="{231873BD-506C-4853-AB43-F5208F235759}">
      <dgm:prSet/>
      <dgm:spPr/>
      <dgm:t>
        <a:bodyPr/>
        <a:lstStyle/>
        <a:p>
          <a:r>
            <a:rPr lang="en-US"/>
            <a:t>Energy savings in pumping</a:t>
          </a:r>
        </a:p>
      </dgm:t>
    </dgm:pt>
    <dgm:pt modelId="{051B6A52-B058-45AC-B1FF-D3A48A955A8B}" type="parTrans" cxnId="{7008901D-4E36-409B-81F5-C4E93B9FCF1A}">
      <dgm:prSet/>
      <dgm:spPr/>
      <dgm:t>
        <a:bodyPr/>
        <a:lstStyle/>
        <a:p>
          <a:endParaRPr lang="en-US"/>
        </a:p>
      </dgm:t>
    </dgm:pt>
    <dgm:pt modelId="{94C8EB6C-5854-4F72-A944-F6051B221B27}" type="sibTrans" cxnId="{7008901D-4E36-409B-81F5-C4E93B9FCF1A}">
      <dgm:prSet/>
      <dgm:spPr/>
      <dgm:t>
        <a:bodyPr/>
        <a:lstStyle/>
        <a:p>
          <a:endParaRPr lang="en-US"/>
        </a:p>
      </dgm:t>
    </dgm:pt>
    <dgm:pt modelId="{37DC76BA-350D-4677-AF94-2048685E9053}">
      <dgm:prSet/>
      <dgm:spPr/>
      <dgm:t>
        <a:bodyPr/>
        <a:lstStyle/>
        <a:p>
          <a:r>
            <a:rPr lang="en-US"/>
            <a:t>Improved water productivity</a:t>
          </a:r>
        </a:p>
      </dgm:t>
    </dgm:pt>
    <dgm:pt modelId="{7C3B645F-5A8B-4F47-B289-ED26EFA7F7E9}" type="parTrans" cxnId="{3E0548FB-22ED-408D-AD3E-E652D921CD7B}">
      <dgm:prSet/>
      <dgm:spPr/>
      <dgm:t>
        <a:bodyPr/>
        <a:lstStyle/>
        <a:p>
          <a:endParaRPr lang="en-US"/>
        </a:p>
      </dgm:t>
    </dgm:pt>
    <dgm:pt modelId="{DD2E0C10-7540-4076-9513-40968C1EE0F8}" type="sibTrans" cxnId="{3E0548FB-22ED-408D-AD3E-E652D921CD7B}">
      <dgm:prSet/>
      <dgm:spPr/>
      <dgm:t>
        <a:bodyPr/>
        <a:lstStyle/>
        <a:p>
          <a:endParaRPr lang="en-US"/>
        </a:p>
      </dgm:t>
    </dgm:pt>
    <dgm:pt modelId="{FF13547B-F4A9-4A08-93E7-7EC18FF04BC8}" type="pres">
      <dgm:prSet presAssocID="{C2388F10-0C1D-4B5A-BA30-DC2356BEDB93}" presName="root" presStyleCnt="0">
        <dgm:presLayoutVars>
          <dgm:dir/>
          <dgm:resizeHandles val="exact"/>
        </dgm:presLayoutVars>
      </dgm:prSet>
      <dgm:spPr/>
    </dgm:pt>
    <dgm:pt modelId="{5BAEF285-412A-4EDD-8CA1-29E43EE2E1CD}" type="pres">
      <dgm:prSet presAssocID="{23F546B6-DC29-43FB-9FAE-81E8CF2D9633}" presName="compNode" presStyleCnt="0"/>
      <dgm:spPr/>
    </dgm:pt>
    <dgm:pt modelId="{D3A71B90-7A0E-4F82-9113-E106FBB3A1DF}" type="pres">
      <dgm:prSet presAssocID="{23F546B6-DC29-43FB-9FAE-81E8CF2D9633}" presName="bgRect" presStyleLbl="bgShp" presStyleIdx="0" presStyleCnt="3"/>
      <dgm:spPr/>
    </dgm:pt>
    <dgm:pt modelId="{CC733F06-0709-4246-A4DF-FFB934B6130C}" type="pres">
      <dgm:prSet presAssocID="{23F546B6-DC29-43FB-9FAE-81E8CF2D963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A7A51466-0F9E-44DA-8E4F-EFD32638BF06}" type="pres">
      <dgm:prSet presAssocID="{23F546B6-DC29-43FB-9FAE-81E8CF2D9633}" presName="spaceRect" presStyleCnt="0"/>
      <dgm:spPr/>
    </dgm:pt>
    <dgm:pt modelId="{3128C036-6C77-48AB-BC77-C5E076C9594A}" type="pres">
      <dgm:prSet presAssocID="{23F546B6-DC29-43FB-9FAE-81E8CF2D9633}" presName="parTx" presStyleLbl="revTx" presStyleIdx="0" presStyleCnt="3">
        <dgm:presLayoutVars>
          <dgm:chMax val="0"/>
          <dgm:chPref val="0"/>
        </dgm:presLayoutVars>
      </dgm:prSet>
      <dgm:spPr/>
    </dgm:pt>
    <dgm:pt modelId="{034CEB80-78E8-418E-85B2-C64A85833313}" type="pres">
      <dgm:prSet presAssocID="{50B45AE3-BE5A-4530-96E1-1E7E1F2D2EA3}" presName="sibTrans" presStyleCnt="0"/>
      <dgm:spPr/>
    </dgm:pt>
    <dgm:pt modelId="{375C63C9-3AE9-4B6F-8918-2810D55020EA}" type="pres">
      <dgm:prSet presAssocID="{231873BD-506C-4853-AB43-F5208F235759}" presName="compNode" presStyleCnt="0"/>
      <dgm:spPr/>
    </dgm:pt>
    <dgm:pt modelId="{364AE6CA-4058-4856-B99C-7CFD3DCC5495}" type="pres">
      <dgm:prSet presAssocID="{231873BD-506C-4853-AB43-F5208F235759}" presName="bgRect" presStyleLbl="bgShp" presStyleIdx="1" presStyleCnt="3"/>
      <dgm:spPr/>
    </dgm:pt>
    <dgm:pt modelId="{80B634A4-3057-497D-BF53-490E571A278F}" type="pres">
      <dgm:prSet presAssocID="{231873BD-506C-4853-AB43-F5208F23575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F9509F65-920B-4139-B877-5FD2048DAF41}" type="pres">
      <dgm:prSet presAssocID="{231873BD-506C-4853-AB43-F5208F235759}" presName="spaceRect" presStyleCnt="0"/>
      <dgm:spPr/>
    </dgm:pt>
    <dgm:pt modelId="{BBF98673-4F83-435D-81A3-A3AC308F31B3}" type="pres">
      <dgm:prSet presAssocID="{231873BD-506C-4853-AB43-F5208F235759}" presName="parTx" presStyleLbl="revTx" presStyleIdx="1" presStyleCnt="3">
        <dgm:presLayoutVars>
          <dgm:chMax val="0"/>
          <dgm:chPref val="0"/>
        </dgm:presLayoutVars>
      </dgm:prSet>
      <dgm:spPr/>
    </dgm:pt>
    <dgm:pt modelId="{4BEF3115-0409-463E-9F76-94B81923F7C1}" type="pres">
      <dgm:prSet presAssocID="{94C8EB6C-5854-4F72-A944-F6051B221B27}" presName="sibTrans" presStyleCnt="0"/>
      <dgm:spPr/>
    </dgm:pt>
    <dgm:pt modelId="{AAB14A84-3FBF-475C-B2B1-EEC30FF824C1}" type="pres">
      <dgm:prSet presAssocID="{37DC76BA-350D-4677-AF94-2048685E9053}" presName="compNode" presStyleCnt="0"/>
      <dgm:spPr/>
    </dgm:pt>
    <dgm:pt modelId="{796CE191-AD33-4786-8052-66ACD3A1B8A7}" type="pres">
      <dgm:prSet presAssocID="{37DC76BA-350D-4677-AF94-2048685E9053}" presName="bgRect" presStyleLbl="bgShp" presStyleIdx="2" presStyleCnt="3"/>
      <dgm:spPr/>
    </dgm:pt>
    <dgm:pt modelId="{1BFB9E1B-DDFB-4439-8412-C469DBDA08C1}" type="pres">
      <dgm:prSet presAssocID="{37DC76BA-350D-4677-AF94-2048685E905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3811FA17-A961-4FFD-89A1-2411DE047CB8}" type="pres">
      <dgm:prSet presAssocID="{37DC76BA-350D-4677-AF94-2048685E9053}" presName="spaceRect" presStyleCnt="0"/>
      <dgm:spPr/>
    </dgm:pt>
    <dgm:pt modelId="{3EDFDCDE-401B-46C3-9379-7072C624CE6E}" type="pres">
      <dgm:prSet presAssocID="{37DC76BA-350D-4677-AF94-2048685E905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1F8CA0D-0692-4B04-8CCE-74378CBC9FF9}" type="presOf" srcId="{23F546B6-DC29-43FB-9FAE-81E8CF2D9633}" destId="{3128C036-6C77-48AB-BC77-C5E076C9594A}" srcOrd="0" destOrd="0" presId="urn:microsoft.com/office/officeart/2018/2/layout/IconVerticalSolidList"/>
    <dgm:cxn modelId="{7008901D-4E36-409B-81F5-C4E93B9FCF1A}" srcId="{C2388F10-0C1D-4B5A-BA30-DC2356BEDB93}" destId="{231873BD-506C-4853-AB43-F5208F235759}" srcOrd="1" destOrd="0" parTransId="{051B6A52-B058-45AC-B1FF-D3A48A955A8B}" sibTransId="{94C8EB6C-5854-4F72-A944-F6051B221B27}"/>
    <dgm:cxn modelId="{4647682F-38DA-4B94-ADB4-A25C22E22458}" type="presOf" srcId="{C2388F10-0C1D-4B5A-BA30-DC2356BEDB93}" destId="{FF13547B-F4A9-4A08-93E7-7EC18FF04BC8}" srcOrd="0" destOrd="0" presId="urn:microsoft.com/office/officeart/2018/2/layout/IconVerticalSolidList"/>
    <dgm:cxn modelId="{2944FC91-2DB9-4B31-B24A-C544336DCB86}" type="presOf" srcId="{37DC76BA-350D-4677-AF94-2048685E9053}" destId="{3EDFDCDE-401B-46C3-9379-7072C624CE6E}" srcOrd="0" destOrd="0" presId="urn:microsoft.com/office/officeart/2018/2/layout/IconVerticalSolidList"/>
    <dgm:cxn modelId="{5F64EE9A-1DCA-4DD9-A3DC-28322A52D35F}" type="presOf" srcId="{231873BD-506C-4853-AB43-F5208F235759}" destId="{BBF98673-4F83-435D-81A3-A3AC308F31B3}" srcOrd="0" destOrd="0" presId="urn:microsoft.com/office/officeart/2018/2/layout/IconVerticalSolidList"/>
    <dgm:cxn modelId="{C18DD9C9-3DEB-41A1-BC31-44952C4F3D7B}" srcId="{C2388F10-0C1D-4B5A-BA30-DC2356BEDB93}" destId="{23F546B6-DC29-43FB-9FAE-81E8CF2D9633}" srcOrd="0" destOrd="0" parTransId="{E7F1774B-78D6-4CBF-AEA0-E23C92DBD68A}" sibTransId="{50B45AE3-BE5A-4530-96E1-1E7E1F2D2EA3}"/>
    <dgm:cxn modelId="{3E0548FB-22ED-408D-AD3E-E652D921CD7B}" srcId="{C2388F10-0C1D-4B5A-BA30-DC2356BEDB93}" destId="{37DC76BA-350D-4677-AF94-2048685E9053}" srcOrd="2" destOrd="0" parTransId="{7C3B645F-5A8B-4F47-B289-ED26EFA7F7E9}" sibTransId="{DD2E0C10-7540-4076-9513-40968C1EE0F8}"/>
    <dgm:cxn modelId="{53AE75B8-F627-4A63-9DDC-C083E77D5916}" type="presParOf" srcId="{FF13547B-F4A9-4A08-93E7-7EC18FF04BC8}" destId="{5BAEF285-412A-4EDD-8CA1-29E43EE2E1CD}" srcOrd="0" destOrd="0" presId="urn:microsoft.com/office/officeart/2018/2/layout/IconVerticalSolidList"/>
    <dgm:cxn modelId="{BD83EFD9-B102-432C-85A3-873AE8BE2CDC}" type="presParOf" srcId="{5BAEF285-412A-4EDD-8CA1-29E43EE2E1CD}" destId="{D3A71B90-7A0E-4F82-9113-E106FBB3A1DF}" srcOrd="0" destOrd="0" presId="urn:microsoft.com/office/officeart/2018/2/layout/IconVerticalSolidList"/>
    <dgm:cxn modelId="{1939FFDF-E8EC-4199-A47A-DF652E58B426}" type="presParOf" srcId="{5BAEF285-412A-4EDD-8CA1-29E43EE2E1CD}" destId="{CC733F06-0709-4246-A4DF-FFB934B6130C}" srcOrd="1" destOrd="0" presId="urn:microsoft.com/office/officeart/2018/2/layout/IconVerticalSolidList"/>
    <dgm:cxn modelId="{5BC7A116-4764-431A-812B-8C6D5236191C}" type="presParOf" srcId="{5BAEF285-412A-4EDD-8CA1-29E43EE2E1CD}" destId="{A7A51466-0F9E-44DA-8E4F-EFD32638BF06}" srcOrd="2" destOrd="0" presId="urn:microsoft.com/office/officeart/2018/2/layout/IconVerticalSolidList"/>
    <dgm:cxn modelId="{A8E1B650-4422-4824-88E3-2FAB358579DC}" type="presParOf" srcId="{5BAEF285-412A-4EDD-8CA1-29E43EE2E1CD}" destId="{3128C036-6C77-48AB-BC77-C5E076C9594A}" srcOrd="3" destOrd="0" presId="urn:microsoft.com/office/officeart/2018/2/layout/IconVerticalSolidList"/>
    <dgm:cxn modelId="{71BA6015-855B-4856-986F-FF45D60155F9}" type="presParOf" srcId="{FF13547B-F4A9-4A08-93E7-7EC18FF04BC8}" destId="{034CEB80-78E8-418E-85B2-C64A85833313}" srcOrd="1" destOrd="0" presId="urn:microsoft.com/office/officeart/2018/2/layout/IconVerticalSolidList"/>
    <dgm:cxn modelId="{C60B3D90-7347-4298-92A4-350C982C150F}" type="presParOf" srcId="{FF13547B-F4A9-4A08-93E7-7EC18FF04BC8}" destId="{375C63C9-3AE9-4B6F-8918-2810D55020EA}" srcOrd="2" destOrd="0" presId="urn:microsoft.com/office/officeart/2018/2/layout/IconVerticalSolidList"/>
    <dgm:cxn modelId="{09905EF5-FF12-4F23-81AF-2E4053867A63}" type="presParOf" srcId="{375C63C9-3AE9-4B6F-8918-2810D55020EA}" destId="{364AE6CA-4058-4856-B99C-7CFD3DCC5495}" srcOrd="0" destOrd="0" presId="urn:microsoft.com/office/officeart/2018/2/layout/IconVerticalSolidList"/>
    <dgm:cxn modelId="{8B97319E-7913-4F3C-85F5-1AFA89928EBE}" type="presParOf" srcId="{375C63C9-3AE9-4B6F-8918-2810D55020EA}" destId="{80B634A4-3057-497D-BF53-490E571A278F}" srcOrd="1" destOrd="0" presId="urn:microsoft.com/office/officeart/2018/2/layout/IconVerticalSolidList"/>
    <dgm:cxn modelId="{30BCF6B6-4C7C-4927-AB13-A1DB2E306830}" type="presParOf" srcId="{375C63C9-3AE9-4B6F-8918-2810D55020EA}" destId="{F9509F65-920B-4139-B877-5FD2048DAF41}" srcOrd="2" destOrd="0" presId="urn:microsoft.com/office/officeart/2018/2/layout/IconVerticalSolidList"/>
    <dgm:cxn modelId="{E1A5688E-5943-4F01-A0FC-4FD624E528E3}" type="presParOf" srcId="{375C63C9-3AE9-4B6F-8918-2810D55020EA}" destId="{BBF98673-4F83-435D-81A3-A3AC308F31B3}" srcOrd="3" destOrd="0" presId="urn:microsoft.com/office/officeart/2018/2/layout/IconVerticalSolidList"/>
    <dgm:cxn modelId="{F2E32B3D-0234-458B-8680-77F30394791C}" type="presParOf" srcId="{FF13547B-F4A9-4A08-93E7-7EC18FF04BC8}" destId="{4BEF3115-0409-463E-9F76-94B81923F7C1}" srcOrd="3" destOrd="0" presId="urn:microsoft.com/office/officeart/2018/2/layout/IconVerticalSolidList"/>
    <dgm:cxn modelId="{7CB542DD-A041-457D-82ED-2D454BB14389}" type="presParOf" srcId="{FF13547B-F4A9-4A08-93E7-7EC18FF04BC8}" destId="{AAB14A84-3FBF-475C-B2B1-EEC30FF824C1}" srcOrd="4" destOrd="0" presId="urn:microsoft.com/office/officeart/2018/2/layout/IconVerticalSolidList"/>
    <dgm:cxn modelId="{91DC78BB-5C9F-4A43-A819-262564474B78}" type="presParOf" srcId="{AAB14A84-3FBF-475C-B2B1-EEC30FF824C1}" destId="{796CE191-AD33-4786-8052-66ACD3A1B8A7}" srcOrd="0" destOrd="0" presId="urn:microsoft.com/office/officeart/2018/2/layout/IconVerticalSolidList"/>
    <dgm:cxn modelId="{75D0422D-A916-4EE5-8915-813142F67D70}" type="presParOf" srcId="{AAB14A84-3FBF-475C-B2B1-EEC30FF824C1}" destId="{1BFB9E1B-DDFB-4439-8412-C469DBDA08C1}" srcOrd="1" destOrd="0" presId="urn:microsoft.com/office/officeart/2018/2/layout/IconVerticalSolidList"/>
    <dgm:cxn modelId="{89026586-296E-4749-AB02-811C5FBD489F}" type="presParOf" srcId="{AAB14A84-3FBF-475C-B2B1-EEC30FF824C1}" destId="{3811FA17-A961-4FFD-89A1-2411DE047CB8}" srcOrd="2" destOrd="0" presId="urn:microsoft.com/office/officeart/2018/2/layout/IconVerticalSolidList"/>
    <dgm:cxn modelId="{3030629F-2C38-4B56-8A40-D31BF2943934}" type="presParOf" srcId="{AAB14A84-3FBF-475C-B2B1-EEC30FF824C1}" destId="{3EDFDCDE-401B-46C3-9379-7072C624CE6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02134A78-D9FA-410E-9251-586A68E39F5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9111E1B-2EAD-4A38-8023-059CC64BCEA7}">
      <dgm:prSet/>
      <dgm:spPr/>
      <dgm:t>
        <a:bodyPr/>
        <a:lstStyle/>
        <a:p>
          <a:r>
            <a:rPr lang="en-US"/>
            <a:t>Clear classification improves bankability</a:t>
          </a:r>
        </a:p>
      </dgm:t>
    </dgm:pt>
    <dgm:pt modelId="{599ED5DB-1723-4492-B279-8EB1A1A1E75B}" type="parTrans" cxnId="{F80B0319-215C-4EF1-81F9-49C1CF58167E}">
      <dgm:prSet/>
      <dgm:spPr/>
      <dgm:t>
        <a:bodyPr/>
        <a:lstStyle/>
        <a:p>
          <a:endParaRPr lang="en-US"/>
        </a:p>
      </dgm:t>
    </dgm:pt>
    <dgm:pt modelId="{C945D951-25EB-4670-94B2-4A918C81FA7A}" type="sibTrans" cxnId="{F80B0319-215C-4EF1-81F9-49C1CF58167E}">
      <dgm:prSet/>
      <dgm:spPr/>
      <dgm:t>
        <a:bodyPr/>
        <a:lstStyle/>
        <a:p>
          <a:endParaRPr lang="en-US"/>
        </a:p>
      </dgm:t>
    </dgm:pt>
    <dgm:pt modelId="{2589282C-8470-4A80-8F2C-94657A8A26A3}">
      <dgm:prSet/>
      <dgm:spPr/>
      <dgm:t>
        <a:bodyPr/>
        <a:lstStyle/>
        <a:p>
          <a:r>
            <a:rPr lang="en-US"/>
            <a:t>Access to green and climate finance</a:t>
          </a:r>
        </a:p>
      </dgm:t>
    </dgm:pt>
    <dgm:pt modelId="{F0F8A663-F5C0-4291-95D2-8A2B523D1734}" type="parTrans" cxnId="{936B2C0C-2A01-43B1-839B-28EAA724B80F}">
      <dgm:prSet/>
      <dgm:spPr/>
      <dgm:t>
        <a:bodyPr/>
        <a:lstStyle/>
        <a:p>
          <a:endParaRPr lang="en-US"/>
        </a:p>
      </dgm:t>
    </dgm:pt>
    <dgm:pt modelId="{88ECCA59-FEFB-4998-9F75-9F0BAF807AA7}" type="sibTrans" cxnId="{936B2C0C-2A01-43B1-839B-28EAA724B80F}">
      <dgm:prSet/>
      <dgm:spPr/>
      <dgm:t>
        <a:bodyPr/>
        <a:lstStyle/>
        <a:p>
          <a:endParaRPr lang="en-US"/>
        </a:p>
      </dgm:t>
    </dgm:pt>
    <dgm:pt modelId="{B489440D-CA8F-4DC0-8194-6E14D36B4703}">
      <dgm:prSet/>
      <dgm:spPr/>
      <dgm:t>
        <a:bodyPr/>
        <a:lstStyle/>
        <a:p>
          <a:r>
            <a:rPr lang="en-US"/>
            <a:t>Supports blended finance structures</a:t>
          </a:r>
        </a:p>
      </dgm:t>
    </dgm:pt>
    <dgm:pt modelId="{6501387A-28DB-43A2-82B2-DEDF22260FA2}" type="parTrans" cxnId="{FC572399-3E74-4FF8-BB06-FB695000FBE4}">
      <dgm:prSet/>
      <dgm:spPr/>
      <dgm:t>
        <a:bodyPr/>
        <a:lstStyle/>
        <a:p>
          <a:endParaRPr lang="en-US"/>
        </a:p>
      </dgm:t>
    </dgm:pt>
    <dgm:pt modelId="{CFDA8359-55A7-422A-9DC4-8AB0B1C2A5F8}" type="sibTrans" cxnId="{FC572399-3E74-4FF8-BB06-FB695000FBE4}">
      <dgm:prSet/>
      <dgm:spPr/>
      <dgm:t>
        <a:bodyPr/>
        <a:lstStyle/>
        <a:p>
          <a:endParaRPr lang="en-US"/>
        </a:p>
      </dgm:t>
    </dgm:pt>
    <dgm:pt modelId="{36592431-C24B-4700-89B1-E1B0DC53E45E}" type="pres">
      <dgm:prSet presAssocID="{02134A78-D9FA-410E-9251-586A68E39F51}" presName="linear" presStyleCnt="0">
        <dgm:presLayoutVars>
          <dgm:animLvl val="lvl"/>
          <dgm:resizeHandles val="exact"/>
        </dgm:presLayoutVars>
      </dgm:prSet>
      <dgm:spPr/>
    </dgm:pt>
    <dgm:pt modelId="{D129C50E-46C1-42C9-95C3-F7A9382B7865}" type="pres">
      <dgm:prSet presAssocID="{F9111E1B-2EAD-4A38-8023-059CC64BCEA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662D983-3E60-4D84-87F8-D82F651BD9D6}" type="pres">
      <dgm:prSet presAssocID="{C945D951-25EB-4670-94B2-4A918C81FA7A}" presName="spacer" presStyleCnt="0"/>
      <dgm:spPr/>
    </dgm:pt>
    <dgm:pt modelId="{14334B01-41C8-4C9C-AD98-EB8230F1CA88}" type="pres">
      <dgm:prSet presAssocID="{2589282C-8470-4A80-8F2C-94657A8A26A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174CCBE-2E9C-455D-9356-268C05912FCB}" type="pres">
      <dgm:prSet presAssocID="{88ECCA59-FEFB-4998-9F75-9F0BAF807AA7}" presName="spacer" presStyleCnt="0"/>
      <dgm:spPr/>
    </dgm:pt>
    <dgm:pt modelId="{774248B1-75FC-492A-BC83-749882DD7EDC}" type="pres">
      <dgm:prSet presAssocID="{B489440D-CA8F-4DC0-8194-6E14D36B470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36B2C0C-2A01-43B1-839B-28EAA724B80F}" srcId="{02134A78-D9FA-410E-9251-586A68E39F51}" destId="{2589282C-8470-4A80-8F2C-94657A8A26A3}" srcOrd="1" destOrd="0" parTransId="{F0F8A663-F5C0-4291-95D2-8A2B523D1734}" sibTransId="{88ECCA59-FEFB-4998-9F75-9F0BAF807AA7}"/>
    <dgm:cxn modelId="{F80B0319-215C-4EF1-81F9-49C1CF58167E}" srcId="{02134A78-D9FA-410E-9251-586A68E39F51}" destId="{F9111E1B-2EAD-4A38-8023-059CC64BCEA7}" srcOrd="0" destOrd="0" parTransId="{599ED5DB-1723-4492-B279-8EB1A1A1E75B}" sibTransId="{C945D951-25EB-4670-94B2-4A918C81FA7A}"/>
    <dgm:cxn modelId="{BA698E65-65E7-4D52-A1D0-7D16F3FE96B9}" type="presOf" srcId="{B489440D-CA8F-4DC0-8194-6E14D36B4703}" destId="{774248B1-75FC-492A-BC83-749882DD7EDC}" srcOrd="0" destOrd="0" presId="urn:microsoft.com/office/officeart/2005/8/layout/vList2"/>
    <dgm:cxn modelId="{E13C6C47-4D1B-43FF-AC8C-CBF72AFB6C29}" type="presOf" srcId="{02134A78-D9FA-410E-9251-586A68E39F51}" destId="{36592431-C24B-4700-89B1-E1B0DC53E45E}" srcOrd="0" destOrd="0" presId="urn:microsoft.com/office/officeart/2005/8/layout/vList2"/>
    <dgm:cxn modelId="{0B246952-1D8D-4457-8295-712E51F1B9AB}" type="presOf" srcId="{F9111E1B-2EAD-4A38-8023-059CC64BCEA7}" destId="{D129C50E-46C1-42C9-95C3-F7A9382B7865}" srcOrd="0" destOrd="0" presId="urn:microsoft.com/office/officeart/2005/8/layout/vList2"/>
    <dgm:cxn modelId="{F6877595-0CCC-4C16-9BB7-F3BDC2F60BE3}" type="presOf" srcId="{2589282C-8470-4A80-8F2C-94657A8A26A3}" destId="{14334B01-41C8-4C9C-AD98-EB8230F1CA88}" srcOrd="0" destOrd="0" presId="urn:microsoft.com/office/officeart/2005/8/layout/vList2"/>
    <dgm:cxn modelId="{FC572399-3E74-4FF8-BB06-FB695000FBE4}" srcId="{02134A78-D9FA-410E-9251-586A68E39F51}" destId="{B489440D-CA8F-4DC0-8194-6E14D36B4703}" srcOrd="2" destOrd="0" parTransId="{6501387A-28DB-43A2-82B2-DEDF22260FA2}" sibTransId="{CFDA8359-55A7-422A-9DC4-8AB0B1C2A5F8}"/>
    <dgm:cxn modelId="{F74F4F12-CB48-4C2D-A228-6B943ADC024F}" type="presParOf" srcId="{36592431-C24B-4700-89B1-E1B0DC53E45E}" destId="{D129C50E-46C1-42C9-95C3-F7A9382B7865}" srcOrd="0" destOrd="0" presId="urn:microsoft.com/office/officeart/2005/8/layout/vList2"/>
    <dgm:cxn modelId="{1350679E-44B6-4E1D-85CE-C154FBBA40A9}" type="presParOf" srcId="{36592431-C24B-4700-89B1-E1B0DC53E45E}" destId="{F662D983-3E60-4D84-87F8-D82F651BD9D6}" srcOrd="1" destOrd="0" presId="urn:microsoft.com/office/officeart/2005/8/layout/vList2"/>
    <dgm:cxn modelId="{0791E970-DA57-4352-832B-10EF2E9907AC}" type="presParOf" srcId="{36592431-C24B-4700-89B1-E1B0DC53E45E}" destId="{14334B01-41C8-4C9C-AD98-EB8230F1CA88}" srcOrd="2" destOrd="0" presId="urn:microsoft.com/office/officeart/2005/8/layout/vList2"/>
    <dgm:cxn modelId="{ECFB281D-FF61-4E10-BDD9-9EB3BD84DB27}" type="presParOf" srcId="{36592431-C24B-4700-89B1-E1B0DC53E45E}" destId="{3174CCBE-2E9C-455D-9356-268C05912FCB}" srcOrd="3" destOrd="0" presId="urn:microsoft.com/office/officeart/2005/8/layout/vList2"/>
    <dgm:cxn modelId="{08746BA4-B8ED-4E55-BE05-BCF35887DD34}" type="presParOf" srcId="{36592431-C24B-4700-89B1-E1B0DC53E45E}" destId="{774248B1-75FC-492A-BC83-749882DD7ED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C9706F22-6675-4440-A6B2-E0A8CE9C6A5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0895ABB-2E2D-416E-9124-4C96C1CA22EC}">
      <dgm:prSet/>
      <dgm:spPr/>
      <dgm:t>
        <a:bodyPr/>
        <a:lstStyle/>
        <a:p>
          <a:r>
            <a:rPr lang="en-US"/>
            <a:t>WEFE relevance is financial, not institutional</a:t>
          </a:r>
        </a:p>
      </dgm:t>
    </dgm:pt>
    <dgm:pt modelId="{5BA5B2D7-4859-4B12-A377-C26F05100A00}" type="parTrans" cxnId="{EE3751E8-E7D9-4FAC-A487-BC0FB0FDC652}">
      <dgm:prSet/>
      <dgm:spPr/>
      <dgm:t>
        <a:bodyPr/>
        <a:lstStyle/>
        <a:p>
          <a:endParaRPr lang="en-US"/>
        </a:p>
      </dgm:t>
    </dgm:pt>
    <dgm:pt modelId="{0E152906-6ABC-4182-870B-B15C53630E84}" type="sibTrans" cxnId="{EE3751E8-E7D9-4FAC-A487-BC0FB0FDC652}">
      <dgm:prSet/>
      <dgm:spPr/>
      <dgm:t>
        <a:bodyPr/>
        <a:lstStyle/>
        <a:p>
          <a:endParaRPr lang="en-US"/>
        </a:p>
      </dgm:t>
    </dgm:pt>
    <dgm:pt modelId="{0EC5A598-B22D-446A-A719-0726F34DB73C}">
      <dgm:prSet/>
      <dgm:spPr/>
      <dgm:t>
        <a:bodyPr/>
        <a:lstStyle/>
        <a:p>
          <a:r>
            <a:rPr lang="en-US"/>
            <a:t>Integration must change risk and returns</a:t>
          </a:r>
        </a:p>
      </dgm:t>
    </dgm:pt>
    <dgm:pt modelId="{F7C56869-203A-4B19-A9C9-33252F493272}" type="parTrans" cxnId="{9D591F30-A6B9-41F7-8162-334B04B94219}">
      <dgm:prSet/>
      <dgm:spPr/>
      <dgm:t>
        <a:bodyPr/>
        <a:lstStyle/>
        <a:p>
          <a:endParaRPr lang="en-US"/>
        </a:p>
      </dgm:t>
    </dgm:pt>
    <dgm:pt modelId="{E5D45C48-46A2-4236-881D-BC3939EDAC07}" type="sibTrans" cxnId="{9D591F30-A6B9-41F7-8162-334B04B94219}">
      <dgm:prSet/>
      <dgm:spPr/>
      <dgm:t>
        <a:bodyPr/>
        <a:lstStyle/>
        <a:p>
          <a:endParaRPr lang="en-US"/>
        </a:p>
      </dgm:t>
    </dgm:pt>
    <dgm:pt modelId="{76AE2435-7B8D-4601-9BEA-E29BFFD714C7}">
      <dgm:prSet/>
      <dgm:spPr/>
      <dgm:t>
        <a:bodyPr/>
        <a:lstStyle/>
        <a:p>
          <a:r>
            <a:rPr lang="en-US"/>
            <a:t>Strong ToC underpins credible financing</a:t>
          </a:r>
        </a:p>
      </dgm:t>
    </dgm:pt>
    <dgm:pt modelId="{B8D033A1-7F30-4C9B-A97A-4196B637537E}" type="parTrans" cxnId="{976B3D54-AAA2-41BA-A6DA-EB80753DB5AC}">
      <dgm:prSet/>
      <dgm:spPr/>
      <dgm:t>
        <a:bodyPr/>
        <a:lstStyle/>
        <a:p>
          <a:endParaRPr lang="en-US"/>
        </a:p>
      </dgm:t>
    </dgm:pt>
    <dgm:pt modelId="{BADB81F8-AE24-49EF-8CBC-695E8FF5B357}" type="sibTrans" cxnId="{976B3D54-AAA2-41BA-A6DA-EB80753DB5AC}">
      <dgm:prSet/>
      <dgm:spPr/>
      <dgm:t>
        <a:bodyPr/>
        <a:lstStyle/>
        <a:p>
          <a:endParaRPr lang="en-US"/>
        </a:p>
      </dgm:t>
    </dgm:pt>
    <dgm:pt modelId="{CBDD4550-FEC6-466A-B611-B5F4AA82CBCD}" type="pres">
      <dgm:prSet presAssocID="{C9706F22-6675-4440-A6B2-E0A8CE9C6A5E}" presName="root" presStyleCnt="0">
        <dgm:presLayoutVars>
          <dgm:dir/>
          <dgm:resizeHandles val="exact"/>
        </dgm:presLayoutVars>
      </dgm:prSet>
      <dgm:spPr/>
    </dgm:pt>
    <dgm:pt modelId="{775BDDD0-6470-4FD3-8234-3C695D9671B8}" type="pres">
      <dgm:prSet presAssocID="{E0895ABB-2E2D-416E-9124-4C96C1CA22EC}" presName="compNode" presStyleCnt="0"/>
      <dgm:spPr/>
    </dgm:pt>
    <dgm:pt modelId="{631F83AC-8131-461D-97F0-CE5B3460A45D}" type="pres">
      <dgm:prSet presAssocID="{E0895ABB-2E2D-416E-9124-4C96C1CA22EC}" presName="bgRect" presStyleLbl="bgShp" presStyleIdx="0" presStyleCnt="3"/>
      <dgm:spPr/>
    </dgm:pt>
    <dgm:pt modelId="{FA7D07BD-9BB2-4F42-A7DF-E334FA6D20BF}" type="pres">
      <dgm:prSet presAssocID="{E0895ABB-2E2D-416E-9124-4C96C1CA22E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30C8EBF1-A212-4812-9091-05C73E121C37}" type="pres">
      <dgm:prSet presAssocID="{E0895ABB-2E2D-416E-9124-4C96C1CA22EC}" presName="spaceRect" presStyleCnt="0"/>
      <dgm:spPr/>
    </dgm:pt>
    <dgm:pt modelId="{719EFC03-71C4-4E43-97F0-F3B57A3834AA}" type="pres">
      <dgm:prSet presAssocID="{E0895ABB-2E2D-416E-9124-4C96C1CA22EC}" presName="parTx" presStyleLbl="revTx" presStyleIdx="0" presStyleCnt="3">
        <dgm:presLayoutVars>
          <dgm:chMax val="0"/>
          <dgm:chPref val="0"/>
        </dgm:presLayoutVars>
      </dgm:prSet>
      <dgm:spPr/>
    </dgm:pt>
    <dgm:pt modelId="{7B805AB8-E5FF-4751-A74B-4C15E47EE2C5}" type="pres">
      <dgm:prSet presAssocID="{0E152906-6ABC-4182-870B-B15C53630E84}" presName="sibTrans" presStyleCnt="0"/>
      <dgm:spPr/>
    </dgm:pt>
    <dgm:pt modelId="{2B130F40-BB27-4DFE-ACF4-06BD3EA77EE1}" type="pres">
      <dgm:prSet presAssocID="{0EC5A598-B22D-446A-A719-0726F34DB73C}" presName="compNode" presStyleCnt="0"/>
      <dgm:spPr/>
    </dgm:pt>
    <dgm:pt modelId="{712353CA-0413-409B-914E-DDA6DC503D35}" type="pres">
      <dgm:prSet presAssocID="{0EC5A598-B22D-446A-A719-0726F34DB73C}" presName="bgRect" presStyleLbl="bgShp" presStyleIdx="1" presStyleCnt="3"/>
      <dgm:spPr/>
    </dgm:pt>
    <dgm:pt modelId="{16F52E63-FB0F-4537-86BA-503DDE5E471B}" type="pres">
      <dgm:prSet presAssocID="{0EC5A598-B22D-446A-A719-0726F34DB73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01BF08E-CE5D-4DA7-8848-FA6903FF1CBA}" type="pres">
      <dgm:prSet presAssocID="{0EC5A598-B22D-446A-A719-0726F34DB73C}" presName="spaceRect" presStyleCnt="0"/>
      <dgm:spPr/>
    </dgm:pt>
    <dgm:pt modelId="{F48EE1F2-4CA6-4B14-A769-F61C05B7AB39}" type="pres">
      <dgm:prSet presAssocID="{0EC5A598-B22D-446A-A719-0726F34DB73C}" presName="parTx" presStyleLbl="revTx" presStyleIdx="1" presStyleCnt="3">
        <dgm:presLayoutVars>
          <dgm:chMax val="0"/>
          <dgm:chPref val="0"/>
        </dgm:presLayoutVars>
      </dgm:prSet>
      <dgm:spPr/>
    </dgm:pt>
    <dgm:pt modelId="{9918542F-A90B-44D9-87C2-FD30109D71AB}" type="pres">
      <dgm:prSet presAssocID="{E5D45C48-46A2-4236-881D-BC3939EDAC07}" presName="sibTrans" presStyleCnt="0"/>
      <dgm:spPr/>
    </dgm:pt>
    <dgm:pt modelId="{67A15AD5-8021-4A02-B556-42DE1FF1F3EB}" type="pres">
      <dgm:prSet presAssocID="{76AE2435-7B8D-4601-9BEA-E29BFFD714C7}" presName="compNode" presStyleCnt="0"/>
      <dgm:spPr/>
    </dgm:pt>
    <dgm:pt modelId="{06B14C76-CFAC-474C-9B17-85F38400D79D}" type="pres">
      <dgm:prSet presAssocID="{76AE2435-7B8D-4601-9BEA-E29BFFD714C7}" presName="bgRect" presStyleLbl="bgShp" presStyleIdx="2" presStyleCnt="3"/>
      <dgm:spPr/>
    </dgm:pt>
    <dgm:pt modelId="{F9560561-6563-4503-82DF-06EC4870E686}" type="pres">
      <dgm:prSet presAssocID="{76AE2435-7B8D-4601-9BEA-E29BFFD714C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86AD657B-E9D9-402A-B483-5336FA1A5521}" type="pres">
      <dgm:prSet presAssocID="{76AE2435-7B8D-4601-9BEA-E29BFFD714C7}" presName="spaceRect" presStyleCnt="0"/>
      <dgm:spPr/>
    </dgm:pt>
    <dgm:pt modelId="{5308BF87-FD3D-4690-8B3E-FEA8BF09D990}" type="pres">
      <dgm:prSet presAssocID="{76AE2435-7B8D-4601-9BEA-E29BFFD714C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D591F30-A6B9-41F7-8162-334B04B94219}" srcId="{C9706F22-6675-4440-A6B2-E0A8CE9C6A5E}" destId="{0EC5A598-B22D-446A-A719-0726F34DB73C}" srcOrd="1" destOrd="0" parTransId="{F7C56869-203A-4B19-A9C9-33252F493272}" sibTransId="{E5D45C48-46A2-4236-881D-BC3939EDAC07}"/>
    <dgm:cxn modelId="{C77B7332-9644-4242-82DF-8324E43B3036}" type="presOf" srcId="{E0895ABB-2E2D-416E-9124-4C96C1CA22EC}" destId="{719EFC03-71C4-4E43-97F0-F3B57A3834AA}" srcOrd="0" destOrd="0" presId="urn:microsoft.com/office/officeart/2018/2/layout/IconVerticalSolidList"/>
    <dgm:cxn modelId="{976B3D54-AAA2-41BA-A6DA-EB80753DB5AC}" srcId="{C9706F22-6675-4440-A6B2-E0A8CE9C6A5E}" destId="{76AE2435-7B8D-4601-9BEA-E29BFFD714C7}" srcOrd="2" destOrd="0" parTransId="{B8D033A1-7F30-4C9B-A97A-4196B637537E}" sibTransId="{BADB81F8-AE24-49EF-8CBC-695E8FF5B357}"/>
    <dgm:cxn modelId="{A7B1F67B-2567-4BB4-A499-F7FAF689FEEC}" type="presOf" srcId="{C9706F22-6675-4440-A6B2-E0A8CE9C6A5E}" destId="{CBDD4550-FEC6-466A-B611-B5F4AA82CBCD}" srcOrd="0" destOrd="0" presId="urn:microsoft.com/office/officeart/2018/2/layout/IconVerticalSolidList"/>
    <dgm:cxn modelId="{F42A1AD6-6551-4F4F-BEEA-4D8D0D7FE019}" type="presOf" srcId="{0EC5A598-B22D-446A-A719-0726F34DB73C}" destId="{F48EE1F2-4CA6-4B14-A769-F61C05B7AB39}" srcOrd="0" destOrd="0" presId="urn:microsoft.com/office/officeart/2018/2/layout/IconVerticalSolidList"/>
    <dgm:cxn modelId="{EE3751E8-E7D9-4FAC-A487-BC0FB0FDC652}" srcId="{C9706F22-6675-4440-A6B2-E0A8CE9C6A5E}" destId="{E0895ABB-2E2D-416E-9124-4C96C1CA22EC}" srcOrd="0" destOrd="0" parTransId="{5BA5B2D7-4859-4B12-A377-C26F05100A00}" sibTransId="{0E152906-6ABC-4182-870B-B15C53630E84}"/>
    <dgm:cxn modelId="{90D7EBF8-9FC6-4941-BF10-E08A44383873}" type="presOf" srcId="{76AE2435-7B8D-4601-9BEA-E29BFFD714C7}" destId="{5308BF87-FD3D-4690-8B3E-FEA8BF09D990}" srcOrd="0" destOrd="0" presId="urn:microsoft.com/office/officeart/2018/2/layout/IconVerticalSolidList"/>
    <dgm:cxn modelId="{FA11B6B9-948F-43A0-B47E-100692E2EBD7}" type="presParOf" srcId="{CBDD4550-FEC6-466A-B611-B5F4AA82CBCD}" destId="{775BDDD0-6470-4FD3-8234-3C695D9671B8}" srcOrd="0" destOrd="0" presId="urn:microsoft.com/office/officeart/2018/2/layout/IconVerticalSolidList"/>
    <dgm:cxn modelId="{676B1E17-93A4-48CB-84B1-F49234A0A9CF}" type="presParOf" srcId="{775BDDD0-6470-4FD3-8234-3C695D9671B8}" destId="{631F83AC-8131-461D-97F0-CE5B3460A45D}" srcOrd="0" destOrd="0" presId="urn:microsoft.com/office/officeart/2018/2/layout/IconVerticalSolidList"/>
    <dgm:cxn modelId="{E25A1419-264D-4E38-BECB-6E925AD41FD8}" type="presParOf" srcId="{775BDDD0-6470-4FD3-8234-3C695D9671B8}" destId="{FA7D07BD-9BB2-4F42-A7DF-E334FA6D20BF}" srcOrd="1" destOrd="0" presId="urn:microsoft.com/office/officeart/2018/2/layout/IconVerticalSolidList"/>
    <dgm:cxn modelId="{15B12E70-99A2-4698-A4D3-0E29E6BCEE5F}" type="presParOf" srcId="{775BDDD0-6470-4FD3-8234-3C695D9671B8}" destId="{30C8EBF1-A212-4812-9091-05C73E121C37}" srcOrd="2" destOrd="0" presId="urn:microsoft.com/office/officeart/2018/2/layout/IconVerticalSolidList"/>
    <dgm:cxn modelId="{F9B27E7F-7614-4EEC-B728-A9C40416AD1F}" type="presParOf" srcId="{775BDDD0-6470-4FD3-8234-3C695D9671B8}" destId="{719EFC03-71C4-4E43-97F0-F3B57A3834AA}" srcOrd="3" destOrd="0" presId="urn:microsoft.com/office/officeart/2018/2/layout/IconVerticalSolidList"/>
    <dgm:cxn modelId="{F5960B81-A332-47B7-B84D-6D017B9229B5}" type="presParOf" srcId="{CBDD4550-FEC6-466A-B611-B5F4AA82CBCD}" destId="{7B805AB8-E5FF-4751-A74B-4C15E47EE2C5}" srcOrd="1" destOrd="0" presId="urn:microsoft.com/office/officeart/2018/2/layout/IconVerticalSolidList"/>
    <dgm:cxn modelId="{EFAB00AD-F521-4BC2-BCF4-20E352327571}" type="presParOf" srcId="{CBDD4550-FEC6-466A-B611-B5F4AA82CBCD}" destId="{2B130F40-BB27-4DFE-ACF4-06BD3EA77EE1}" srcOrd="2" destOrd="0" presId="urn:microsoft.com/office/officeart/2018/2/layout/IconVerticalSolidList"/>
    <dgm:cxn modelId="{364A57B6-ED16-4116-AAAB-AABB661BFC63}" type="presParOf" srcId="{2B130F40-BB27-4DFE-ACF4-06BD3EA77EE1}" destId="{712353CA-0413-409B-914E-DDA6DC503D35}" srcOrd="0" destOrd="0" presId="urn:microsoft.com/office/officeart/2018/2/layout/IconVerticalSolidList"/>
    <dgm:cxn modelId="{61682C53-E352-4BA9-965F-D225C6702661}" type="presParOf" srcId="{2B130F40-BB27-4DFE-ACF4-06BD3EA77EE1}" destId="{16F52E63-FB0F-4537-86BA-503DDE5E471B}" srcOrd="1" destOrd="0" presId="urn:microsoft.com/office/officeart/2018/2/layout/IconVerticalSolidList"/>
    <dgm:cxn modelId="{022906CC-F43F-4C45-8DBA-C4E28BCA52FF}" type="presParOf" srcId="{2B130F40-BB27-4DFE-ACF4-06BD3EA77EE1}" destId="{401BF08E-CE5D-4DA7-8848-FA6903FF1CBA}" srcOrd="2" destOrd="0" presId="urn:microsoft.com/office/officeart/2018/2/layout/IconVerticalSolidList"/>
    <dgm:cxn modelId="{6C29D0C8-1FE9-4D4F-A3AD-BA3167A8D03E}" type="presParOf" srcId="{2B130F40-BB27-4DFE-ACF4-06BD3EA77EE1}" destId="{F48EE1F2-4CA6-4B14-A769-F61C05B7AB39}" srcOrd="3" destOrd="0" presId="urn:microsoft.com/office/officeart/2018/2/layout/IconVerticalSolidList"/>
    <dgm:cxn modelId="{A9E4D8E0-34A6-4F9D-AC4A-39FD1F3B71F3}" type="presParOf" srcId="{CBDD4550-FEC6-466A-B611-B5F4AA82CBCD}" destId="{9918542F-A90B-44D9-87C2-FD30109D71AB}" srcOrd="3" destOrd="0" presId="urn:microsoft.com/office/officeart/2018/2/layout/IconVerticalSolidList"/>
    <dgm:cxn modelId="{02F81B5E-E94D-4126-80CC-5BEEAFA32041}" type="presParOf" srcId="{CBDD4550-FEC6-466A-B611-B5F4AA82CBCD}" destId="{67A15AD5-8021-4A02-B556-42DE1FF1F3EB}" srcOrd="4" destOrd="0" presId="urn:microsoft.com/office/officeart/2018/2/layout/IconVerticalSolidList"/>
    <dgm:cxn modelId="{9F419B6D-9DD6-44BD-B52E-CB5387B3A236}" type="presParOf" srcId="{67A15AD5-8021-4A02-B556-42DE1FF1F3EB}" destId="{06B14C76-CFAC-474C-9B17-85F38400D79D}" srcOrd="0" destOrd="0" presId="urn:microsoft.com/office/officeart/2018/2/layout/IconVerticalSolidList"/>
    <dgm:cxn modelId="{8552906D-A9D0-49AD-B931-827800B8F3B3}" type="presParOf" srcId="{67A15AD5-8021-4A02-B556-42DE1FF1F3EB}" destId="{F9560561-6563-4503-82DF-06EC4870E686}" srcOrd="1" destOrd="0" presId="urn:microsoft.com/office/officeart/2018/2/layout/IconVerticalSolidList"/>
    <dgm:cxn modelId="{1DEBF651-CDA8-4637-8022-9EF2602B7064}" type="presParOf" srcId="{67A15AD5-8021-4A02-B556-42DE1FF1F3EB}" destId="{86AD657B-E9D9-402A-B483-5336FA1A5521}" srcOrd="2" destOrd="0" presId="urn:microsoft.com/office/officeart/2018/2/layout/IconVerticalSolidList"/>
    <dgm:cxn modelId="{2D0467FE-4EFE-48B0-A51E-5237EB81B6CD}" type="presParOf" srcId="{67A15AD5-8021-4A02-B556-42DE1FF1F3EB}" destId="{5308BF87-FD3D-4690-8B3E-FEA8BF09D9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63B312-E9E2-4F04-BF7A-5CFCC6EAAA63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02A002-7206-468A-83EC-FE5A4BD2B367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Water–Energy–Food–Environment (WEFE) Nexus</a:t>
          </a:r>
        </a:p>
      </dsp:txBody>
      <dsp:txXfrm>
        <a:off x="378614" y="886531"/>
        <a:ext cx="2810360" cy="1744948"/>
      </dsp:txXfrm>
    </dsp:sp>
    <dsp:sp modelId="{9CC2B8E6-387A-4417-88B7-AFCB6FDC57BD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99BC7-27D8-426B-BAE9-3EB7EE65B299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Focus: How integration affects bankability, risk, and access to finance</a:t>
          </a:r>
        </a:p>
      </dsp:txBody>
      <dsp:txXfrm>
        <a:off x="3946203" y="886531"/>
        <a:ext cx="2810360" cy="1744948"/>
      </dsp:txXfrm>
    </dsp:sp>
    <dsp:sp modelId="{39980FBE-D939-46ED-9DE4-9EB2185A20C6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3AE8D-925C-408C-82A9-6A53D7D68DDE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Global and Egypt-focused examples</a:t>
          </a:r>
        </a:p>
      </dsp:txBody>
      <dsp:txXfrm>
        <a:off x="7513791" y="886531"/>
        <a:ext cx="2810360" cy="174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57EB0C-310D-4B60-A593-02866C75F64F}">
      <dsp:nvSpPr>
        <dsp:cNvPr id="0" name=""/>
        <dsp:cNvSpPr/>
      </dsp:nvSpPr>
      <dsp:spPr>
        <a:xfrm>
          <a:off x="0" y="0"/>
          <a:ext cx="3243262" cy="320990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857" tIns="330200" rIns="25285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Enable identification and classification of WEFE Nexus projects</a:t>
          </a:r>
        </a:p>
      </dsp:txBody>
      <dsp:txXfrm>
        <a:off x="0" y="1219762"/>
        <a:ext cx="3243262" cy="1925941"/>
      </dsp:txXfrm>
    </dsp:sp>
    <dsp:sp modelId="{FF508B1F-D5F2-4936-8E95-DE881D4857FE}">
      <dsp:nvSpPr>
        <dsp:cNvPr id="0" name=""/>
        <dsp:cNvSpPr/>
      </dsp:nvSpPr>
      <dsp:spPr>
        <a:xfrm>
          <a:off x="1140145" y="320990"/>
          <a:ext cx="962970" cy="96297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077" tIns="12700" rIns="75077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1</a:t>
          </a:r>
        </a:p>
      </dsp:txBody>
      <dsp:txXfrm>
        <a:off x="1281169" y="462014"/>
        <a:ext cx="680922" cy="680922"/>
      </dsp:txXfrm>
    </dsp:sp>
    <dsp:sp modelId="{312D5E69-46F9-45F2-AF9C-0CDFBE82F04D}">
      <dsp:nvSpPr>
        <dsp:cNvPr id="0" name=""/>
        <dsp:cNvSpPr/>
      </dsp:nvSpPr>
      <dsp:spPr>
        <a:xfrm>
          <a:off x="0" y="3209830"/>
          <a:ext cx="3243262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8FE8A2-64A6-494E-B6A6-1AD7E646CB2C}">
      <dsp:nvSpPr>
        <dsp:cNvPr id="0" name=""/>
        <dsp:cNvSpPr/>
      </dsp:nvSpPr>
      <dsp:spPr>
        <a:xfrm>
          <a:off x="3567588" y="0"/>
          <a:ext cx="3243262" cy="3209902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857" tIns="330200" rIns="25285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Understand how WEFE integration changes financial risk perception</a:t>
          </a:r>
        </a:p>
      </dsp:txBody>
      <dsp:txXfrm>
        <a:off x="3567588" y="1219762"/>
        <a:ext cx="3243262" cy="1925941"/>
      </dsp:txXfrm>
    </dsp:sp>
    <dsp:sp modelId="{B82E9A45-1786-45E4-8CFF-4AD712C7D293}">
      <dsp:nvSpPr>
        <dsp:cNvPr id="0" name=""/>
        <dsp:cNvSpPr/>
      </dsp:nvSpPr>
      <dsp:spPr>
        <a:xfrm>
          <a:off x="4707734" y="320990"/>
          <a:ext cx="962970" cy="96297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077" tIns="12700" rIns="75077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2</a:t>
          </a:r>
        </a:p>
      </dsp:txBody>
      <dsp:txXfrm>
        <a:off x="4848758" y="462014"/>
        <a:ext cx="680922" cy="680922"/>
      </dsp:txXfrm>
    </dsp:sp>
    <dsp:sp modelId="{B9BC6581-D74B-4E3C-A0B5-CE7FA3D04ACD}">
      <dsp:nvSpPr>
        <dsp:cNvPr id="0" name=""/>
        <dsp:cNvSpPr/>
      </dsp:nvSpPr>
      <dsp:spPr>
        <a:xfrm>
          <a:off x="3567588" y="3209830"/>
          <a:ext cx="3243262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847473-5665-459F-9751-AF6209CBC678}">
      <dsp:nvSpPr>
        <dsp:cNvPr id="0" name=""/>
        <dsp:cNvSpPr/>
      </dsp:nvSpPr>
      <dsp:spPr>
        <a:xfrm>
          <a:off x="7135177" y="0"/>
          <a:ext cx="3243262" cy="320990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857" tIns="330200" rIns="25285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Link WEFE classification to financing instruments and opportunities</a:t>
          </a:r>
        </a:p>
      </dsp:txBody>
      <dsp:txXfrm>
        <a:off x="7135177" y="1219762"/>
        <a:ext cx="3243262" cy="1925941"/>
      </dsp:txXfrm>
    </dsp:sp>
    <dsp:sp modelId="{78BC3526-DA41-41B8-BE8D-17A3DEA6A07C}">
      <dsp:nvSpPr>
        <dsp:cNvPr id="0" name=""/>
        <dsp:cNvSpPr/>
      </dsp:nvSpPr>
      <dsp:spPr>
        <a:xfrm>
          <a:off x="8275323" y="320990"/>
          <a:ext cx="962970" cy="96297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077" tIns="12700" rIns="75077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3</a:t>
          </a:r>
        </a:p>
      </dsp:txBody>
      <dsp:txXfrm>
        <a:off x="8416347" y="462014"/>
        <a:ext cx="680922" cy="680922"/>
      </dsp:txXfrm>
    </dsp:sp>
    <dsp:sp modelId="{086FE25E-21C6-4CAF-9BBB-D726A9716DF3}">
      <dsp:nvSpPr>
        <dsp:cNvPr id="0" name=""/>
        <dsp:cNvSpPr/>
      </dsp:nvSpPr>
      <dsp:spPr>
        <a:xfrm>
          <a:off x="7135177" y="3209830"/>
          <a:ext cx="3243262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6C24D9-AB96-441D-BBCC-C0BE6F56CE81}">
      <dsp:nvSpPr>
        <dsp:cNvPr id="0" name=""/>
        <dsp:cNvSpPr/>
      </dsp:nvSpPr>
      <dsp:spPr>
        <a:xfrm>
          <a:off x="1167993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F23EB0-54F2-45DB-86F2-A9EEE39ECA2E}">
      <dsp:nvSpPr>
        <dsp:cNvPr id="0" name=""/>
        <dsp:cNvSpPr/>
      </dsp:nvSpPr>
      <dsp:spPr>
        <a:xfrm>
          <a:off x="378109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Resource constraints translate directly into financial risk</a:t>
          </a:r>
        </a:p>
      </dsp:txBody>
      <dsp:txXfrm>
        <a:off x="378109" y="2068861"/>
        <a:ext cx="2872305" cy="720000"/>
      </dsp:txXfrm>
    </dsp:sp>
    <dsp:sp modelId="{77D09515-BE50-444B-9ECB-370F988F1827}">
      <dsp:nvSpPr>
        <dsp:cNvPr id="0" name=""/>
        <dsp:cNvSpPr/>
      </dsp:nvSpPr>
      <dsp:spPr>
        <a:xfrm>
          <a:off x="4542951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2B49CE-B3B1-445D-B8D8-37BE0A04E2A1}">
      <dsp:nvSpPr>
        <dsp:cNvPr id="0" name=""/>
        <dsp:cNvSpPr/>
      </dsp:nvSpPr>
      <dsp:spPr>
        <a:xfrm>
          <a:off x="3753067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Climate shocks affect revenues, costs, and asset performance</a:t>
          </a:r>
        </a:p>
      </dsp:txBody>
      <dsp:txXfrm>
        <a:off x="3753067" y="2068861"/>
        <a:ext cx="2872305" cy="720000"/>
      </dsp:txXfrm>
    </dsp:sp>
    <dsp:sp modelId="{D73DCD54-85A6-4B92-ABB9-6D8002E9968B}">
      <dsp:nvSpPr>
        <dsp:cNvPr id="0" name=""/>
        <dsp:cNvSpPr/>
      </dsp:nvSpPr>
      <dsp:spPr>
        <a:xfrm>
          <a:off x="7917909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AF96E5-CA3C-423D-8FD6-CAC9559F8AF7}">
      <dsp:nvSpPr>
        <dsp:cNvPr id="0" name=""/>
        <dsp:cNvSpPr/>
      </dsp:nvSpPr>
      <dsp:spPr>
        <a:xfrm>
          <a:off x="7128025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Integrated projects can improve resilience and cashflow stability</a:t>
          </a:r>
        </a:p>
      </dsp:txBody>
      <dsp:txXfrm>
        <a:off x="7128025" y="2068861"/>
        <a:ext cx="2872305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C26E28-3860-4A79-8A8E-D937A10D4001}">
      <dsp:nvSpPr>
        <dsp:cNvPr id="0" name=""/>
        <dsp:cNvSpPr/>
      </dsp:nvSpPr>
      <dsp:spPr>
        <a:xfrm>
          <a:off x="1167993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475FC-E270-4555-846F-2DFFC448322E}">
      <dsp:nvSpPr>
        <dsp:cNvPr id="0" name=""/>
        <dsp:cNvSpPr/>
      </dsp:nvSpPr>
      <dsp:spPr>
        <a:xfrm>
          <a:off x="378109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Traditional view: sectoral coordination among ministries</a:t>
          </a:r>
        </a:p>
      </dsp:txBody>
      <dsp:txXfrm>
        <a:off x="378109" y="2068861"/>
        <a:ext cx="2872305" cy="720000"/>
      </dsp:txXfrm>
    </dsp:sp>
    <dsp:sp modelId="{2FD2F1E6-5137-4D8D-9284-AAE2D104F405}">
      <dsp:nvSpPr>
        <dsp:cNvPr id="0" name=""/>
        <dsp:cNvSpPr/>
      </dsp:nvSpPr>
      <dsp:spPr>
        <a:xfrm>
          <a:off x="4542951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C64105-36B6-46A0-ABA3-8F6051B4C31E}">
      <dsp:nvSpPr>
        <dsp:cNvPr id="0" name=""/>
        <dsp:cNvSpPr/>
      </dsp:nvSpPr>
      <dsp:spPr>
        <a:xfrm>
          <a:off x="3753067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Financing view: integration must alter risk/return profile</a:t>
          </a:r>
        </a:p>
      </dsp:txBody>
      <dsp:txXfrm>
        <a:off x="3753067" y="2068861"/>
        <a:ext cx="2872305" cy="720000"/>
      </dsp:txXfrm>
    </dsp:sp>
    <dsp:sp modelId="{78D75187-7D9F-4AC5-ACEE-B2AD883B2702}">
      <dsp:nvSpPr>
        <dsp:cNvPr id="0" name=""/>
        <dsp:cNvSpPr/>
      </dsp:nvSpPr>
      <dsp:spPr>
        <a:xfrm>
          <a:off x="7917909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32AAD-78BF-46E7-8896-7F931AA067F8}">
      <dsp:nvSpPr>
        <dsp:cNvPr id="0" name=""/>
        <dsp:cNvSpPr/>
      </dsp:nvSpPr>
      <dsp:spPr>
        <a:xfrm>
          <a:off x="7128025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WEFE is relevant only if it changes financial fundamentals</a:t>
          </a:r>
        </a:p>
      </dsp:txBody>
      <dsp:txXfrm>
        <a:off x="7128025" y="2068861"/>
        <a:ext cx="2872305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D0A187-B886-4921-9DF8-8B71A67411C5}">
      <dsp:nvSpPr>
        <dsp:cNvPr id="0" name=""/>
        <dsp:cNvSpPr/>
      </dsp:nvSpPr>
      <dsp:spPr>
        <a:xfrm>
          <a:off x="610470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DBC2F-DFC2-47EB-B547-416DCB55B444}">
      <dsp:nvSpPr>
        <dsp:cNvPr id="0" name=""/>
        <dsp:cNvSpPr/>
      </dsp:nvSpPr>
      <dsp:spPr>
        <a:xfrm>
          <a:off x="1012657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402354-C5F6-4FBD-991C-89755FC33763}">
      <dsp:nvSpPr>
        <dsp:cNvPr id="0" name=""/>
        <dsp:cNvSpPr/>
      </dsp:nvSpPr>
      <dsp:spPr>
        <a:xfrm>
          <a:off x="7188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Coordination: parallel projects with separate budgets and risks</a:t>
          </a:r>
        </a:p>
      </dsp:txBody>
      <dsp:txXfrm>
        <a:off x="7188" y="2482451"/>
        <a:ext cx="3093750" cy="720000"/>
      </dsp:txXfrm>
    </dsp:sp>
    <dsp:sp modelId="{749E07FE-A949-442C-8149-33E2E58CAD59}">
      <dsp:nvSpPr>
        <dsp:cNvPr id="0" name=""/>
        <dsp:cNvSpPr/>
      </dsp:nvSpPr>
      <dsp:spPr>
        <a:xfrm>
          <a:off x="4245626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0A61F5-9C9F-4DDC-ACCE-DD72F4298A15}">
      <dsp:nvSpPr>
        <dsp:cNvPr id="0" name=""/>
        <dsp:cNvSpPr/>
      </dsp:nvSpPr>
      <dsp:spPr>
        <a:xfrm>
          <a:off x="4647813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9FABE3-F8CF-4E90-9538-ED06A3F27325}">
      <dsp:nvSpPr>
        <dsp:cNvPr id="0" name=""/>
        <dsp:cNvSpPr/>
      </dsp:nvSpPr>
      <dsp:spPr>
        <a:xfrm>
          <a:off x="3642345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Integration: shared infrastructure, costs, or revenues</a:t>
          </a:r>
        </a:p>
      </dsp:txBody>
      <dsp:txXfrm>
        <a:off x="3642345" y="2482451"/>
        <a:ext cx="3093750" cy="720000"/>
      </dsp:txXfrm>
    </dsp:sp>
    <dsp:sp modelId="{207620A8-231D-4C5B-9839-FAAC8F7B35C7}">
      <dsp:nvSpPr>
        <dsp:cNvPr id="0" name=""/>
        <dsp:cNvSpPr/>
      </dsp:nvSpPr>
      <dsp:spPr>
        <a:xfrm>
          <a:off x="7880782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09BF2A-74C6-43EB-ACB7-2056E1C1EF1F}">
      <dsp:nvSpPr>
        <dsp:cNvPr id="0" name=""/>
        <dsp:cNvSpPr/>
      </dsp:nvSpPr>
      <dsp:spPr>
        <a:xfrm>
          <a:off x="8282970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0EB7C4-7B2C-4BBA-9BE3-AF3570D7237C}">
      <dsp:nvSpPr>
        <dsp:cNvPr id="0" name=""/>
        <dsp:cNvSpPr/>
      </dsp:nvSpPr>
      <dsp:spPr>
        <a:xfrm>
          <a:off x="7277501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Financiers prioritize integration, not institutional participation</a:t>
          </a:r>
        </a:p>
      </dsp:txBody>
      <dsp:txXfrm>
        <a:off x="7277501" y="2482451"/>
        <a:ext cx="3093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C871F2-F8B8-46E9-9631-A525E80C3777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F1E8DC-D827-492D-991D-2D0197192CF2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Multiple sectors can still carry isolated risks</a:t>
          </a:r>
        </a:p>
      </dsp:txBody>
      <dsp:txXfrm>
        <a:off x="378614" y="886531"/>
        <a:ext cx="2810360" cy="1744948"/>
      </dsp:txXfrm>
    </dsp:sp>
    <dsp:sp modelId="{E95B4952-3B74-42C1-A9C6-1B4FEE143D21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FA46EB-14CE-4A42-A9DC-A82848311B7E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 automatic CAPEX or OPEX reduction</a:t>
          </a:r>
        </a:p>
      </dsp:txBody>
      <dsp:txXfrm>
        <a:off x="3946203" y="886531"/>
        <a:ext cx="2810360" cy="1744948"/>
      </dsp:txXfrm>
    </dsp:sp>
    <dsp:sp modelId="{97DF6789-2390-4F8D-A3A2-4BF341D5FF1C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35F12B-41E9-4E75-A815-E69AA47AD4F6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 guarantee of improved debt service capacity</a:t>
          </a:r>
        </a:p>
      </dsp:txBody>
      <dsp:txXfrm>
        <a:off x="7513791" y="886531"/>
        <a:ext cx="2810360" cy="17449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2AE4F8-1879-49C8-98F0-5363714C3DE6}">
      <dsp:nvSpPr>
        <dsp:cNvPr id="0" name=""/>
        <dsp:cNvSpPr/>
      </dsp:nvSpPr>
      <dsp:spPr>
        <a:xfrm>
          <a:off x="610470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E861CD-DF5A-49EB-B12F-BBABDABD99C1}">
      <dsp:nvSpPr>
        <dsp:cNvPr id="0" name=""/>
        <dsp:cNvSpPr/>
      </dsp:nvSpPr>
      <dsp:spPr>
        <a:xfrm>
          <a:off x="1012657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BCA7A-75BE-4F23-9DB1-08DE96BC89C7}">
      <dsp:nvSpPr>
        <dsp:cNvPr id="0" name=""/>
        <dsp:cNvSpPr/>
      </dsp:nvSpPr>
      <dsp:spPr>
        <a:xfrm>
          <a:off x="7188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Reduction in a material cost driver</a:t>
          </a:r>
        </a:p>
      </dsp:txBody>
      <dsp:txXfrm>
        <a:off x="7188" y="2482451"/>
        <a:ext cx="3093750" cy="720000"/>
      </dsp:txXfrm>
    </dsp:sp>
    <dsp:sp modelId="{4FDBB906-03DA-493D-AF27-07576DF39877}">
      <dsp:nvSpPr>
        <dsp:cNvPr id="0" name=""/>
        <dsp:cNvSpPr/>
      </dsp:nvSpPr>
      <dsp:spPr>
        <a:xfrm>
          <a:off x="4245626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00B735-0029-471B-8E1E-BED8784B426D}">
      <dsp:nvSpPr>
        <dsp:cNvPr id="0" name=""/>
        <dsp:cNvSpPr/>
      </dsp:nvSpPr>
      <dsp:spPr>
        <a:xfrm>
          <a:off x="4647813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8D30C-57BD-4DEB-8044-D2BEE22640EA}">
      <dsp:nvSpPr>
        <dsp:cNvPr id="0" name=""/>
        <dsp:cNvSpPr/>
      </dsp:nvSpPr>
      <dsp:spPr>
        <a:xfrm>
          <a:off x="3642345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Improved operational reliability</a:t>
          </a:r>
        </a:p>
      </dsp:txBody>
      <dsp:txXfrm>
        <a:off x="3642345" y="2482451"/>
        <a:ext cx="3093750" cy="720000"/>
      </dsp:txXfrm>
    </dsp:sp>
    <dsp:sp modelId="{CA01F3D9-752E-441A-BBCD-721A3FEF055C}">
      <dsp:nvSpPr>
        <dsp:cNvPr id="0" name=""/>
        <dsp:cNvSpPr/>
      </dsp:nvSpPr>
      <dsp:spPr>
        <a:xfrm>
          <a:off x="7880782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F4BDDB-9479-4D3C-A5C8-1E6F3FE053A4}">
      <dsp:nvSpPr>
        <dsp:cNvPr id="0" name=""/>
        <dsp:cNvSpPr/>
      </dsp:nvSpPr>
      <dsp:spPr>
        <a:xfrm>
          <a:off x="8282970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8A9953-1B5B-4D15-87EA-E70D12F41933}">
      <dsp:nvSpPr>
        <dsp:cNvPr id="0" name=""/>
        <dsp:cNvSpPr/>
      </dsp:nvSpPr>
      <dsp:spPr>
        <a:xfrm>
          <a:off x="7277501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Lower exposure to climate or resource risks</a:t>
          </a:r>
        </a:p>
      </dsp:txBody>
      <dsp:txXfrm>
        <a:off x="7277501" y="2482451"/>
        <a:ext cx="30937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EAC395-2AC2-4818-883F-EB2D9E27A1CD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BB2990-209C-46BA-9D1C-1A45F6A2F691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MDBs require quantified co-benefits for nexus projects</a:t>
          </a:r>
        </a:p>
      </dsp:txBody>
      <dsp:txXfrm>
        <a:off x="378614" y="886531"/>
        <a:ext cx="2810360" cy="1744948"/>
      </dsp:txXfrm>
    </dsp:sp>
    <dsp:sp modelId="{AD45DFC8-EC11-4F2E-8C35-4442AC828F64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EF5AD1-35F8-410F-AB6E-0746341EB82C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Climate funds assess resilience and mitigation impact</a:t>
          </a:r>
        </a:p>
      </dsp:txBody>
      <dsp:txXfrm>
        <a:off x="3946203" y="886531"/>
        <a:ext cx="2810360" cy="1744948"/>
      </dsp:txXfrm>
    </dsp:sp>
    <dsp:sp modelId="{5B176D9E-3944-4EE5-A7C4-CF77311E8C98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20313-686E-457C-A175-B5E8999A2033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Private lenders focus on cashflow and risk mitigation</a:t>
          </a:r>
        </a:p>
      </dsp:txBody>
      <dsp:txXfrm>
        <a:off x="7513791" y="886531"/>
        <a:ext cx="2810360" cy="17449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06FCF-2345-4C91-8245-8162D68BDB41}">
      <dsp:nvSpPr>
        <dsp:cNvPr id="0" name=""/>
        <dsp:cNvSpPr/>
      </dsp:nvSpPr>
      <dsp:spPr>
        <a:xfrm>
          <a:off x="1167993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16BB03-8156-4DFB-9702-00F5329C8191}">
      <dsp:nvSpPr>
        <dsp:cNvPr id="0" name=""/>
        <dsp:cNvSpPr/>
      </dsp:nvSpPr>
      <dsp:spPr>
        <a:xfrm>
          <a:off x="378109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At least one concrete integration measure</a:t>
          </a:r>
        </a:p>
      </dsp:txBody>
      <dsp:txXfrm>
        <a:off x="378109" y="2068861"/>
        <a:ext cx="2872305" cy="720000"/>
      </dsp:txXfrm>
    </dsp:sp>
    <dsp:sp modelId="{664FAAB6-7DE5-40EE-B0B9-29C0FD155B48}">
      <dsp:nvSpPr>
        <dsp:cNvPr id="0" name=""/>
        <dsp:cNvSpPr/>
      </dsp:nvSpPr>
      <dsp:spPr>
        <a:xfrm>
          <a:off x="4542951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72223-C155-4873-AED3-6FBC92DB5E53}">
      <dsp:nvSpPr>
        <dsp:cNvPr id="0" name=""/>
        <dsp:cNvSpPr/>
      </dsp:nvSpPr>
      <dsp:spPr>
        <a:xfrm>
          <a:off x="3753067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Cost reduction or reliability improvement</a:t>
          </a:r>
        </a:p>
      </dsp:txBody>
      <dsp:txXfrm>
        <a:off x="3753067" y="2068861"/>
        <a:ext cx="2872305" cy="720000"/>
      </dsp:txXfrm>
    </dsp:sp>
    <dsp:sp modelId="{F21DAD7F-A608-44C9-8078-0818EF3048FE}">
      <dsp:nvSpPr>
        <dsp:cNvPr id="0" name=""/>
        <dsp:cNvSpPr/>
      </dsp:nvSpPr>
      <dsp:spPr>
        <a:xfrm>
          <a:off x="7917909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CB7760-A868-4A74-8ED8-0321969CD8CE}">
      <dsp:nvSpPr>
        <dsp:cNvPr id="0" name=""/>
        <dsp:cNvSpPr/>
      </dsp:nvSpPr>
      <dsp:spPr>
        <a:xfrm>
          <a:off x="7128025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Risk reduction + measurable co-benefit</a:t>
          </a:r>
        </a:p>
      </dsp:txBody>
      <dsp:txXfrm>
        <a:off x="7128025" y="2068861"/>
        <a:ext cx="2872305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13B42B-84C9-4019-8366-4EC5FE3CADB6}">
      <dsp:nvSpPr>
        <dsp:cNvPr id="0" name=""/>
        <dsp:cNvSpPr/>
      </dsp:nvSpPr>
      <dsp:spPr>
        <a:xfrm>
          <a:off x="610470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39E266-2617-4DC4-BF05-14D1FE3F3962}">
      <dsp:nvSpPr>
        <dsp:cNvPr id="0" name=""/>
        <dsp:cNvSpPr/>
      </dsp:nvSpPr>
      <dsp:spPr>
        <a:xfrm>
          <a:off x="1012657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EEB9D-F432-484B-8311-B8AE2E2DEC81}">
      <dsp:nvSpPr>
        <dsp:cNvPr id="0" name=""/>
        <dsp:cNvSpPr/>
      </dsp:nvSpPr>
      <dsp:spPr>
        <a:xfrm>
          <a:off x="7188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Technical integration (e.g. energy–water)</a:t>
          </a:r>
        </a:p>
      </dsp:txBody>
      <dsp:txXfrm>
        <a:off x="7188" y="2482451"/>
        <a:ext cx="3093750" cy="720000"/>
      </dsp:txXfrm>
    </dsp:sp>
    <dsp:sp modelId="{36F68DFC-A844-4793-ACD7-CD64078DEC34}">
      <dsp:nvSpPr>
        <dsp:cNvPr id="0" name=""/>
        <dsp:cNvSpPr/>
      </dsp:nvSpPr>
      <dsp:spPr>
        <a:xfrm>
          <a:off x="4245626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A7B54F-6A1E-427D-9213-0E64455A25D2}">
      <dsp:nvSpPr>
        <dsp:cNvPr id="0" name=""/>
        <dsp:cNvSpPr/>
      </dsp:nvSpPr>
      <dsp:spPr>
        <a:xfrm>
          <a:off x="4647813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A9AEAC-1E05-42DB-BC0C-33AA4AC4B8FF}">
      <dsp:nvSpPr>
        <dsp:cNvPr id="0" name=""/>
        <dsp:cNvSpPr/>
      </dsp:nvSpPr>
      <dsp:spPr>
        <a:xfrm>
          <a:off x="3642345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Operational integration (shared O&amp;M)</a:t>
          </a:r>
        </a:p>
      </dsp:txBody>
      <dsp:txXfrm>
        <a:off x="3642345" y="2482451"/>
        <a:ext cx="3093750" cy="720000"/>
      </dsp:txXfrm>
    </dsp:sp>
    <dsp:sp modelId="{7746EBB4-4D1A-4A54-B678-016395D8AAA1}">
      <dsp:nvSpPr>
        <dsp:cNvPr id="0" name=""/>
        <dsp:cNvSpPr/>
      </dsp:nvSpPr>
      <dsp:spPr>
        <a:xfrm>
          <a:off x="7880782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648399-1992-4052-A56A-4C5E54A8C7A1}">
      <dsp:nvSpPr>
        <dsp:cNvPr id="0" name=""/>
        <dsp:cNvSpPr/>
      </dsp:nvSpPr>
      <dsp:spPr>
        <a:xfrm>
          <a:off x="8282970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59CC6-CB97-4751-81FC-01EFB48F0E29}">
      <dsp:nvSpPr>
        <dsp:cNvPr id="0" name=""/>
        <dsp:cNvSpPr/>
      </dsp:nvSpPr>
      <dsp:spPr>
        <a:xfrm>
          <a:off x="7277501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Financial integration (shared revenues or savings)</a:t>
          </a:r>
        </a:p>
      </dsp:txBody>
      <dsp:txXfrm>
        <a:off x="7277501" y="2482451"/>
        <a:ext cx="309375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1C0F26-D9BD-4972-AAAD-8BBE97AB36DD}">
      <dsp:nvSpPr>
        <dsp:cNvPr id="0" name=""/>
        <dsp:cNvSpPr/>
      </dsp:nvSpPr>
      <dsp:spPr>
        <a:xfrm>
          <a:off x="610470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332AB5-D3BD-4FD1-B8E6-EE52AE2BE062}">
      <dsp:nvSpPr>
        <dsp:cNvPr id="0" name=""/>
        <dsp:cNvSpPr/>
      </dsp:nvSpPr>
      <dsp:spPr>
        <a:xfrm>
          <a:off x="1012657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89EC99-89EE-498E-ADDC-1EB89601F401}">
      <dsp:nvSpPr>
        <dsp:cNvPr id="0" name=""/>
        <dsp:cNvSpPr/>
      </dsp:nvSpPr>
      <dsp:spPr>
        <a:xfrm>
          <a:off x="7188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Water–Energy: pumping, desalination, reuse</a:t>
          </a:r>
        </a:p>
      </dsp:txBody>
      <dsp:txXfrm>
        <a:off x="7188" y="2482451"/>
        <a:ext cx="3093750" cy="720000"/>
      </dsp:txXfrm>
    </dsp:sp>
    <dsp:sp modelId="{66322C47-223C-4BC0-94B4-6DFB43B1A9B2}">
      <dsp:nvSpPr>
        <dsp:cNvPr id="0" name=""/>
        <dsp:cNvSpPr/>
      </dsp:nvSpPr>
      <dsp:spPr>
        <a:xfrm>
          <a:off x="4245626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572984-523B-4CDA-95B2-9CE9CF533245}">
      <dsp:nvSpPr>
        <dsp:cNvPr id="0" name=""/>
        <dsp:cNvSpPr/>
      </dsp:nvSpPr>
      <dsp:spPr>
        <a:xfrm>
          <a:off x="4647813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D94C8B-B0FD-4539-8891-4ACD4D82F957}">
      <dsp:nvSpPr>
        <dsp:cNvPr id="0" name=""/>
        <dsp:cNvSpPr/>
      </dsp:nvSpPr>
      <dsp:spPr>
        <a:xfrm>
          <a:off x="3642345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Water–Food: irrigation efficiency, yields</a:t>
          </a:r>
        </a:p>
      </dsp:txBody>
      <dsp:txXfrm>
        <a:off x="3642345" y="2482451"/>
        <a:ext cx="3093750" cy="720000"/>
      </dsp:txXfrm>
    </dsp:sp>
    <dsp:sp modelId="{118421DD-2142-4C3C-A347-3C6DC9450A28}">
      <dsp:nvSpPr>
        <dsp:cNvPr id="0" name=""/>
        <dsp:cNvSpPr/>
      </dsp:nvSpPr>
      <dsp:spPr>
        <a:xfrm>
          <a:off x="7880782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C5A4D5-C26D-4DC1-B446-F11B289CF6A3}">
      <dsp:nvSpPr>
        <dsp:cNvPr id="0" name=""/>
        <dsp:cNvSpPr/>
      </dsp:nvSpPr>
      <dsp:spPr>
        <a:xfrm>
          <a:off x="8282970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DAF6A7-C506-4E3A-9EDD-2E881F93FE20}">
      <dsp:nvSpPr>
        <dsp:cNvPr id="0" name=""/>
        <dsp:cNvSpPr/>
      </dsp:nvSpPr>
      <dsp:spPr>
        <a:xfrm>
          <a:off x="7277501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Energy–Food: renewables for agriculture</a:t>
          </a:r>
        </a:p>
      </dsp:txBody>
      <dsp:txXfrm>
        <a:off x="7277501" y="2482451"/>
        <a:ext cx="309375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6C83C1-8F13-48FD-9131-85A0416B5F95}">
      <dsp:nvSpPr>
        <dsp:cNvPr id="0" name=""/>
        <dsp:cNvSpPr/>
      </dsp:nvSpPr>
      <dsp:spPr>
        <a:xfrm>
          <a:off x="610470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AFD5B4-5FA3-4676-B5C1-4679B91283DB}">
      <dsp:nvSpPr>
        <dsp:cNvPr id="0" name=""/>
        <dsp:cNvSpPr/>
      </dsp:nvSpPr>
      <dsp:spPr>
        <a:xfrm>
          <a:off x="1012657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F695-3969-472F-A9DC-19A63472F491}">
      <dsp:nvSpPr>
        <dsp:cNvPr id="0" name=""/>
        <dsp:cNvSpPr/>
      </dsp:nvSpPr>
      <dsp:spPr>
        <a:xfrm>
          <a:off x="7188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Lower operating costs improve DSCR</a:t>
          </a:r>
        </a:p>
      </dsp:txBody>
      <dsp:txXfrm>
        <a:off x="7188" y="2482451"/>
        <a:ext cx="3093750" cy="720000"/>
      </dsp:txXfrm>
    </dsp:sp>
    <dsp:sp modelId="{ECB06A1A-A036-4EDD-B35C-AC372EF57046}">
      <dsp:nvSpPr>
        <dsp:cNvPr id="0" name=""/>
        <dsp:cNvSpPr/>
      </dsp:nvSpPr>
      <dsp:spPr>
        <a:xfrm>
          <a:off x="4245626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AF6A13-683A-4FF0-96C8-849AEABFA33F}">
      <dsp:nvSpPr>
        <dsp:cNvPr id="0" name=""/>
        <dsp:cNvSpPr/>
      </dsp:nvSpPr>
      <dsp:spPr>
        <a:xfrm>
          <a:off x="4647813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0C242A-8856-447E-A7FB-4A2887F1CD41}">
      <dsp:nvSpPr>
        <dsp:cNvPr id="0" name=""/>
        <dsp:cNvSpPr/>
      </dsp:nvSpPr>
      <dsp:spPr>
        <a:xfrm>
          <a:off x="3642345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Efficiency gains stabilize cashflows</a:t>
          </a:r>
        </a:p>
      </dsp:txBody>
      <dsp:txXfrm>
        <a:off x="3642345" y="2482451"/>
        <a:ext cx="3093750" cy="720000"/>
      </dsp:txXfrm>
    </dsp:sp>
    <dsp:sp modelId="{DC07FF13-B966-4F0D-8C47-96D997D59884}">
      <dsp:nvSpPr>
        <dsp:cNvPr id="0" name=""/>
        <dsp:cNvSpPr/>
      </dsp:nvSpPr>
      <dsp:spPr>
        <a:xfrm>
          <a:off x="7880782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E06D99-DBBE-4C29-BCAD-FC21D416FCC4}">
      <dsp:nvSpPr>
        <dsp:cNvPr id="0" name=""/>
        <dsp:cNvSpPr/>
      </dsp:nvSpPr>
      <dsp:spPr>
        <a:xfrm>
          <a:off x="8282970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AC5763-E17F-481B-AF65-2CA9EE6A98C8}">
      <dsp:nvSpPr>
        <dsp:cNvPr id="0" name=""/>
        <dsp:cNvSpPr/>
      </dsp:nvSpPr>
      <dsp:spPr>
        <a:xfrm>
          <a:off x="7277501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Environmental benefits enable concessional finance</a:t>
          </a:r>
        </a:p>
      </dsp:txBody>
      <dsp:txXfrm>
        <a:off x="7277501" y="2482451"/>
        <a:ext cx="309375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2661EC-962A-4C84-B863-BCDE9810C993}">
      <dsp:nvSpPr>
        <dsp:cNvPr id="0" name=""/>
        <dsp:cNvSpPr/>
      </dsp:nvSpPr>
      <dsp:spPr>
        <a:xfrm>
          <a:off x="1167993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B9A5B-7673-45E2-8234-4B89A5372C44}">
      <dsp:nvSpPr>
        <dsp:cNvPr id="0" name=""/>
        <dsp:cNvSpPr/>
      </dsp:nvSpPr>
      <dsp:spPr>
        <a:xfrm>
          <a:off x="378109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Reduced vulnerability to droughts and heatwaves</a:t>
          </a:r>
        </a:p>
      </dsp:txBody>
      <dsp:txXfrm>
        <a:off x="378109" y="2068861"/>
        <a:ext cx="2872305" cy="720000"/>
      </dsp:txXfrm>
    </dsp:sp>
    <dsp:sp modelId="{2F708CC6-2D79-4BA1-84CB-4C20AAC5D6C1}">
      <dsp:nvSpPr>
        <dsp:cNvPr id="0" name=""/>
        <dsp:cNvSpPr/>
      </dsp:nvSpPr>
      <dsp:spPr>
        <a:xfrm>
          <a:off x="4542951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F47C11-C3FC-4FBF-8018-197C42B1C913}">
      <dsp:nvSpPr>
        <dsp:cNvPr id="0" name=""/>
        <dsp:cNvSpPr/>
      </dsp:nvSpPr>
      <dsp:spPr>
        <a:xfrm>
          <a:off x="3753067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Alignment with adaptation and mitigation objectives</a:t>
          </a:r>
        </a:p>
      </dsp:txBody>
      <dsp:txXfrm>
        <a:off x="3753067" y="2068861"/>
        <a:ext cx="2872305" cy="720000"/>
      </dsp:txXfrm>
    </dsp:sp>
    <dsp:sp modelId="{BE7FA2F8-369E-408D-8B8E-77255A724FF6}">
      <dsp:nvSpPr>
        <dsp:cNvPr id="0" name=""/>
        <dsp:cNvSpPr/>
      </dsp:nvSpPr>
      <dsp:spPr>
        <a:xfrm>
          <a:off x="7917909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4A6DE-F799-496D-8505-2EB0506DAA6D}">
      <dsp:nvSpPr>
        <dsp:cNvPr id="0" name=""/>
        <dsp:cNvSpPr/>
      </dsp:nvSpPr>
      <dsp:spPr>
        <a:xfrm>
          <a:off x="7128025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Eligibility for GCF, CIF, and green bonds</a:t>
          </a:r>
        </a:p>
      </dsp:txBody>
      <dsp:txXfrm>
        <a:off x="7128025" y="2068861"/>
        <a:ext cx="2872305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0CFC52-FA91-4A53-B2AE-4E4B76E0F403}">
      <dsp:nvSpPr>
        <dsp:cNvPr id="0" name=""/>
        <dsp:cNvSpPr/>
      </dsp:nvSpPr>
      <dsp:spPr>
        <a:xfrm>
          <a:off x="610470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005634-9BED-4456-8CA3-0D13A4C15C44}">
      <dsp:nvSpPr>
        <dsp:cNvPr id="0" name=""/>
        <dsp:cNvSpPr/>
      </dsp:nvSpPr>
      <dsp:spPr>
        <a:xfrm>
          <a:off x="1012657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2FBE13-5561-4EA7-8E16-A3A6FF1F7A70}">
      <dsp:nvSpPr>
        <dsp:cNvPr id="0" name=""/>
        <dsp:cNvSpPr/>
      </dsp:nvSpPr>
      <dsp:spPr>
        <a:xfrm>
          <a:off x="7188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Infrastructure + operational measures</a:t>
          </a:r>
        </a:p>
      </dsp:txBody>
      <dsp:txXfrm>
        <a:off x="7188" y="2482451"/>
        <a:ext cx="3093750" cy="720000"/>
      </dsp:txXfrm>
    </dsp:sp>
    <dsp:sp modelId="{078E2ADB-1266-4B33-A803-C6D5C42A63EC}">
      <dsp:nvSpPr>
        <dsp:cNvPr id="0" name=""/>
        <dsp:cNvSpPr/>
      </dsp:nvSpPr>
      <dsp:spPr>
        <a:xfrm>
          <a:off x="4245626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16DC41-DEC7-48BB-A2DD-3714E6722662}">
      <dsp:nvSpPr>
        <dsp:cNvPr id="0" name=""/>
        <dsp:cNvSpPr/>
      </dsp:nvSpPr>
      <dsp:spPr>
        <a:xfrm>
          <a:off x="4647813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0F963-16A6-486F-BCB3-EA6ED0453457}">
      <dsp:nvSpPr>
        <dsp:cNvPr id="0" name=""/>
        <dsp:cNvSpPr/>
      </dsp:nvSpPr>
      <dsp:spPr>
        <a:xfrm>
          <a:off x="3642345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Digital, institutional, and financial enablers</a:t>
          </a:r>
        </a:p>
      </dsp:txBody>
      <dsp:txXfrm>
        <a:off x="3642345" y="2482451"/>
        <a:ext cx="3093750" cy="720000"/>
      </dsp:txXfrm>
    </dsp:sp>
    <dsp:sp modelId="{5CA932BA-127C-4874-A43A-FD01FCA7327F}">
      <dsp:nvSpPr>
        <dsp:cNvPr id="0" name=""/>
        <dsp:cNvSpPr/>
      </dsp:nvSpPr>
      <dsp:spPr>
        <a:xfrm>
          <a:off x="7880782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67E42-0469-4152-B2FA-918427705646}">
      <dsp:nvSpPr>
        <dsp:cNvPr id="0" name=""/>
        <dsp:cNvSpPr/>
      </dsp:nvSpPr>
      <dsp:spPr>
        <a:xfrm>
          <a:off x="8282970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7F16DE-B243-4B35-B730-14532DD0F406}">
      <dsp:nvSpPr>
        <dsp:cNvPr id="0" name=""/>
        <dsp:cNvSpPr/>
      </dsp:nvSpPr>
      <dsp:spPr>
        <a:xfrm>
          <a:off x="7277501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Packaged as a WEFE investment bundle</a:t>
          </a:r>
        </a:p>
      </dsp:txBody>
      <dsp:txXfrm>
        <a:off x="7277501" y="2482451"/>
        <a:ext cx="3093750" cy="720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AA0847-E259-4472-BD37-7F71BCD4D21B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DC2CC0-31C8-4505-A6DD-3142CA2F3B6C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8A1D10-267E-4945-982D-D1FFD7CB7BF6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Abstraction, storage, and conveyance</a:t>
          </a:r>
        </a:p>
      </dsp:txBody>
      <dsp:txXfrm>
        <a:off x="1819120" y="673"/>
        <a:ext cx="4545103" cy="1574995"/>
      </dsp:txXfrm>
    </dsp:sp>
    <dsp:sp modelId="{FE034EDB-85BD-4826-A35E-25DD2E1B6435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E061E7-3C15-40DD-94C9-35468CAD4CD3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E7C19-BCFB-4CD0-BA21-73EC7EB0F3C8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Treatment and reuse</a:t>
          </a:r>
        </a:p>
      </dsp:txBody>
      <dsp:txXfrm>
        <a:off x="1819120" y="1969418"/>
        <a:ext cx="4545103" cy="1574995"/>
      </dsp:txXfrm>
    </dsp:sp>
    <dsp:sp modelId="{CD72D9A5-7017-4DC1-8033-0F71AAC7698F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FF302E-C088-4765-981E-A1BA80FB4DEF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05450-5D63-4575-BEE2-DA5C90987600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Demand management and loss reduction</a:t>
          </a:r>
        </a:p>
      </dsp:txBody>
      <dsp:txXfrm>
        <a:off x="1819120" y="3938162"/>
        <a:ext cx="4545103" cy="157499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E6D7C8-B63D-424B-ACE7-E209947C8E3C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849F3E-3C6B-4CC8-98AC-4C9D93792BE4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168A4-3B06-4A26-AB40-94869277B37E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Renewable energy integration</a:t>
          </a:r>
        </a:p>
      </dsp:txBody>
      <dsp:txXfrm>
        <a:off x="1844034" y="682"/>
        <a:ext cx="4401230" cy="1596566"/>
      </dsp:txXfrm>
    </dsp:sp>
    <dsp:sp modelId="{C17C275D-44BE-4A19-9CB1-1399194BF87E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148934-7F8D-490E-9ACC-1C2D32C77A8C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161F8-AEDC-4892-A987-993BFDBA8680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Energy efficiency measures</a:t>
          </a:r>
        </a:p>
      </dsp:txBody>
      <dsp:txXfrm>
        <a:off x="1844034" y="1996390"/>
        <a:ext cx="4401230" cy="1596566"/>
      </dsp:txXfrm>
    </dsp:sp>
    <dsp:sp modelId="{0AD1CD3C-EDD6-4105-9BEE-5AC9688A345B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BACC8-2A97-47E3-8FA4-750D246D45B2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E18C0-5A93-48D9-BD5F-0F1D7E5A983D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Energy recovery from water systems</a:t>
          </a:r>
        </a:p>
      </dsp:txBody>
      <dsp:txXfrm>
        <a:off x="1844034" y="3992098"/>
        <a:ext cx="4401230" cy="159656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AC0A13-5D08-473D-B6DC-EB9002C59CC3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436D59-4F1D-4675-997D-54FE6673555E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6BF14-993E-4E44-A945-20B13F4EA880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Irrigation modernization</a:t>
          </a:r>
        </a:p>
      </dsp:txBody>
      <dsp:txXfrm>
        <a:off x="1819120" y="673"/>
        <a:ext cx="4545103" cy="1574995"/>
      </dsp:txXfrm>
    </dsp:sp>
    <dsp:sp modelId="{FD0914E3-445A-44AE-9757-2FA248F3482A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3428CE-2CAF-40F1-AC8E-2B7A9EA24726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7F0774-4F30-469F-B020-C71C3E88AFEA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Climate-smart agriculture practices</a:t>
          </a:r>
        </a:p>
      </dsp:txBody>
      <dsp:txXfrm>
        <a:off x="1819120" y="1969418"/>
        <a:ext cx="4545103" cy="1574995"/>
      </dsp:txXfrm>
    </dsp:sp>
    <dsp:sp modelId="{F47E594D-61AB-40CA-9483-779BFF89509E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12FAE9-C139-4D33-9AD9-30D41BB989C4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57772E-A3D0-42B2-8CCF-DB55C45941A4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Value-chain enablers (storage, processing)</a:t>
          </a:r>
        </a:p>
      </dsp:txBody>
      <dsp:txXfrm>
        <a:off x="1819120" y="3938162"/>
        <a:ext cx="4545103" cy="157499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87EA16-4B51-4560-BA32-CF55C1C65E5E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771E67-06C2-4A02-8D76-CE4C90738524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9D206D-874D-41F7-AFEC-6D4194B2AAB1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Catchment and watershed management</a:t>
          </a:r>
        </a:p>
      </dsp:txBody>
      <dsp:txXfrm>
        <a:off x="1819120" y="673"/>
        <a:ext cx="4545103" cy="1574995"/>
      </dsp:txXfrm>
    </dsp:sp>
    <dsp:sp modelId="{85986AC3-5034-4D1D-B3CE-CECDE9E10661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9E1928-87F2-4C5D-90C3-31C1C3485FD3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C48429-9F95-431F-8F1E-8FC42E021B0D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Pollution control</a:t>
          </a:r>
        </a:p>
      </dsp:txBody>
      <dsp:txXfrm>
        <a:off x="1819120" y="1969418"/>
        <a:ext cx="4545103" cy="1574995"/>
      </dsp:txXfrm>
    </dsp:sp>
    <dsp:sp modelId="{3095EC16-CDE3-4D8B-958E-DE591FC9B683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C64520-EC7F-4336-8589-25E50D505659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62DD9-3558-4DB3-87D9-CF39C3FF47B7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Nature-based solutions</a:t>
          </a:r>
        </a:p>
      </dsp:txBody>
      <dsp:txXfrm>
        <a:off x="1819120" y="3938162"/>
        <a:ext cx="4545103" cy="157499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30B44-88AC-4997-9832-B890A09D0FB6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1144C-EF3C-439B-B990-18ADC8E6B5E2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Monitoring and control systems</a:t>
          </a:r>
        </a:p>
      </dsp:txBody>
      <dsp:txXfrm>
        <a:off x="417971" y="2644140"/>
        <a:ext cx="2889450" cy="720000"/>
      </dsp:txXfrm>
    </dsp:sp>
    <dsp:sp modelId="{3024CAB8-A1AB-4611-90B3-7E6D1B5FFE7E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F364D4-F1E7-4FE5-9BD9-799F754B6F7F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Decision-support tools</a:t>
          </a:r>
        </a:p>
      </dsp:txBody>
      <dsp:txXfrm>
        <a:off x="3813075" y="2644140"/>
        <a:ext cx="2889450" cy="720000"/>
      </dsp:txXfrm>
    </dsp:sp>
    <dsp:sp modelId="{088D2CC5-39E3-4BEA-8CFB-688F88FD6F48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E8E0BF-23CC-4CDC-A2BB-ACCDD0FA74F5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MRV for financiers and climate funds</a:t>
          </a:r>
        </a:p>
      </dsp:txBody>
      <dsp:txXfrm>
        <a:off x="7208178" y="2644140"/>
        <a:ext cx="2889450" cy="72000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4A2795-CF07-46CE-8BE3-F46A3B8E8E24}">
      <dsp:nvSpPr>
        <dsp:cNvPr id="0" name=""/>
        <dsp:cNvSpPr/>
      </dsp:nvSpPr>
      <dsp:spPr>
        <a:xfrm>
          <a:off x="610470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FC421B-BA9A-4923-BCE9-8A8A9CD5D008}">
      <dsp:nvSpPr>
        <dsp:cNvPr id="0" name=""/>
        <dsp:cNvSpPr/>
      </dsp:nvSpPr>
      <dsp:spPr>
        <a:xfrm>
          <a:off x="1012657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C87D62-24F7-4EA2-8029-911FA2322C93}">
      <dsp:nvSpPr>
        <dsp:cNvPr id="0" name=""/>
        <dsp:cNvSpPr/>
      </dsp:nvSpPr>
      <dsp:spPr>
        <a:xfrm>
          <a:off x="7188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Clear roles and responsibilities</a:t>
          </a:r>
        </a:p>
      </dsp:txBody>
      <dsp:txXfrm>
        <a:off x="7188" y="2482451"/>
        <a:ext cx="3093750" cy="720000"/>
      </dsp:txXfrm>
    </dsp:sp>
    <dsp:sp modelId="{6890E92C-F1F6-47D4-B148-5457F703C548}">
      <dsp:nvSpPr>
        <dsp:cNvPr id="0" name=""/>
        <dsp:cNvSpPr/>
      </dsp:nvSpPr>
      <dsp:spPr>
        <a:xfrm>
          <a:off x="4245626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35D3BA-7352-4CED-BE09-EB6A0EEBCE5F}">
      <dsp:nvSpPr>
        <dsp:cNvPr id="0" name=""/>
        <dsp:cNvSpPr/>
      </dsp:nvSpPr>
      <dsp:spPr>
        <a:xfrm>
          <a:off x="4647813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8CF810-6D4B-4F62-B1B0-A7551C41C7E7}">
      <dsp:nvSpPr>
        <dsp:cNvPr id="0" name=""/>
        <dsp:cNvSpPr/>
      </dsp:nvSpPr>
      <dsp:spPr>
        <a:xfrm>
          <a:off x="3642345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Tariffs, permits, and safeguards</a:t>
          </a:r>
        </a:p>
      </dsp:txBody>
      <dsp:txXfrm>
        <a:off x="3642345" y="2482451"/>
        <a:ext cx="3093750" cy="720000"/>
      </dsp:txXfrm>
    </dsp:sp>
    <dsp:sp modelId="{C37F1719-D774-41AE-8B00-3E691F02A6FA}">
      <dsp:nvSpPr>
        <dsp:cNvPr id="0" name=""/>
        <dsp:cNvSpPr/>
      </dsp:nvSpPr>
      <dsp:spPr>
        <a:xfrm>
          <a:off x="7880782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447A0-ECA6-4732-83D9-99DB0173D652}">
      <dsp:nvSpPr>
        <dsp:cNvPr id="0" name=""/>
        <dsp:cNvSpPr/>
      </dsp:nvSpPr>
      <dsp:spPr>
        <a:xfrm>
          <a:off x="8282970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C2E49-B42D-4332-BE8D-BE6A80716A60}">
      <dsp:nvSpPr>
        <dsp:cNvPr id="0" name=""/>
        <dsp:cNvSpPr/>
      </dsp:nvSpPr>
      <dsp:spPr>
        <a:xfrm>
          <a:off x="7277501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Stakeholder engagement mechanisms</a:t>
          </a:r>
        </a:p>
      </dsp:txBody>
      <dsp:txXfrm>
        <a:off x="7277501" y="2482451"/>
        <a:ext cx="3093750" cy="72000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00566-F1EC-4522-8B44-A7093567F03B}">
      <dsp:nvSpPr>
        <dsp:cNvPr id="0" name=""/>
        <dsp:cNvSpPr/>
      </dsp:nvSpPr>
      <dsp:spPr>
        <a:xfrm>
          <a:off x="610470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27BD0B-D2F5-4E4B-8C44-9D3023A45217}">
      <dsp:nvSpPr>
        <dsp:cNvPr id="0" name=""/>
        <dsp:cNvSpPr/>
      </dsp:nvSpPr>
      <dsp:spPr>
        <a:xfrm>
          <a:off x="1012657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77370-9DD9-4D74-B463-60DF058EA76E}">
      <dsp:nvSpPr>
        <dsp:cNvPr id="0" name=""/>
        <dsp:cNvSpPr/>
      </dsp:nvSpPr>
      <dsp:spPr>
        <a:xfrm>
          <a:off x="7188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Capital structure and financing plan</a:t>
          </a:r>
        </a:p>
      </dsp:txBody>
      <dsp:txXfrm>
        <a:off x="7188" y="2482451"/>
        <a:ext cx="3093750" cy="720000"/>
      </dsp:txXfrm>
    </dsp:sp>
    <dsp:sp modelId="{61519323-2F80-4BEC-9E26-B38C14625F57}">
      <dsp:nvSpPr>
        <dsp:cNvPr id="0" name=""/>
        <dsp:cNvSpPr/>
      </dsp:nvSpPr>
      <dsp:spPr>
        <a:xfrm>
          <a:off x="4245626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FF6D8E-1D32-4D5A-811C-A49CB7E928C1}">
      <dsp:nvSpPr>
        <dsp:cNvPr id="0" name=""/>
        <dsp:cNvSpPr/>
      </dsp:nvSpPr>
      <dsp:spPr>
        <a:xfrm>
          <a:off x="4647813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144CF8-99A0-4132-A99B-6B97D9A405A0}">
      <dsp:nvSpPr>
        <dsp:cNvPr id="0" name=""/>
        <dsp:cNvSpPr/>
      </dsp:nvSpPr>
      <dsp:spPr>
        <a:xfrm>
          <a:off x="3642345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Revenue model and affordability</a:t>
          </a:r>
        </a:p>
      </dsp:txBody>
      <dsp:txXfrm>
        <a:off x="3642345" y="2482451"/>
        <a:ext cx="3093750" cy="720000"/>
      </dsp:txXfrm>
    </dsp:sp>
    <dsp:sp modelId="{791FFAB4-9BB4-472A-A9E2-ED076D4E370A}">
      <dsp:nvSpPr>
        <dsp:cNvPr id="0" name=""/>
        <dsp:cNvSpPr/>
      </dsp:nvSpPr>
      <dsp:spPr>
        <a:xfrm>
          <a:off x="7880782" y="7450"/>
          <a:ext cx="1887187" cy="188718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0062A6-3649-40E0-B02F-8ECDE770CEB4}">
      <dsp:nvSpPr>
        <dsp:cNvPr id="0" name=""/>
        <dsp:cNvSpPr/>
      </dsp:nvSpPr>
      <dsp:spPr>
        <a:xfrm>
          <a:off x="8282970" y="409638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E1BA5-C365-4A6A-B54D-377938C58BB2}">
      <dsp:nvSpPr>
        <dsp:cNvPr id="0" name=""/>
        <dsp:cNvSpPr/>
      </dsp:nvSpPr>
      <dsp:spPr>
        <a:xfrm>
          <a:off x="7277501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Long-term financial sustainability</a:t>
          </a:r>
        </a:p>
      </dsp:txBody>
      <dsp:txXfrm>
        <a:off x="7277501" y="2482451"/>
        <a:ext cx="3093750" cy="72000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31593B-F906-4785-AE91-F5C280A2CB52}">
      <dsp:nvSpPr>
        <dsp:cNvPr id="0" name=""/>
        <dsp:cNvSpPr/>
      </dsp:nvSpPr>
      <dsp:spPr>
        <a:xfrm>
          <a:off x="0" y="3162"/>
          <a:ext cx="6364224" cy="6479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27FC7C-32F9-48EE-8B46-623C5EC42F32}">
      <dsp:nvSpPr>
        <dsp:cNvPr id="0" name=""/>
        <dsp:cNvSpPr/>
      </dsp:nvSpPr>
      <dsp:spPr>
        <a:xfrm>
          <a:off x="196002" y="148949"/>
          <a:ext cx="356368" cy="3563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6A047-22CA-4F40-A2D5-8797899B0F4F}">
      <dsp:nvSpPr>
        <dsp:cNvPr id="0" name=""/>
        <dsp:cNvSpPr/>
      </dsp:nvSpPr>
      <dsp:spPr>
        <a:xfrm>
          <a:off x="748372" y="3162"/>
          <a:ext cx="5615119" cy="647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74" tIns="68574" rIns="68574" bIns="6857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1" kern="1200"/>
            <a:t>1. Water–Energy Integration (Critical)</a:t>
          </a:r>
          <a:endParaRPr lang="en-US" sz="1600" kern="1200"/>
        </a:p>
      </dsp:txBody>
      <dsp:txXfrm>
        <a:off x="748372" y="3162"/>
        <a:ext cx="5615119" cy="647941"/>
      </dsp:txXfrm>
    </dsp:sp>
    <dsp:sp modelId="{F2147600-DF7D-4004-99AD-98C1E3EE7283}">
      <dsp:nvSpPr>
        <dsp:cNvPr id="0" name=""/>
        <dsp:cNvSpPr/>
      </dsp:nvSpPr>
      <dsp:spPr>
        <a:xfrm>
          <a:off x="0" y="813090"/>
          <a:ext cx="6364224" cy="6479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6A2577-4FA9-4392-9AE5-47D54FE16211}">
      <dsp:nvSpPr>
        <dsp:cNvPr id="0" name=""/>
        <dsp:cNvSpPr/>
      </dsp:nvSpPr>
      <dsp:spPr>
        <a:xfrm>
          <a:off x="196002" y="958877"/>
          <a:ext cx="356368" cy="3563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0B7C1-0E5D-46A0-86F8-DBC99A7E14C5}">
      <dsp:nvSpPr>
        <dsp:cNvPr id="0" name=""/>
        <dsp:cNvSpPr/>
      </dsp:nvSpPr>
      <dsp:spPr>
        <a:xfrm>
          <a:off x="748372" y="813090"/>
          <a:ext cx="2863900" cy="647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74" tIns="68574" rIns="68574" bIns="6857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Add </a:t>
          </a:r>
          <a:r>
            <a:rPr lang="de-DE" sz="1600" b="1" kern="1200"/>
            <a:t>solar PV (1.5–2 MW)</a:t>
          </a:r>
          <a:r>
            <a:rPr lang="de-DE" sz="1600" kern="1200"/>
            <a:t> to:</a:t>
          </a:r>
          <a:endParaRPr lang="en-US" sz="1600" kern="1200"/>
        </a:p>
      </dsp:txBody>
      <dsp:txXfrm>
        <a:off x="748372" y="813090"/>
        <a:ext cx="2863900" cy="647941"/>
      </dsp:txXfrm>
    </dsp:sp>
    <dsp:sp modelId="{788219D2-CC3E-4C71-B78E-5A96384EBC20}">
      <dsp:nvSpPr>
        <dsp:cNvPr id="0" name=""/>
        <dsp:cNvSpPr/>
      </dsp:nvSpPr>
      <dsp:spPr>
        <a:xfrm>
          <a:off x="3612273" y="813090"/>
          <a:ext cx="2751218" cy="647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74" tIns="68574" rIns="68574" bIns="6857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Power pumping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Cover baseload of treatment plant</a:t>
          </a:r>
          <a:endParaRPr lang="en-US" sz="1100" kern="1200"/>
        </a:p>
      </dsp:txBody>
      <dsp:txXfrm>
        <a:off x="3612273" y="813090"/>
        <a:ext cx="2751218" cy="647941"/>
      </dsp:txXfrm>
    </dsp:sp>
    <dsp:sp modelId="{D0FCF5E5-A3BD-4D61-90CB-26D7B33470EC}">
      <dsp:nvSpPr>
        <dsp:cNvPr id="0" name=""/>
        <dsp:cNvSpPr/>
      </dsp:nvSpPr>
      <dsp:spPr>
        <a:xfrm>
          <a:off x="0" y="1623017"/>
          <a:ext cx="6364224" cy="6479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CDAF33-CC50-4D29-B9BB-4CEA431AD9E9}">
      <dsp:nvSpPr>
        <dsp:cNvPr id="0" name=""/>
        <dsp:cNvSpPr/>
      </dsp:nvSpPr>
      <dsp:spPr>
        <a:xfrm>
          <a:off x="196002" y="1768804"/>
          <a:ext cx="356368" cy="3563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E900B1-4E93-4DAC-8453-A9E12CDC7D0D}">
      <dsp:nvSpPr>
        <dsp:cNvPr id="0" name=""/>
        <dsp:cNvSpPr/>
      </dsp:nvSpPr>
      <dsp:spPr>
        <a:xfrm>
          <a:off x="748372" y="1623017"/>
          <a:ext cx="2863900" cy="647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74" tIns="68574" rIns="68574" bIns="6857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Result:</a:t>
          </a:r>
          <a:endParaRPr lang="en-US" sz="1600" kern="1200"/>
        </a:p>
      </dsp:txBody>
      <dsp:txXfrm>
        <a:off x="748372" y="1623017"/>
        <a:ext cx="2863900" cy="647941"/>
      </dsp:txXfrm>
    </dsp:sp>
    <dsp:sp modelId="{2C6918DF-E67C-4F85-B6C8-6130FEBC0174}">
      <dsp:nvSpPr>
        <dsp:cNvPr id="0" name=""/>
        <dsp:cNvSpPr/>
      </dsp:nvSpPr>
      <dsp:spPr>
        <a:xfrm>
          <a:off x="3612273" y="1623017"/>
          <a:ext cx="2751218" cy="647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74" tIns="68574" rIns="68574" bIns="6857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30–40% OPEX reduction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Improved DSCR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Lower exposure to energy price volatility</a:t>
          </a:r>
          <a:endParaRPr lang="en-US" sz="1100" kern="1200"/>
        </a:p>
      </dsp:txBody>
      <dsp:txXfrm>
        <a:off x="3612273" y="1623017"/>
        <a:ext cx="2751218" cy="647941"/>
      </dsp:txXfrm>
    </dsp:sp>
    <dsp:sp modelId="{49941FC3-8E42-44E1-8D6A-197EF02CC7AC}">
      <dsp:nvSpPr>
        <dsp:cNvPr id="0" name=""/>
        <dsp:cNvSpPr/>
      </dsp:nvSpPr>
      <dsp:spPr>
        <a:xfrm>
          <a:off x="0" y="2432945"/>
          <a:ext cx="6364224" cy="6479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47505-DB3B-4FBF-904C-67984811E4FD}">
      <dsp:nvSpPr>
        <dsp:cNvPr id="0" name=""/>
        <dsp:cNvSpPr/>
      </dsp:nvSpPr>
      <dsp:spPr>
        <a:xfrm>
          <a:off x="196002" y="2578731"/>
          <a:ext cx="356368" cy="3563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5DF9A-E424-4688-85E1-DD2D0DB620D2}">
      <dsp:nvSpPr>
        <dsp:cNvPr id="0" name=""/>
        <dsp:cNvSpPr/>
      </dsp:nvSpPr>
      <dsp:spPr>
        <a:xfrm>
          <a:off x="748372" y="2432945"/>
          <a:ext cx="5615119" cy="647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74" tIns="68574" rIns="68574" bIns="6857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1" kern="1200"/>
            <a:t>2. Water–Food Integration</a:t>
          </a:r>
          <a:endParaRPr lang="en-US" sz="1600" kern="1200"/>
        </a:p>
      </dsp:txBody>
      <dsp:txXfrm>
        <a:off x="748372" y="2432945"/>
        <a:ext cx="5615119" cy="647941"/>
      </dsp:txXfrm>
    </dsp:sp>
    <dsp:sp modelId="{F792D1D1-83F8-4740-8900-19449F16C9E0}">
      <dsp:nvSpPr>
        <dsp:cNvPr id="0" name=""/>
        <dsp:cNvSpPr/>
      </dsp:nvSpPr>
      <dsp:spPr>
        <a:xfrm>
          <a:off x="0" y="3242872"/>
          <a:ext cx="6364224" cy="64794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A392B6-8CE0-46E1-A801-F0D61D274F1C}">
      <dsp:nvSpPr>
        <dsp:cNvPr id="0" name=""/>
        <dsp:cNvSpPr/>
      </dsp:nvSpPr>
      <dsp:spPr>
        <a:xfrm>
          <a:off x="196002" y="3388659"/>
          <a:ext cx="356368" cy="35636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8B75D7-4A0C-4FD9-8504-FE862481B70F}">
      <dsp:nvSpPr>
        <dsp:cNvPr id="0" name=""/>
        <dsp:cNvSpPr/>
      </dsp:nvSpPr>
      <dsp:spPr>
        <a:xfrm>
          <a:off x="748372" y="3242872"/>
          <a:ext cx="5615119" cy="647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74" tIns="68574" rIns="68574" bIns="6857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Convert open-channel irrigation to </a:t>
          </a:r>
          <a:r>
            <a:rPr lang="de-DE" sz="1600" b="1" kern="1200"/>
            <a:t>pressurized drip systems</a:t>
          </a:r>
          <a:endParaRPr lang="en-US" sz="1600" kern="1200"/>
        </a:p>
      </dsp:txBody>
      <dsp:txXfrm>
        <a:off x="748372" y="3242872"/>
        <a:ext cx="5615119" cy="647941"/>
      </dsp:txXfrm>
    </dsp:sp>
    <dsp:sp modelId="{2765A8D3-CD24-4058-93C6-DC0D4016A4AB}">
      <dsp:nvSpPr>
        <dsp:cNvPr id="0" name=""/>
        <dsp:cNvSpPr/>
      </dsp:nvSpPr>
      <dsp:spPr>
        <a:xfrm>
          <a:off x="0" y="4052799"/>
          <a:ext cx="6364224" cy="64794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72B1F-60C7-4AB3-B5EB-E0131AE32A7B}">
      <dsp:nvSpPr>
        <dsp:cNvPr id="0" name=""/>
        <dsp:cNvSpPr/>
      </dsp:nvSpPr>
      <dsp:spPr>
        <a:xfrm>
          <a:off x="196002" y="4198586"/>
          <a:ext cx="356368" cy="35636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C0C064-9DA9-4730-BBF5-0C51FD9E549D}">
      <dsp:nvSpPr>
        <dsp:cNvPr id="0" name=""/>
        <dsp:cNvSpPr/>
      </dsp:nvSpPr>
      <dsp:spPr>
        <a:xfrm>
          <a:off x="748372" y="4052799"/>
          <a:ext cx="5615119" cy="647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74" tIns="68574" rIns="68574" bIns="6857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Use treated wastewater nutrients (partial fertigation)</a:t>
          </a:r>
          <a:endParaRPr lang="en-US" sz="1600" kern="1200"/>
        </a:p>
      </dsp:txBody>
      <dsp:txXfrm>
        <a:off x="748372" y="4052799"/>
        <a:ext cx="5615119" cy="647941"/>
      </dsp:txXfrm>
    </dsp:sp>
    <dsp:sp modelId="{0B895313-2312-418B-8876-B926BC506EEF}">
      <dsp:nvSpPr>
        <dsp:cNvPr id="0" name=""/>
        <dsp:cNvSpPr/>
      </dsp:nvSpPr>
      <dsp:spPr>
        <a:xfrm>
          <a:off x="0" y="4862727"/>
          <a:ext cx="6364224" cy="6479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7A9270-F40D-4CF9-A686-80D2692A038C}">
      <dsp:nvSpPr>
        <dsp:cNvPr id="0" name=""/>
        <dsp:cNvSpPr/>
      </dsp:nvSpPr>
      <dsp:spPr>
        <a:xfrm>
          <a:off x="196002" y="5008514"/>
          <a:ext cx="356368" cy="35636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5D4220-6D37-4F31-B203-D6DFFB3FB2B0}">
      <dsp:nvSpPr>
        <dsp:cNvPr id="0" name=""/>
        <dsp:cNvSpPr/>
      </dsp:nvSpPr>
      <dsp:spPr>
        <a:xfrm>
          <a:off x="748372" y="4862727"/>
          <a:ext cx="2863900" cy="647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74" tIns="68574" rIns="68574" bIns="6857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Result:</a:t>
          </a:r>
          <a:endParaRPr lang="en-US" sz="1600" kern="1200"/>
        </a:p>
      </dsp:txBody>
      <dsp:txXfrm>
        <a:off x="748372" y="4862727"/>
        <a:ext cx="2863900" cy="647941"/>
      </dsp:txXfrm>
    </dsp:sp>
    <dsp:sp modelId="{3D639CC5-0879-438B-935D-E69433076798}">
      <dsp:nvSpPr>
        <dsp:cNvPr id="0" name=""/>
        <dsp:cNvSpPr/>
      </dsp:nvSpPr>
      <dsp:spPr>
        <a:xfrm>
          <a:off x="3612273" y="4862727"/>
          <a:ext cx="2751218" cy="647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74" tIns="68574" rIns="68574" bIns="6857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Higher yields (+15–25%)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Reduced fertilizer costs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Stronger farmer repayment capacity</a:t>
          </a:r>
          <a:endParaRPr lang="en-US" sz="1100" kern="1200"/>
        </a:p>
      </dsp:txBody>
      <dsp:txXfrm>
        <a:off x="3612273" y="4862727"/>
        <a:ext cx="2751218" cy="64794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92B657-789E-4B4E-A769-F2E6F007151E}">
      <dsp:nvSpPr>
        <dsp:cNvPr id="0" name=""/>
        <dsp:cNvSpPr/>
      </dsp:nvSpPr>
      <dsp:spPr>
        <a:xfrm>
          <a:off x="0" y="3257"/>
          <a:ext cx="6651253" cy="5468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D7AFF5-27E7-4EF8-94BB-A43CCB69BE2A}">
      <dsp:nvSpPr>
        <dsp:cNvPr id="0" name=""/>
        <dsp:cNvSpPr/>
      </dsp:nvSpPr>
      <dsp:spPr>
        <a:xfrm>
          <a:off x="165436" y="126309"/>
          <a:ext cx="300793" cy="3007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07317-D131-49AF-BCFA-5B68CB205C9D}">
      <dsp:nvSpPr>
        <dsp:cNvPr id="0" name=""/>
        <dsp:cNvSpPr/>
      </dsp:nvSpPr>
      <dsp:spPr>
        <a:xfrm>
          <a:off x="631666" y="3257"/>
          <a:ext cx="6018969" cy="546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80" tIns="57880" rIns="57880" bIns="578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1" kern="1200"/>
            <a:t>3. Water–Ecosystem Integration</a:t>
          </a:r>
          <a:endParaRPr lang="en-US" sz="1600" kern="1200"/>
        </a:p>
      </dsp:txBody>
      <dsp:txXfrm>
        <a:off x="631666" y="3257"/>
        <a:ext cx="6018969" cy="546897"/>
      </dsp:txXfrm>
    </dsp:sp>
    <dsp:sp modelId="{C7B81FA8-AF1C-463C-B017-CA6ECDADD4C8}">
      <dsp:nvSpPr>
        <dsp:cNvPr id="0" name=""/>
        <dsp:cNvSpPr/>
      </dsp:nvSpPr>
      <dsp:spPr>
        <a:xfrm>
          <a:off x="0" y="686879"/>
          <a:ext cx="6651253" cy="5468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57EDF5-51AD-497F-A109-0F23C20BED65}">
      <dsp:nvSpPr>
        <dsp:cNvPr id="0" name=""/>
        <dsp:cNvSpPr/>
      </dsp:nvSpPr>
      <dsp:spPr>
        <a:xfrm>
          <a:off x="165436" y="809931"/>
          <a:ext cx="300793" cy="3007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6E630-0A65-4F22-B1DA-6B484C53D4FE}">
      <dsp:nvSpPr>
        <dsp:cNvPr id="0" name=""/>
        <dsp:cNvSpPr/>
      </dsp:nvSpPr>
      <dsp:spPr>
        <a:xfrm>
          <a:off x="631666" y="686879"/>
          <a:ext cx="6018969" cy="546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80" tIns="57880" rIns="57880" bIns="578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Introduce </a:t>
          </a:r>
          <a:r>
            <a:rPr lang="de-DE" sz="1600" b="1" kern="1200"/>
            <a:t>nutrient recovery + discharge monitoring</a:t>
          </a:r>
          <a:endParaRPr lang="en-US" sz="1600" kern="1200"/>
        </a:p>
      </dsp:txBody>
      <dsp:txXfrm>
        <a:off x="631666" y="686879"/>
        <a:ext cx="6018969" cy="546897"/>
      </dsp:txXfrm>
    </dsp:sp>
    <dsp:sp modelId="{731256AA-636B-4244-92D4-3B90BC495AE5}">
      <dsp:nvSpPr>
        <dsp:cNvPr id="0" name=""/>
        <dsp:cNvSpPr/>
      </dsp:nvSpPr>
      <dsp:spPr>
        <a:xfrm>
          <a:off x="0" y="1370501"/>
          <a:ext cx="6651253" cy="5468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45A629-5A23-4786-82B9-C89CEC159A52}">
      <dsp:nvSpPr>
        <dsp:cNvPr id="0" name=""/>
        <dsp:cNvSpPr/>
      </dsp:nvSpPr>
      <dsp:spPr>
        <a:xfrm>
          <a:off x="165436" y="1493552"/>
          <a:ext cx="300793" cy="3007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E2129-776C-4899-9261-B952E9B4898D}">
      <dsp:nvSpPr>
        <dsp:cNvPr id="0" name=""/>
        <dsp:cNvSpPr/>
      </dsp:nvSpPr>
      <dsp:spPr>
        <a:xfrm>
          <a:off x="631666" y="1370501"/>
          <a:ext cx="6018969" cy="546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80" tIns="57880" rIns="57880" bIns="578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Reduce pollution loads to drains</a:t>
          </a:r>
          <a:endParaRPr lang="en-US" sz="1600" kern="1200"/>
        </a:p>
      </dsp:txBody>
      <dsp:txXfrm>
        <a:off x="631666" y="1370501"/>
        <a:ext cx="6018969" cy="546897"/>
      </dsp:txXfrm>
    </dsp:sp>
    <dsp:sp modelId="{EE475AE2-8819-4E6C-9426-B75F669752CE}">
      <dsp:nvSpPr>
        <dsp:cNvPr id="0" name=""/>
        <dsp:cNvSpPr/>
      </dsp:nvSpPr>
      <dsp:spPr>
        <a:xfrm>
          <a:off x="0" y="2054122"/>
          <a:ext cx="6651253" cy="54689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E5140A-00C5-43F4-A5AC-F6B55EBF9CC9}">
      <dsp:nvSpPr>
        <dsp:cNvPr id="0" name=""/>
        <dsp:cNvSpPr/>
      </dsp:nvSpPr>
      <dsp:spPr>
        <a:xfrm>
          <a:off x="165436" y="2177174"/>
          <a:ext cx="300793" cy="30079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CCF3E-83EB-4E56-8DD7-BC2F275EC224}">
      <dsp:nvSpPr>
        <dsp:cNvPr id="0" name=""/>
        <dsp:cNvSpPr/>
      </dsp:nvSpPr>
      <dsp:spPr>
        <a:xfrm>
          <a:off x="631666" y="2054122"/>
          <a:ext cx="2993063" cy="546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80" tIns="57880" rIns="57880" bIns="578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Result:</a:t>
          </a:r>
          <a:endParaRPr lang="en-US" sz="1600" kern="1200"/>
        </a:p>
      </dsp:txBody>
      <dsp:txXfrm>
        <a:off x="631666" y="2054122"/>
        <a:ext cx="2993063" cy="546897"/>
      </dsp:txXfrm>
    </dsp:sp>
    <dsp:sp modelId="{B4A49850-C9FC-4224-B92D-A52BE1AAA142}">
      <dsp:nvSpPr>
        <dsp:cNvPr id="0" name=""/>
        <dsp:cNvSpPr/>
      </dsp:nvSpPr>
      <dsp:spPr>
        <a:xfrm>
          <a:off x="3624730" y="2054122"/>
          <a:ext cx="3025905" cy="546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80" tIns="57880" rIns="57880" bIns="5788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Eligibility for environmental/climate finance windows</a:t>
          </a:r>
          <a:endParaRPr lang="en-US" sz="1100" kern="1200"/>
        </a:p>
      </dsp:txBody>
      <dsp:txXfrm>
        <a:off x="3624730" y="2054122"/>
        <a:ext cx="3025905" cy="546897"/>
      </dsp:txXfrm>
    </dsp:sp>
    <dsp:sp modelId="{9F870900-5D40-488C-B88A-6850A48ECD58}">
      <dsp:nvSpPr>
        <dsp:cNvPr id="0" name=""/>
        <dsp:cNvSpPr/>
      </dsp:nvSpPr>
      <dsp:spPr>
        <a:xfrm>
          <a:off x="0" y="2737744"/>
          <a:ext cx="6651253" cy="54689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6C1C7E-F8C2-4D61-95B1-EAC97EFB81A7}">
      <dsp:nvSpPr>
        <dsp:cNvPr id="0" name=""/>
        <dsp:cNvSpPr/>
      </dsp:nvSpPr>
      <dsp:spPr>
        <a:xfrm>
          <a:off x="165436" y="2860796"/>
          <a:ext cx="300793" cy="30079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9B3DE1-C37E-4DE6-9608-C5C03BB832E2}">
      <dsp:nvSpPr>
        <dsp:cNvPr id="0" name=""/>
        <dsp:cNvSpPr/>
      </dsp:nvSpPr>
      <dsp:spPr>
        <a:xfrm>
          <a:off x="631666" y="2737744"/>
          <a:ext cx="6018969" cy="546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80" tIns="57880" rIns="57880" bIns="578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1" kern="1200"/>
            <a:t>4. Digital &amp; Financial Enablers</a:t>
          </a:r>
          <a:endParaRPr lang="en-US" sz="1600" kern="1200"/>
        </a:p>
      </dsp:txBody>
      <dsp:txXfrm>
        <a:off x="631666" y="2737744"/>
        <a:ext cx="6018969" cy="546897"/>
      </dsp:txXfrm>
    </dsp:sp>
    <dsp:sp modelId="{3C2F7C86-7FAF-46BC-8397-0386C36ECBA4}">
      <dsp:nvSpPr>
        <dsp:cNvPr id="0" name=""/>
        <dsp:cNvSpPr/>
      </dsp:nvSpPr>
      <dsp:spPr>
        <a:xfrm>
          <a:off x="0" y="3421365"/>
          <a:ext cx="6651253" cy="5468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9C69E5-6488-48A2-830E-7040C004E068}">
      <dsp:nvSpPr>
        <dsp:cNvPr id="0" name=""/>
        <dsp:cNvSpPr/>
      </dsp:nvSpPr>
      <dsp:spPr>
        <a:xfrm>
          <a:off x="165436" y="3544417"/>
          <a:ext cx="300793" cy="30079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339637-7DFB-42C7-9BC0-C00D0B83D17D}">
      <dsp:nvSpPr>
        <dsp:cNvPr id="0" name=""/>
        <dsp:cNvSpPr/>
      </dsp:nvSpPr>
      <dsp:spPr>
        <a:xfrm>
          <a:off x="631666" y="3421365"/>
          <a:ext cx="6018969" cy="546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80" tIns="57880" rIns="57880" bIns="578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Smart meters (water, energy)</a:t>
          </a:r>
          <a:endParaRPr lang="en-US" sz="1600" kern="1200"/>
        </a:p>
      </dsp:txBody>
      <dsp:txXfrm>
        <a:off x="631666" y="3421365"/>
        <a:ext cx="6018969" cy="546897"/>
      </dsp:txXfrm>
    </dsp:sp>
    <dsp:sp modelId="{A72B79BE-BECE-4B1F-9D9A-215922EA69D8}">
      <dsp:nvSpPr>
        <dsp:cNvPr id="0" name=""/>
        <dsp:cNvSpPr/>
      </dsp:nvSpPr>
      <dsp:spPr>
        <a:xfrm>
          <a:off x="0" y="4104987"/>
          <a:ext cx="6651253" cy="5468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962E7D-4138-42B8-9D03-E7EB4AF1BB5A}">
      <dsp:nvSpPr>
        <dsp:cNvPr id="0" name=""/>
        <dsp:cNvSpPr/>
      </dsp:nvSpPr>
      <dsp:spPr>
        <a:xfrm>
          <a:off x="165436" y="4228039"/>
          <a:ext cx="300793" cy="30079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240DE-1061-447B-8BAD-8E1A1A3ED1FB}">
      <dsp:nvSpPr>
        <dsp:cNvPr id="0" name=""/>
        <dsp:cNvSpPr/>
      </dsp:nvSpPr>
      <dsp:spPr>
        <a:xfrm>
          <a:off x="631666" y="4104987"/>
          <a:ext cx="2993063" cy="546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80" tIns="57880" rIns="57880" bIns="578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MRV system for:</a:t>
          </a:r>
          <a:endParaRPr lang="en-US" sz="1600" kern="1200"/>
        </a:p>
      </dsp:txBody>
      <dsp:txXfrm>
        <a:off x="631666" y="4104987"/>
        <a:ext cx="2993063" cy="546897"/>
      </dsp:txXfrm>
    </dsp:sp>
    <dsp:sp modelId="{A8988FC4-931C-42F2-9589-2C5235B6B0D0}">
      <dsp:nvSpPr>
        <dsp:cNvPr id="0" name=""/>
        <dsp:cNvSpPr/>
      </dsp:nvSpPr>
      <dsp:spPr>
        <a:xfrm>
          <a:off x="3624730" y="4104987"/>
          <a:ext cx="3025905" cy="546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80" tIns="57880" rIns="57880" bIns="5788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Water savings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Emission reduction</a:t>
          </a:r>
          <a:endParaRPr lang="en-US" sz="1100" kern="1200"/>
        </a:p>
      </dsp:txBody>
      <dsp:txXfrm>
        <a:off x="3624730" y="4104987"/>
        <a:ext cx="3025905" cy="546897"/>
      </dsp:txXfrm>
    </dsp:sp>
    <dsp:sp modelId="{58370DFE-A113-4BE9-9A72-A8B76597641D}">
      <dsp:nvSpPr>
        <dsp:cNvPr id="0" name=""/>
        <dsp:cNvSpPr/>
      </dsp:nvSpPr>
      <dsp:spPr>
        <a:xfrm>
          <a:off x="0" y="4788608"/>
          <a:ext cx="6651253" cy="5468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0B8EB4-7614-4714-A561-B778438381EA}">
      <dsp:nvSpPr>
        <dsp:cNvPr id="0" name=""/>
        <dsp:cNvSpPr/>
      </dsp:nvSpPr>
      <dsp:spPr>
        <a:xfrm>
          <a:off x="165436" y="4911660"/>
          <a:ext cx="300793" cy="300793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DF1FD-CC57-473D-AEF1-22939E067B98}">
      <dsp:nvSpPr>
        <dsp:cNvPr id="0" name=""/>
        <dsp:cNvSpPr/>
      </dsp:nvSpPr>
      <dsp:spPr>
        <a:xfrm>
          <a:off x="631666" y="4788608"/>
          <a:ext cx="2993063" cy="546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80" tIns="57880" rIns="57880" bIns="5788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Blended revenue model:</a:t>
          </a:r>
          <a:endParaRPr lang="en-US" sz="1600" kern="1200"/>
        </a:p>
      </dsp:txBody>
      <dsp:txXfrm>
        <a:off x="631666" y="4788608"/>
        <a:ext cx="2993063" cy="546897"/>
      </dsp:txXfrm>
    </dsp:sp>
    <dsp:sp modelId="{0E85DC24-7515-43A0-90DE-43F5FBD68286}">
      <dsp:nvSpPr>
        <dsp:cNvPr id="0" name=""/>
        <dsp:cNvSpPr/>
      </dsp:nvSpPr>
      <dsp:spPr>
        <a:xfrm>
          <a:off x="3624730" y="4788608"/>
          <a:ext cx="3025905" cy="5468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880" tIns="57880" rIns="57880" bIns="5788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Irrigation service fee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Energy savings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100" kern="1200"/>
            <a:t>Potential carbon/climate-linked incentives</a:t>
          </a:r>
          <a:endParaRPr lang="en-US" sz="1100" kern="1200"/>
        </a:p>
      </dsp:txBody>
      <dsp:txXfrm>
        <a:off x="3624730" y="4788608"/>
        <a:ext cx="3025905" cy="546897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EFB0EE-1048-4E6A-B559-ADB980D3BABC}">
      <dsp:nvSpPr>
        <dsp:cNvPr id="0" name=""/>
        <dsp:cNvSpPr/>
      </dsp:nvSpPr>
      <dsp:spPr>
        <a:xfrm>
          <a:off x="0" y="5783"/>
          <a:ext cx="6367912" cy="13461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5EC20-AF23-485F-AB44-D19A06EEB865}">
      <dsp:nvSpPr>
        <dsp:cNvPr id="0" name=""/>
        <dsp:cNvSpPr/>
      </dsp:nvSpPr>
      <dsp:spPr>
        <a:xfrm>
          <a:off x="407199" y="308659"/>
          <a:ext cx="740363" cy="7403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4F910-1DB6-4E37-84DF-1AC56ADA2F7F}">
      <dsp:nvSpPr>
        <dsp:cNvPr id="0" name=""/>
        <dsp:cNvSpPr/>
      </dsp:nvSpPr>
      <dsp:spPr>
        <a:xfrm>
          <a:off x="1554762" y="5783"/>
          <a:ext cx="2865560" cy="1346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464" tIns="142464" rIns="142464" bIns="14246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If</a:t>
          </a:r>
          <a:endParaRPr lang="en-US" sz="2200" kern="1200"/>
        </a:p>
      </dsp:txBody>
      <dsp:txXfrm>
        <a:off x="1554762" y="5783"/>
        <a:ext cx="2865560" cy="1346114"/>
      </dsp:txXfrm>
    </dsp:sp>
    <dsp:sp modelId="{9197F954-2212-40DD-8804-0BA964A7633F}">
      <dsp:nvSpPr>
        <dsp:cNvPr id="0" name=""/>
        <dsp:cNvSpPr/>
      </dsp:nvSpPr>
      <dsp:spPr>
        <a:xfrm>
          <a:off x="4420323" y="5783"/>
          <a:ext cx="1946069" cy="1346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464" tIns="142464" rIns="142464" bIns="14246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Wastewater is reused for irrigation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AND pumping is powered by solar energy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AND efficient irrigation reduces water and energy demand</a:t>
          </a:r>
        </a:p>
      </dsp:txBody>
      <dsp:txXfrm>
        <a:off x="4420323" y="5783"/>
        <a:ext cx="1946069" cy="1346114"/>
      </dsp:txXfrm>
    </dsp:sp>
    <dsp:sp modelId="{E1408BFE-E6E3-4E03-AAC6-E633F08C1B0E}">
      <dsp:nvSpPr>
        <dsp:cNvPr id="0" name=""/>
        <dsp:cNvSpPr/>
      </dsp:nvSpPr>
      <dsp:spPr>
        <a:xfrm>
          <a:off x="0" y="1688427"/>
          <a:ext cx="6367912" cy="13461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09E314-6CA1-4AD7-A940-23F468F1EC97}">
      <dsp:nvSpPr>
        <dsp:cNvPr id="0" name=""/>
        <dsp:cNvSpPr/>
      </dsp:nvSpPr>
      <dsp:spPr>
        <a:xfrm>
          <a:off x="407199" y="1991303"/>
          <a:ext cx="740363" cy="7403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C45BD-D8CF-45B2-8AB8-4BB45FB25A5B}">
      <dsp:nvSpPr>
        <dsp:cNvPr id="0" name=""/>
        <dsp:cNvSpPr/>
      </dsp:nvSpPr>
      <dsp:spPr>
        <a:xfrm>
          <a:off x="1554762" y="1688427"/>
          <a:ext cx="2865560" cy="1346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464" tIns="142464" rIns="142464" bIns="14246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Then</a:t>
          </a:r>
          <a:endParaRPr lang="en-US" sz="2200" kern="1200"/>
        </a:p>
      </dsp:txBody>
      <dsp:txXfrm>
        <a:off x="1554762" y="1688427"/>
        <a:ext cx="2865560" cy="1346114"/>
      </dsp:txXfrm>
    </dsp:sp>
    <dsp:sp modelId="{872860F6-FEAE-44A6-BAD4-8656D7F0F28D}">
      <dsp:nvSpPr>
        <dsp:cNvPr id="0" name=""/>
        <dsp:cNvSpPr/>
      </dsp:nvSpPr>
      <dsp:spPr>
        <a:xfrm>
          <a:off x="4420323" y="1688427"/>
          <a:ext cx="1946069" cy="1346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464" tIns="142464" rIns="142464" bIns="14246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Operating costs decline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Water supply becomes climate-resilient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Farmers’ incomes stabilize</a:t>
          </a:r>
        </a:p>
      </dsp:txBody>
      <dsp:txXfrm>
        <a:off x="4420323" y="1688427"/>
        <a:ext cx="1946069" cy="1346114"/>
      </dsp:txXfrm>
    </dsp:sp>
    <dsp:sp modelId="{94C4BDEB-6FEA-46BD-B30E-A609D6E3BA7C}">
      <dsp:nvSpPr>
        <dsp:cNvPr id="0" name=""/>
        <dsp:cNvSpPr/>
      </dsp:nvSpPr>
      <dsp:spPr>
        <a:xfrm>
          <a:off x="0" y="3371070"/>
          <a:ext cx="6367912" cy="13461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AA4C3B-F561-45D4-A5EF-2430A2D3E11A}">
      <dsp:nvSpPr>
        <dsp:cNvPr id="0" name=""/>
        <dsp:cNvSpPr/>
      </dsp:nvSpPr>
      <dsp:spPr>
        <a:xfrm>
          <a:off x="407199" y="3673946"/>
          <a:ext cx="740363" cy="7403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2EE7A-7D8E-4F81-823D-C4ABA4DE0050}">
      <dsp:nvSpPr>
        <dsp:cNvPr id="0" name=""/>
        <dsp:cNvSpPr/>
      </dsp:nvSpPr>
      <dsp:spPr>
        <a:xfrm>
          <a:off x="1554762" y="3371070"/>
          <a:ext cx="2865560" cy="1346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464" tIns="142464" rIns="142464" bIns="14246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Which leads to</a:t>
          </a:r>
          <a:endParaRPr lang="en-US" sz="2200" kern="1200"/>
        </a:p>
      </dsp:txBody>
      <dsp:txXfrm>
        <a:off x="1554762" y="3371070"/>
        <a:ext cx="2865560" cy="1346114"/>
      </dsp:txXfrm>
    </dsp:sp>
    <dsp:sp modelId="{6C6C85BD-4873-454C-B971-62A5D9D4611D}">
      <dsp:nvSpPr>
        <dsp:cNvPr id="0" name=""/>
        <dsp:cNvSpPr/>
      </dsp:nvSpPr>
      <dsp:spPr>
        <a:xfrm>
          <a:off x="4420323" y="3371070"/>
          <a:ext cx="1946069" cy="1346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464" tIns="142464" rIns="142464" bIns="14246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Improved repayment capacity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Lower default risk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Higher bankability</a:t>
          </a:r>
        </a:p>
      </dsp:txBody>
      <dsp:txXfrm>
        <a:off x="4420323" y="3371070"/>
        <a:ext cx="1946069" cy="1346114"/>
      </dsp:txXfrm>
    </dsp:sp>
    <dsp:sp modelId="{0B9AF6D8-7FFA-4AAA-B40C-E8DB27682D1B}">
      <dsp:nvSpPr>
        <dsp:cNvPr id="0" name=""/>
        <dsp:cNvSpPr/>
      </dsp:nvSpPr>
      <dsp:spPr>
        <a:xfrm>
          <a:off x="0" y="5053714"/>
          <a:ext cx="6367912" cy="13461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4D7119-5858-4DAE-BAEF-CBC1B2C7ED86}">
      <dsp:nvSpPr>
        <dsp:cNvPr id="0" name=""/>
        <dsp:cNvSpPr/>
      </dsp:nvSpPr>
      <dsp:spPr>
        <a:xfrm>
          <a:off x="407199" y="5356590"/>
          <a:ext cx="740363" cy="7403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5E2A1F-53E8-4282-9048-3B06BE04BA3A}">
      <dsp:nvSpPr>
        <dsp:cNvPr id="0" name=""/>
        <dsp:cNvSpPr/>
      </dsp:nvSpPr>
      <dsp:spPr>
        <a:xfrm>
          <a:off x="1554762" y="5053714"/>
          <a:ext cx="2865560" cy="1346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464" tIns="142464" rIns="142464" bIns="14246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Assumptions (Must Be Explicit)</a:t>
          </a:r>
          <a:endParaRPr lang="en-US" sz="2200" kern="1200"/>
        </a:p>
      </dsp:txBody>
      <dsp:txXfrm>
        <a:off x="1554762" y="5053714"/>
        <a:ext cx="2865560" cy="1346114"/>
      </dsp:txXfrm>
    </dsp:sp>
    <dsp:sp modelId="{DA32C05B-A348-4263-A246-2AB2575AD747}">
      <dsp:nvSpPr>
        <dsp:cNvPr id="0" name=""/>
        <dsp:cNvSpPr/>
      </dsp:nvSpPr>
      <dsp:spPr>
        <a:xfrm>
          <a:off x="4420323" y="5053714"/>
          <a:ext cx="1946069" cy="1346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464" tIns="142464" rIns="142464" bIns="142464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Institutional off-take agreements are enforceable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Solar O&amp;M capacity exists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Water quality standards are monitored and enforced</a:t>
          </a:r>
        </a:p>
      </dsp:txBody>
      <dsp:txXfrm>
        <a:off x="4420323" y="5053714"/>
        <a:ext cx="1946069" cy="134611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1DEF31-C2C7-4B2C-B588-8493432CDACA}">
      <dsp:nvSpPr>
        <dsp:cNvPr id="0" name=""/>
        <dsp:cNvSpPr/>
      </dsp:nvSpPr>
      <dsp:spPr>
        <a:xfrm>
          <a:off x="0" y="0"/>
          <a:ext cx="9288654" cy="110682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Purpose-designed WEFE projects</a:t>
          </a:r>
        </a:p>
      </dsp:txBody>
      <dsp:txXfrm>
        <a:off x="32418" y="32418"/>
        <a:ext cx="8094307" cy="1041985"/>
      </dsp:txXfrm>
    </dsp:sp>
    <dsp:sp modelId="{DA788119-BEA7-4AEE-8419-8BB71B41027C}">
      <dsp:nvSpPr>
        <dsp:cNvPr id="0" name=""/>
        <dsp:cNvSpPr/>
      </dsp:nvSpPr>
      <dsp:spPr>
        <a:xfrm>
          <a:off x="819587" y="1291291"/>
          <a:ext cx="9288654" cy="1106821"/>
        </a:xfrm>
        <a:prstGeom prst="roundRect">
          <a:avLst>
            <a:gd name="adj" fmla="val 1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Retrofitted WEFE projects</a:t>
          </a:r>
        </a:p>
      </dsp:txBody>
      <dsp:txXfrm>
        <a:off x="852005" y="1323709"/>
        <a:ext cx="7684797" cy="1041985"/>
      </dsp:txXfrm>
    </dsp:sp>
    <dsp:sp modelId="{BD307830-258D-4384-A1D2-347F12691D5E}">
      <dsp:nvSpPr>
        <dsp:cNvPr id="0" name=""/>
        <dsp:cNvSpPr/>
      </dsp:nvSpPr>
      <dsp:spPr>
        <a:xfrm>
          <a:off x="1639174" y="2582583"/>
          <a:ext cx="9288654" cy="1106821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Infrastructure vs operational projects</a:t>
          </a:r>
        </a:p>
      </dsp:txBody>
      <dsp:txXfrm>
        <a:off x="1671592" y="2615001"/>
        <a:ext cx="7684797" cy="1041985"/>
      </dsp:txXfrm>
    </dsp:sp>
    <dsp:sp modelId="{F777AB7A-3413-461E-950B-907C56B97642}">
      <dsp:nvSpPr>
        <dsp:cNvPr id="0" name=""/>
        <dsp:cNvSpPr/>
      </dsp:nvSpPr>
      <dsp:spPr>
        <a:xfrm>
          <a:off x="8569220" y="839339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8731092" y="839339"/>
        <a:ext cx="395689" cy="541373"/>
      </dsp:txXfrm>
    </dsp:sp>
    <dsp:sp modelId="{82934228-BB02-4BEA-8ECD-7673581932EB}">
      <dsp:nvSpPr>
        <dsp:cNvPr id="0" name=""/>
        <dsp:cNvSpPr/>
      </dsp:nvSpPr>
      <dsp:spPr>
        <a:xfrm>
          <a:off x="9388807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9550679" y="2123252"/>
        <a:ext cx="395689" cy="541373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FE0D0E-AD6C-4865-B42D-68DCB4678A97}">
      <dsp:nvSpPr>
        <dsp:cNvPr id="0" name=""/>
        <dsp:cNvSpPr/>
      </dsp:nvSpPr>
      <dsp:spPr>
        <a:xfrm>
          <a:off x="0" y="649859"/>
          <a:ext cx="5811128" cy="13922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Purpose-designed: lower risk, better integration</a:t>
          </a:r>
        </a:p>
      </dsp:txBody>
      <dsp:txXfrm>
        <a:off x="67966" y="717825"/>
        <a:ext cx="5675196" cy="1256367"/>
      </dsp:txXfrm>
    </dsp:sp>
    <dsp:sp modelId="{03CF914D-4C20-4A5F-A7D2-C7C160A2BEF6}">
      <dsp:nvSpPr>
        <dsp:cNvPr id="0" name=""/>
        <dsp:cNvSpPr/>
      </dsp:nvSpPr>
      <dsp:spPr>
        <a:xfrm>
          <a:off x="0" y="2142959"/>
          <a:ext cx="5811128" cy="139229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Retrofitted: higher execution and interface risk</a:t>
          </a:r>
        </a:p>
      </dsp:txBody>
      <dsp:txXfrm>
        <a:off x="67966" y="2210925"/>
        <a:ext cx="5675196" cy="1256367"/>
      </dsp:txXfrm>
    </dsp:sp>
    <dsp:sp modelId="{057380F0-777E-4C90-88D8-C55A9E388EF2}">
      <dsp:nvSpPr>
        <dsp:cNvPr id="0" name=""/>
        <dsp:cNvSpPr/>
      </dsp:nvSpPr>
      <dsp:spPr>
        <a:xfrm>
          <a:off x="0" y="3636059"/>
          <a:ext cx="5811128" cy="139229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Financing terms differ accordingly</a:t>
          </a:r>
        </a:p>
      </dsp:txBody>
      <dsp:txXfrm>
        <a:off x="67966" y="3704025"/>
        <a:ext cx="5675196" cy="1256367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26CD0-021D-481F-8696-E68A1A967CAA}">
      <dsp:nvSpPr>
        <dsp:cNvPr id="0" name=""/>
        <dsp:cNvSpPr/>
      </dsp:nvSpPr>
      <dsp:spPr>
        <a:xfrm>
          <a:off x="0" y="462209"/>
          <a:ext cx="5811128" cy="1511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Infrastructure: long tenor, asset-heavy</a:t>
          </a:r>
        </a:p>
      </dsp:txBody>
      <dsp:txXfrm>
        <a:off x="73792" y="536001"/>
        <a:ext cx="5663544" cy="1364056"/>
      </dsp:txXfrm>
    </dsp:sp>
    <dsp:sp modelId="{DF587413-91E8-4C8E-BB6E-955A0500BCF7}">
      <dsp:nvSpPr>
        <dsp:cNvPr id="0" name=""/>
        <dsp:cNvSpPr/>
      </dsp:nvSpPr>
      <dsp:spPr>
        <a:xfrm>
          <a:off x="0" y="2083289"/>
          <a:ext cx="5811128" cy="151164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Operational: efficiency-focused, shorter payback</a:t>
          </a:r>
        </a:p>
      </dsp:txBody>
      <dsp:txXfrm>
        <a:off x="73792" y="2157081"/>
        <a:ext cx="5663544" cy="1364056"/>
      </dsp:txXfrm>
    </dsp:sp>
    <dsp:sp modelId="{E06FFAD4-8CEB-479F-84B1-0E9D2D116761}">
      <dsp:nvSpPr>
        <dsp:cNvPr id="0" name=""/>
        <dsp:cNvSpPr/>
      </dsp:nvSpPr>
      <dsp:spPr>
        <a:xfrm>
          <a:off x="0" y="3704369"/>
          <a:ext cx="5811128" cy="15116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Different investor profiles</a:t>
          </a:r>
        </a:p>
      </dsp:txBody>
      <dsp:txXfrm>
        <a:off x="73792" y="3778161"/>
        <a:ext cx="5663544" cy="1364056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ECF5BC-06EB-4996-8C19-04D8EAE163C3}">
      <dsp:nvSpPr>
        <dsp:cNvPr id="0" name=""/>
        <dsp:cNvSpPr/>
      </dsp:nvSpPr>
      <dsp:spPr>
        <a:xfrm>
          <a:off x="0" y="24359"/>
          <a:ext cx="5811128" cy="17901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Integration can lower cost of capital</a:t>
          </a:r>
        </a:p>
      </dsp:txBody>
      <dsp:txXfrm>
        <a:off x="87385" y="111744"/>
        <a:ext cx="5636358" cy="1615330"/>
      </dsp:txXfrm>
    </dsp:sp>
    <dsp:sp modelId="{E656E542-9C91-4F11-A64B-69494A7674B2}">
      <dsp:nvSpPr>
        <dsp:cNvPr id="0" name=""/>
        <dsp:cNvSpPr/>
      </dsp:nvSpPr>
      <dsp:spPr>
        <a:xfrm>
          <a:off x="0" y="1944059"/>
          <a:ext cx="5811128" cy="179010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Improves eligibility for blended finance</a:t>
          </a:r>
        </a:p>
      </dsp:txBody>
      <dsp:txXfrm>
        <a:off x="87385" y="2031444"/>
        <a:ext cx="5636358" cy="1615330"/>
      </dsp:txXfrm>
    </dsp:sp>
    <dsp:sp modelId="{C54EA9AF-5915-4ED9-8D23-E0EFBDFE1C72}">
      <dsp:nvSpPr>
        <dsp:cNvPr id="0" name=""/>
        <dsp:cNvSpPr/>
      </dsp:nvSpPr>
      <dsp:spPr>
        <a:xfrm>
          <a:off x="0" y="3863759"/>
          <a:ext cx="5811128" cy="17901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Supports longer tenors</a:t>
          </a:r>
        </a:p>
      </dsp:txBody>
      <dsp:txXfrm>
        <a:off x="87385" y="3951144"/>
        <a:ext cx="5636358" cy="1615330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5BEDD4-2D9B-4CD2-A0A9-E3089F26C38E}">
      <dsp:nvSpPr>
        <dsp:cNvPr id="0" name=""/>
        <dsp:cNvSpPr/>
      </dsp:nvSpPr>
      <dsp:spPr>
        <a:xfrm>
          <a:off x="0" y="1563619"/>
          <a:ext cx="6666833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3966ED-D891-49DF-A4E3-72493FDD8002}">
      <dsp:nvSpPr>
        <dsp:cNvPr id="0" name=""/>
        <dsp:cNvSpPr/>
      </dsp:nvSpPr>
      <dsp:spPr>
        <a:xfrm>
          <a:off x="333341" y="1224139"/>
          <a:ext cx="4666783" cy="678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WEFE screening matrix</a:t>
          </a:r>
        </a:p>
      </dsp:txBody>
      <dsp:txXfrm>
        <a:off x="366485" y="1257283"/>
        <a:ext cx="4600495" cy="612672"/>
      </dsp:txXfrm>
    </dsp:sp>
    <dsp:sp modelId="{DB54719B-43B8-4D69-8250-CF7EF549D40C}">
      <dsp:nvSpPr>
        <dsp:cNvPr id="0" name=""/>
        <dsp:cNvSpPr/>
      </dsp:nvSpPr>
      <dsp:spPr>
        <a:xfrm>
          <a:off x="0" y="2606900"/>
          <a:ext cx="6666833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444AC8-5E1B-4378-A636-CDDEA785581E}">
      <dsp:nvSpPr>
        <dsp:cNvPr id="0" name=""/>
        <dsp:cNvSpPr/>
      </dsp:nvSpPr>
      <dsp:spPr>
        <a:xfrm>
          <a:off x="333341" y="2267419"/>
          <a:ext cx="4666783" cy="67896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Nexus mapping</a:t>
          </a:r>
        </a:p>
      </dsp:txBody>
      <dsp:txXfrm>
        <a:off x="366485" y="2300563"/>
        <a:ext cx="4600495" cy="612672"/>
      </dsp:txXfrm>
    </dsp:sp>
    <dsp:sp modelId="{07ADE11F-0036-43BA-B7A8-81D8AFE9E864}">
      <dsp:nvSpPr>
        <dsp:cNvPr id="0" name=""/>
        <dsp:cNvSpPr/>
      </dsp:nvSpPr>
      <dsp:spPr>
        <a:xfrm>
          <a:off x="0" y="3650180"/>
          <a:ext cx="6666833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16F096-D9A7-419B-BDF6-C85576A009F4}">
      <dsp:nvSpPr>
        <dsp:cNvPr id="0" name=""/>
        <dsp:cNvSpPr/>
      </dsp:nvSpPr>
      <dsp:spPr>
        <a:xfrm>
          <a:off x="333341" y="3310700"/>
          <a:ext cx="4666783" cy="6789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Integration and impact indicators</a:t>
          </a:r>
        </a:p>
      </dsp:txBody>
      <dsp:txXfrm>
        <a:off x="366485" y="3343844"/>
        <a:ext cx="4600495" cy="612672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EF81BB-54EC-45CD-9900-D927F89483EB}">
      <dsp:nvSpPr>
        <dsp:cNvPr id="0" name=""/>
        <dsp:cNvSpPr/>
      </dsp:nvSpPr>
      <dsp:spPr>
        <a:xfrm>
          <a:off x="520" y="1461303"/>
          <a:ext cx="2109427" cy="2531313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0" rIns="208365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Check integration across sectors</a:t>
          </a:r>
        </a:p>
      </dsp:txBody>
      <dsp:txXfrm>
        <a:off x="520" y="2473828"/>
        <a:ext cx="2109427" cy="1518787"/>
      </dsp:txXfrm>
    </dsp:sp>
    <dsp:sp modelId="{2F089DFA-F9E4-4B53-9475-2B1B873ACE1C}">
      <dsp:nvSpPr>
        <dsp:cNvPr id="0" name=""/>
        <dsp:cNvSpPr/>
      </dsp:nvSpPr>
      <dsp:spPr>
        <a:xfrm>
          <a:off x="520" y="1461303"/>
          <a:ext cx="2109427" cy="101252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165100" rIns="208365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01</a:t>
          </a:r>
        </a:p>
      </dsp:txBody>
      <dsp:txXfrm>
        <a:off x="520" y="1461303"/>
        <a:ext cx="2109427" cy="1012525"/>
      </dsp:txXfrm>
    </dsp:sp>
    <dsp:sp modelId="{1A58D481-7A10-4636-BABF-DBB04AADE358}">
      <dsp:nvSpPr>
        <dsp:cNvPr id="0" name=""/>
        <dsp:cNvSpPr/>
      </dsp:nvSpPr>
      <dsp:spPr>
        <a:xfrm>
          <a:off x="2278702" y="1461303"/>
          <a:ext cx="2109427" cy="2531313"/>
        </a:xfrm>
        <a:prstGeom prst="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0" rIns="208365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Assess financial and climate benefits</a:t>
          </a:r>
        </a:p>
      </dsp:txBody>
      <dsp:txXfrm>
        <a:off x="2278702" y="2473828"/>
        <a:ext cx="2109427" cy="1518787"/>
      </dsp:txXfrm>
    </dsp:sp>
    <dsp:sp modelId="{A8F89AF4-BF0C-49FE-AF09-F9F2621C16E3}">
      <dsp:nvSpPr>
        <dsp:cNvPr id="0" name=""/>
        <dsp:cNvSpPr/>
      </dsp:nvSpPr>
      <dsp:spPr>
        <a:xfrm>
          <a:off x="2278702" y="1461303"/>
          <a:ext cx="2109427" cy="101252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165100" rIns="208365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02</a:t>
          </a:r>
        </a:p>
      </dsp:txBody>
      <dsp:txXfrm>
        <a:off x="2278702" y="1461303"/>
        <a:ext cx="2109427" cy="1012525"/>
      </dsp:txXfrm>
    </dsp:sp>
    <dsp:sp modelId="{55040390-27A4-4FE7-9ED5-EA3D71912A7C}">
      <dsp:nvSpPr>
        <dsp:cNvPr id="0" name=""/>
        <dsp:cNvSpPr/>
      </dsp:nvSpPr>
      <dsp:spPr>
        <a:xfrm>
          <a:off x="4556884" y="1461303"/>
          <a:ext cx="2109427" cy="2531313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0" rIns="208365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Decide WEFE relevance for financiers</a:t>
          </a:r>
        </a:p>
      </dsp:txBody>
      <dsp:txXfrm>
        <a:off x="4556884" y="2473828"/>
        <a:ext cx="2109427" cy="1518787"/>
      </dsp:txXfrm>
    </dsp:sp>
    <dsp:sp modelId="{95A40810-23F2-4D4E-B64E-0F2E7CDE3ADF}">
      <dsp:nvSpPr>
        <dsp:cNvPr id="0" name=""/>
        <dsp:cNvSpPr/>
      </dsp:nvSpPr>
      <dsp:spPr>
        <a:xfrm>
          <a:off x="4556884" y="1461303"/>
          <a:ext cx="2109427" cy="101252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165100" rIns="208365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03</a:t>
          </a:r>
        </a:p>
      </dsp:txBody>
      <dsp:txXfrm>
        <a:off x="4556884" y="1461303"/>
        <a:ext cx="2109427" cy="1012525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D36472-2723-4D70-A278-46968A2041E5}">
      <dsp:nvSpPr>
        <dsp:cNvPr id="0" name=""/>
        <dsp:cNvSpPr/>
      </dsp:nvSpPr>
      <dsp:spPr>
        <a:xfrm>
          <a:off x="0" y="37309"/>
          <a:ext cx="6666833" cy="17105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Visualizes resource and financial flows</a:t>
          </a:r>
        </a:p>
      </dsp:txBody>
      <dsp:txXfrm>
        <a:off x="83502" y="120811"/>
        <a:ext cx="6499829" cy="1543536"/>
      </dsp:txXfrm>
    </dsp:sp>
    <dsp:sp modelId="{C353C60A-B979-4C89-8878-074DBB7D86C2}">
      <dsp:nvSpPr>
        <dsp:cNvPr id="0" name=""/>
        <dsp:cNvSpPr/>
      </dsp:nvSpPr>
      <dsp:spPr>
        <a:xfrm>
          <a:off x="0" y="1871689"/>
          <a:ext cx="6666833" cy="171054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Identifies leverage points</a:t>
          </a:r>
        </a:p>
      </dsp:txBody>
      <dsp:txXfrm>
        <a:off x="83502" y="1955191"/>
        <a:ext cx="6499829" cy="1543536"/>
      </dsp:txXfrm>
    </dsp:sp>
    <dsp:sp modelId="{5E73D96A-5754-4C33-A473-27EFFEA25394}">
      <dsp:nvSpPr>
        <dsp:cNvPr id="0" name=""/>
        <dsp:cNvSpPr/>
      </dsp:nvSpPr>
      <dsp:spPr>
        <a:xfrm>
          <a:off x="0" y="3706069"/>
          <a:ext cx="6666833" cy="17105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Supports investment structuring</a:t>
          </a:r>
        </a:p>
      </dsp:txBody>
      <dsp:txXfrm>
        <a:off x="83502" y="3789571"/>
        <a:ext cx="6499829" cy="1543536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49F257-1ED5-4CE4-BECD-226933714063}">
      <dsp:nvSpPr>
        <dsp:cNvPr id="0" name=""/>
        <dsp:cNvSpPr/>
      </dsp:nvSpPr>
      <dsp:spPr>
        <a:xfrm>
          <a:off x="0" y="37309"/>
          <a:ext cx="6666833" cy="17105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Cost savings and efficiency gains</a:t>
          </a:r>
        </a:p>
      </dsp:txBody>
      <dsp:txXfrm>
        <a:off x="83502" y="120811"/>
        <a:ext cx="6499829" cy="1543536"/>
      </dsp:txXfrm>
    </dsp:sp>
    <dsp:sp modelId="{49BC509A-FF62-4E4A-ABAB-29D2503B0490}">
      <dsp:nvSpPr>
        <dsp:cNvPr id="0" name=""/>
        <dsp:cNvSpPr/>
      </dsp:nvSpPr>
      <dsp:spPr>
        <a:xfrm>
          <a:off x="0" y="1871689"/>
          <a:ext cx="6666833" cy="171054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Resilience indicators</a:t>
          </a:r>
        </a:p>
      </dsp:txBody>
      <dsp:txXfrm>
        <a:off x="83502" y="1955191"/>
        <a:ext cx="6499829" cy="1543536"/>
      </dsp:txXfrm>
    </dsp:sp>
    <dsp:sp modelId="{A8976EC2-4458-40CA-839D-2B4A316E332B}">
      <dsp:nvSpPr>
        <dsp:cNvPr id="0" name=""/>
        <dsp:cNvSpPr/>
      </dsp:nvSpPr>
      <dsp:spPr>
        <a:xfrm>
          <a:off x="0" y="3706069"/>
          <a:ext cx="6666833" cy="17105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Environmental performance metrics</a:t>
          </a:r>
        </a:p>
      </dsp:txBody>
      <dsp:txXfrm>
        <a:off x="83502" y="3789571"/>
        <a:ext cx="6499829" cy="1543536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C43F61-9E90-482C-854D-8326B9396E1A}">
      <dsp:nvSpPr>
        <dsp:cNvPr id="0" name=""/>
        <dsp:cNvSpPr/>
      </dsp:nvSpPr>
      <dsp:spPr>
        <a:xfrm>
          <a:off x="0" y="997770"/>
          <a:ext cx="6900512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DC651D-B968-4850-B53C-495BE199298E}">
      <dsp:nvSpPr>
        <dsp:cNvPr id="0" name=""/>
        <dsp:cNvSpPr/>
      </dsp:nvSpPr>
      <dsp:spPr>
        <a:xfrm>
          <a:off x="345025" y="481170"/>
          <a:ext cx="4830358" cy="1033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Revenue model clarity</a:t>
          </a:r>
        </a:p>
      </dsp:txBody>
      <dsp:txXfrm>
        <a:off x="395462" y="531607"/>
        <a:ext cx="4729484" cy="932326"/>
      </dsp:txXfrm>
    </dsp:sp>
    <dsp:sp modelId="{4F137C5B-7FC6-4095-ADE0-A083351A959E}">
      <dsp:nvSpPr>
        <dsp:cNvPr id="0" name=""/>
        <dsp:cNvSpPr/>
      </dsp:nvSpPr>
      <dsp:spPr>
        <a:xfrm>
          <a:off x="0" y="2585370"/>
          <a:ext cx="6900512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CB2958-ECD9-44C6-9A65-4284E1304B50}">
      <dsp:nvSpPr>
        <dsp:cNvPr id="0" name=""/>
        <dsp:cNvSpPr/>
      </dsp:nvSpPr>
      <dsp:spPr>
        <a:xfrm>
          <a:off x="345025" y="2068770"/>
          <a:ext cx="4830358" cy="103320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Cashflow stability</a:t>
          </a:r>
        </a:p>
      </dsp:txBody>
      <dsp:txXfrm>
        <a:off x="395462" y="2119207"/>
        <a:ext cx="4729484" cy="932326"/>
      </dsp:txXfrm>
    </dsp:sp>
    <dsp:sp modelId="{E656472A-AB2B-4D22-892F-810426F2AFAF}">
      <dsp:nvSpPr>
        <dsp:cNvPr id="0" name=""/>
        <dsp:cNvSpPr/>
      </dsp:nvSpPr>
      <dsp:spPr>
        <a:xfrm>
          <a:off x="0" y="4172970"/>
          <a:ext cx="6900512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729D4F-9F3A-498A-8D8E-B436F41AFA54}">
      <dsp:nvSpPr>
        <dsp:cNvPr id="0" name=""/>
        <dsp:cNvSpPr/>
      </dsp:nvSpPr>
      <dsp:spPr>
        <a:xfrm>
          <a:off x="345025" y="3656370"/>
          <a:ext cx="4830358" cy="103320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O&amp;M readiness</a:t>
          </a:r>
        </a:p>
      </dsp:txBody>
      <dsp:txXfrm>
        <a:off x="395462" y="3706807"/>
        <a:ext cx="4729484" cy="932326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C23635-6A49-4DFA-985B-040F2D78C360}">
      <dsp:nvSpPr>
        <dsp:cNvPr id="0" name=""/>
        <dsp:cNvSpPr/>
      </dsp:nvSpPr>
      <dsp:spPr>
        <a:xfrm>
          <a:off x="0" y="15870"/>
          <a:ext cx="6900512" cy="1750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Construction and operational risks</a:t>
          </a:r>
        </a:p>
      </dsp:txBody>
      <dsp:txXfrm>
        <a:off x="85444" y="101314"/>
        <a:ext cx="6729624" cy="1579432"/>
      </dsp:txXfrm>
    </dsp:sp>
    <dsp:sp modelId="{696ACD3A-6C8D-4F82-8B85-AF7A4BBEE03C}">
      <dsp:nvSpPr>
        <dsp:cNvPr id="0" name=""/>
        <dsp:cNvSpPr/>
      </dsp:nvSpPr>
      <dsp:spPr>
        <a:xfrm>
          <a:off x="0" y="1892910"/>
          <a:ext cx="6900512" cy="175032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Climate and resource risks</a:t>
          </a:r>
        </a:p>
      </dsp:txBody>
      <dsp:txXfrm>
        <a:off x="85444" y="1978354"/>
        <a:ext cx="6729624" cy="1579432"/>
      </dsp:txXfrm>
    </dsp:sp>
    <dsp:sp modelId="{3085D13B-E2F4-4A6B-AB7B-229B7BAD323F}">
      <dsp:nvSpPr>
        <dsp:cNvPr id="0" name=""/>
        <dsp:cNvSpPr/>
      </dsp:nvSpPr>
      <dsp:spPr>
        <a:xfrm>
          <a:off x="0" y="3769950"/>
          <a:ext cx="6900512" cy="17503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Insurance, guarantees, reserves</a:t>
          </a:r>
        </a:p>
      </dsp:txBody>
      <dsp:txXfrm>
        <a:off x="85444" y="3855394"/>
        <a:ext cx="6729624" cy="1579432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61C06-1E77-4C88-9773-A028B42C75B7}">
      <dsp:nvSpPr>
        <dsp:cNvPr id="0" name=""/>
        <dsp:cNvSpPr/>
      </dsp:nvSpPr>
      <dsp:spPr>
        <a:xfrm>
          <a:off x="0" y="42282"/>
          <a:ext cx="6651253" cy="16707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Common misclassification errors</a:t>
          </a:r>
        </a:p>
      </dsp:txBody>
      <dsp:txXfrm>
        <a:off x="81560" y="123842"/>
        <a:ext cx="6488133" cy="1507639"/>
      </dsp:txXfrm>
    </dsp:sp>
    <dsp:sp modelId="{5E25BE83-5966-4C15-9D92-75555462B055}">
      <dsp:nvSpPr>
        <dsp:cNvPr id="0" name=""/>
        <dsp:cNvSpPr/>
      </dsp:nvSpPr>
      <dsp:spPr>
        <a:xfrm>
          <a:off x="0" y="1834002"/>
          <a:ext cx="6651253" cy="167075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Coordination ≠ integration</a:t>
          </a:r>
        </a:p>
      </dsp:txBody>
      <dsp:txXfrm>
        <a:off x="81560" y="1915562"/>
        <a:ext cx="6488133" cy="1507639"/>
      </dsp:txXfrm>
    </dsp:sp>
    <dsp:sp modelId="{7B6AABE3-1C21-4427-92C7-58F27ABF1D9B}">
      <dsp:nvSpPr>
        <dsp:cNvPr id="0" name=""/>
        <dsp:cNvSpPr/>
      </dsp:nvSpPr>
      <dsp:spPr>
        <a:xfrm>
          <a:off x="0" y="3625722"/>
          <a:ext cx="6651253" cy="167075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Financiers differentiate clearly</a:t>
          </a:r>
        </a:p>
      </dsp:txBody>
      <dsp:txXfrm>
        <a:off x="81560" y="3707282"/>
        <a:ext cx="6488133" cy="1507639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6D577C-4890-4397-92A4-D0CDB4124D1D}">
      <dsp:nvSpPr>
        <dsp:cNvPr id="0" name=""/>
        <dsp:cNvSpPr/>
      </dsp:nvSpPr>
      <dsp:spPr>
        <a:xfrm>
          <a:off x="0" y="651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018AEB-95FA-43EA-938D-3C4780AA8AF4}">
      <dsp:nvSpPr>
        <dsp:cNvPr id="0" name=""/>
        <dsp:cNvSpPr/>
      </dsp:nvSpPr>
      <dsp:spPr>
        <a:xfrm>
          <a:off x="461309" y="343774"/>
          <a:ext cx="838743" cy="838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1FC2FF-2A81-4377-902E-56AD4BF3AAE1}">
      <dsp:nvSpPr>
        <dsp:cNvPr id="0" name=""/>
        <dsp:cNvSpPr/>
      </dsp:nvSpPr>
      <dsp:spPr>
        <a:xfrm>
          <a:off x="1761361" y="651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 quantified financial impact</a:t>
          </a:r>
        </a:p>
      </dsp:txBody>
      <dsp:txXfrm>
        <a:off x="1761361" y="651"/>
        <a:ext cx="4889891" cy="1524988"/>
      </dsp:txXfrm>
    </dsp:sp>
    <dsp:sp modelId="{3D6CC4DC-9556-44F4-A7C2-7FB369D0CF1A}">
      <dsp:nvSpPr>
        <dsp:cNvPr id="0" name=""/>
        <dsp:cNvSpPr/>
      </dsp:nvSpPr>
      <dsp:spPr>
        <a:xfrm>
          <a:off x="0" y="1906887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DE67EB-CDCB-4B0F-B2E2-2D5C98A9EDC0}">
      <dsp:nvSpPr>
        <dsp:cNvPr id="0" name=""/>
        <dsp:cNvSpPr/>
      </dsp:nvSpPr>
      <dsp:spPr>
        <a:xfrm>
          <a:off x="461309" y="2250010"/>
          <a:ext cx="838743" cy="838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298C0-1BD9-4AC3-98F7-DBD8ADDA8FEB}">
      <dsp:nvSpPr>
        <dsp:cNvPr id="0" name=""/>
        <dsp:cNvSpPr/>
      </dsp:nvSpPr>
      <dsp:spPr>
        <a:xfrm>
          <a:off x="1761361" y="1906887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 risk reduction evidence</a:t>
          </a:r>
        </a:p>
      </dsp:txBody>
      <dsp:txXfrm>
        <a:off x="1761361" y="1906887"/>
        <a:ext cx="4889891" cy="1524988"/>
      </dsp:txXfrm>
    </dsp:sp>
    <dsp:sp modelId="{6006EE5C-2005-4DFA-9C4F-793618415746}">
      <dsp:nvSpPr>
        <dsp:cNvPr id="0" name=""/>
        <dsp:cNvSpPr/>
      </dsp:nvSpPr>
      <dsp:spPr>
        <a:xfrm>
          <a:off x="0" y="3813123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6E386E-C9BF-496E-B4F1-EDA587C60685}">
      <dsp:nvSpPr>
        <dsp:cNvPr id="0" name=""/>
        <dsp:cNvSpPr/>
      </dsp:nvSpPr>
      <dsp:spPr>
        <a:xfrm>
          <a:off x="461309" y="4156246"/>
          <a:ext cx="838743" cy="838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6C9774-9E6C-4447-B409-945B54A89B92}">
      <dsp:nvSpPr>
        <dsp:cNvPr id="0" name=""/>
        <dsp:cNvSpPr/>
      </dsp:nvSpPr>
      <dsp:spPr>
        <a:xfrm>
          <a:off x="1761361" y="3813123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No credible monitoring framework</a:t>
          </a:r>
        </a:p>
      </dsp:txBody>
      <dsp:txXfrm>
        <a:off x="1761361" y="3813123"/>
        <a:ext cx="4889891" cy="1524988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C96F37-F40A-4EB1-A3EF-CF6A1AF56E2A}">
      <dsp:nvSpPr>
        <dsp:cNvPr id="0" name=""/>
        <dsp:cNvSpPr/>
      </dsp:nvSpPr>
      <dsp:spPr>
        <a:xfrm>
          <a:off x="0" y="42282"/>
          <a:ext cx="6651253" cy="16707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Explains how and why change happens</a:t>
          </a:r>
        </a:p>
      </dsp:txBody>
      <dsp:txXfrm>
        <a:off x="81560" y="123842"/>
        <a:ext cx="6488133" cy="1507639"/>
      </dsp:txXfrm>
    </dsp:sp>
    <dsp:sp modelId="{2FD5CB9D-1ECB-44DA-B41B-2C148308DD63}">
      <dsp:nvSpPr>
        <dsp:cNvPr id="0" name=""/>
        <dsp:cNvSpPr/>
      </dsp:nvSpPr>
      <dsp:spPr>
        <a:xfrm>
          <a:off x="0" y="1834002"/>
          <a:ext cx="6651253" cy="167075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Focus on causal pathways and assumptions</a:t>
          </a:r>
        </a:p>
      </dsp:txBody>
      <dsp:txXfrm>
        <a:off x="81560" y="1915562"/>
        <a:ext cx="6488133" cy="1507639"/>
      </dsp:txXfrm>
    </dsp:sp>
    <dsp:sp modelId="{445B1E5B-0958-4392-AEA3-EEE7126C55D2}">
      <dsp:nvSpPr>
        <dsp:cNvPr id="0" name=""/>
        <dsp:cNvSpPr/>
      </dsp:nvSpPr>
      <dsp:spPr>
        <a:xfrm>
          <a:off x="0" y="3625722"/>
          <a:ext cx="6651253" cy="167075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Foundation for WEFE project logic</a:t>
          </a:r>
        </a:p>
      </dsp:txBody>
      <dsp:txXfrm>
        <a:off x="81560" y="3707282"/>
        <a:ext cx="6488133" cy="1507639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00BA96-3B22-496E-BFA2-ABC4D3343C94}">
      <dsp:nvSpPr>
        <dsp:cNvPr id="0" name=""/>
        <dsp:cNvSpPr/>
      </dsp:nvSpPr>
      <dsp:spPr>
        <a:xfrm>
          <a:off x="0" y="651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767695-B118-4F5F-8B88-25B61D157DE8}">
      <dsp:nvSpPr>
        <dsp:cNvPr id="0" name=""/>
        <dsp:cNvSpPr/>
      </dsp:nvSpPr>
      <dsp:spPr>
        <a:xfrm>
          <a:off x="461309" y="343774"/>
          <a:ext cx="838743" cy="838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FD4C9E-07E1-4B93-A580-A743B1CB6755}">
      <dsp:nvSpPr>
        <dsp:cNvPr id="0" name=""/>
        <dsp:cNvSpPr/>
      </dsp:nvSpPr>
      <dsp:spPr>
        <a:xfrm>
          <a:off x="1761361" y="651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Integrated water–energy investments</a:t>
          </a:r>
        </a:p>
      </dsp:txBody>
      <dsp:txXfrm>
        <a:off x="1761361" y="651"/>
        <a:ext cx="4889891" cy="1524988"/>
      </dsp:txXfrm>
    </dsp:sp>
    <dsp:sp modelId="{E173A2AD-64D7-4F4F-86AA-2F679C6AE0AA}">
      <dsp:nvSpPr>
        <dsp:cNvPr id="0" name=""/>
        <dsp:cNvSpPr/>
      </dsp:nvSpPr>
      <dsp:spPr>
        <a:xfrm>
          <a:off x="0" y="1906887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311648-3DDC-4804-9CC2-BF5EE477E67F}">
      <dsp:nvSpPr>
        <dsp:cNvPr id="0" name=""/>
        <dsp:cNvSpPr/>
      </dsp:nvSpPr>
      <dsp:spPr>
        <a:xfrm>
          <a:off x="461309" y="2250010"/>
          <a:ext cx="838743" cy="838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4DC7E-905C-4543-9106-1C878F4F6F53}">
      <dsp:nvSpPr>
        <dsp:cNvPr id="0" name=""/>
        <dsp:cNvSpPr/>
      </dsp:nvSpPr>
      <dsp:spPr>
        <a:xfrm>
          <a:off x="1761361" y="1906887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Lead to cost reduction and resilience</a:t>
          </a:r>
        </a:p>
      </dsp:txBody>
      <dsp:txXfrm>
        <a:off x="1761361" y="1906887"/>
        <a:ext cx="4889891" cy="1524988"/>
      </dsp:txXfrm>
    </dsp:sp>
    <dsp:sp modelId="{1F7D3883-9A2B-4241-A0C9-539F24560086}">
      <dsp:nvSpPr>
        <dsp:cNvPr id="0" name=""/>
        <dsp:cNvSpPr/>
      </dsp:nvSpPr>
      <dsp:spPr>
        <a:xfrm>
          <a:off x="0" y="3813123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4B33EF-CD54-4AD5-8F2C-137EF8B5BE05}">
      <dsp:nvSpPr>
        <dsp:cNvPr id="0" name=""/>
        <dsp:cNvSpPr/>
      </dsp:nvSpPr>
      <dsp:spPr>
        <a:xfrm>
          <a:off x="461309" y="4156246"/>
          <a:ext cx="838743" cy="838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8FEDAC-C6F6-48C5-A46F-02C230F2C9AB}">
      <dsp:nvSpPr>
        <dsp:cNvPr id="0" name=""/>
        <dsp:cNvSpPr/>
      </dsp:nvSpPr>
      <dsp:spPr>
        <a:xfrm>
          <a:off x="1761361" y="3813123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Result in improved bankability and finance access</a:t>
          </a:r>
        </a:p>
      </dsp:txBody>
      <dsp:txXfrm>
        <a:off x="1761361" y="3813123"/>
        <a:ext cx="4889891" cy="1524988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D63B0-5C3C-481D-8F99-7600C7191006}">
      <dsp:nvSpPr>
        <dsp:cNvPr id="0" name=""/>
        <dsp:cNvSpPr/>
      </dsp:nvSpPr>
      <dsp:spPr>
        <a:xfrm>
          <a:off x="0" y="651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E7544A-833B-44E7-9E40-EE2E1F96463B}">
      <dsp:nvSpPr>
        <dsp:cNvPr id="0" name=""/>
        <dsp:cNvSpPr/>
      </dsp:nvSpPr>
      <dsp:spPr>
        <a:xfrm>
          <a:off x="461309" y="343774"/>
          <a:ext cx="838743" cy="838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E70995-6701-496C-B120-B61351DC0E75}">
      <dsp:nvSpPr>
        <dsp:cNvPr id="0" name=""/>
        <dsp:cNvSpPr/>
      </dsp:nvSpPr>
      <dsp:spPr>
        <a:xfrm>
          <a:off x="1761361" y="651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Solar-powered irrigation + reuse</a:t>
          </a:r>
        </a:p>
      </dsp:txBody>
      <dsp:txXfrm>
        <a:off x="1761361" y="651"/>
        <a:ext cx="4889891" cy="1524988"/>
      </dsp:txXfrm>
    </dsp:sp>
    <dsp:sp modelId="{FBBEE9D4-3C32-4544-B033-D56DA7ADE410}">
      <dsp:nvSpPr>
        <dsp:cNvPr id="0" name=""/>
        <dsp:cNvSpPr/>
      </dsp:nvSpPr>
      <dsp:spPr>
        <a:xfrm>
          <a:off x="0" y="1906887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D6EFEF-107B-45A3-AEBD-59580E67BC71}">
      <dsp:nvSpPr>
        <dsp:cNvPr id="0" name=""/>
        <dsp:cNvSpPr/>
      </dsp:nvSpPr>
      <dsp:spPr>
        <a:xfrm>
          <a:off x="461309" y="2250010"/>
          <a:ext cx="838743" cy="838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130FC-CC4E-427D-89F7-0E4E3D0F88CE}">
      <dsp:nvSpPr>
        <dsp:cNvPr id="0" name=""/>
        <dsp:cNvSpPr/>
      </dsp:nvSpPr>
      <dsp:spPr>
        <a:xfrm>
          <a:off x="1761361" y="1906887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Lower energy costs and water stress</a:t>
          </a:r>
        </a:p>
      </dsp:txBody>
      <dsp:txXfrm>
        <a:off x="1761361" y="1906887"/>
        <a:ext cx="4889891" cy="1524988"/>
      </dsp:txXfrm>
    </dsp:sp>
    <dsp:sp modelId="{59E11541-972B-4065-A67D-FD73849BD7E9}">
      <dsp:nvSpPr>
        <dsp:cNvPr id="0" name=""/>
        <dsp:cNvSpPr/>
      </dsp:nvSpPr>
      <dsp:spPr>
        <a:xfrm>
          <a:off x="0" y="3813123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6C1A0E-C8E5-4ADC-B066-7518FCC4C662}">
      <dsp:nvSpPr>
        <dsp:cNvPr id="0" name=""/>
        <dsp:cNvSpPr/>
      </dsp:nvSpPr>
      <dsp:spPr>
        <a:xfrm>
          <a:off x="461309" y="4156246"/>
          <a:ext cx="838743" cy="838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B02AAC-D418-4E62-A693-DC053A12817B}">
      <dsp:nvSpPr>
        <dsp:cNvPr id="0" name=""/>
        <dsp:cNvSpPr/>
      </dsp:nvSpPr>
      <dsp:spPr>
        <a:xfrm>
          <a:off x="1761361" y="3813123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Higher farm income and climate resilience</a:t>
          </a:r>
        </a:p>
      </dsp:txBody>
      <dsp:txXfrm>
        <a:off x="1761361" y="3813123"/>
        <a:ext cx="4889891" cy="1524988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71B90-7A0E-4F82-9113-E106FBB3A1DF}">
      <dsp:nvSpPr>
        <dsp:cNvPr id="0" name=""/>
        <dsp:cNvSpPr/>
      </dsp:nvSpPr>
      <dsp:spPr>
        <a:xfrm>
          <a:off x="0" y="651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733F06-0709-4246-A4DF-FFB934B6130C}">
      <dsp:nvSpPr>
        <dsp:cNvPr id="0" name=""/>
        <dsp:cNvSpPr/>
      </dsp:nvSpPr>
      <dsp:spPr>
        <a:xfrm>
          <a:off x="461309" y="343774"/>
          <a:ext cx="838743" cy="838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8C036-6C77-48AB-BC77-C5E076C9594A}">
      <dsp:nvSpPr>
        <dsp:cNvPr id="0" name=""/>
        <dsp:cNvSpPr/>
      </dsp:nvSpPr>
      <dsp:spPr>
        <a:xfrm>
          <a:off x="1761361" y="651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Reuse + efficiency in irrigation</a:t>
          </a:r>
        </a:p>
      </dsp:txBody>
      <dsp:txXfrm>
        <a:off x="1761361" y="651"/>
        <a:ext cx="4889891" cy="1524988"/>
      </dsp:txXfrm>
    </dsp:sp>
    <dsp:sp modelId="{364AE6CA-4058-4856-B99C-7CFD3DCC5495}">
      <dsp:nvSpPr>
        <dsp:cNvPr id="0" name=""/>
        <dsp:cNvSpPr/>
      </dsp:nvSpPr>
      <dsp:spPr>
        <a:xfrm>
          <a:off x="0" y="1906887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B634A4-3057-497D-BF53-490E571A278F}">
      <dsp:nvSpPr>
        <dsp:cNvPr id="0" name=""/>
        <dsp:cNvSpPr/>
      </dsp:nvSpPr>
      <dsp:spPr>
        <a:xfrm>
          <a:off x="461309" y="2250010"/>
          <a:ext cx="838743" cy="838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F98673-4F83-435D-81A3-A3AC308F31B3}">
      <dsp:nvSpPr>
        <dsp:cNvPr id="0" name=""/>
        <dsp:cNvSpPr/>
      </dsp:nvSpPr>
      <dsp:spPr>
        <a:xfrm>
          <a:off x="1761361" y="1906887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Energy savings in pumping</a:t>
          </a:r>
        </a:p>
      </dsp:txBody>
      <dsp:txXfrm>
        <a:off x="1761361" y="1906887"/>
        <a:ext cx="4889891" cy="1524988"/>
      </dsp:txXfrm>
    </dsp:sp>
    <dsp:sp modelId="{796CE191-AD33-4786-8052-66ACD3A1B8A7}">
      <dsp:nvSpPr>
        <dsp:cNvPr id="0" name=""/>
        <dsp:cNvSpPr/>
      </dsp:nvSpPr>
      <dsp:spPr>
        <a:xfrm>
          <a:off x="0" y="3813123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FB9E1B-DDFB-4439-8412-C469DBDA08C1}">
      <dsp:nvSpPr>
        <dsp:cNvPr id="0" name=""/>
        <dsp:cNvSpPr/>
      </dsp:nvSpPr>
      <dsp:spPr>
        <a:xfrm>
          <a:off x="461309" y="4156246"/>
          <a:ext cx="838743" cy="838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DFDCDE-401B-46C3-9379-7072C624CE6E}">
      <dsp:nvSpPr>
        <dsp:cNvPr id="0" name=""/>
        <dsp:cNvSpPr/>
      </dsp:nvSpPr>
      <dsp:spPr>
        <a:xfrm>
          <a:off x="1761361" y="3813123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Improved water productivity</a:t>
          </a:r>
        </a:p>
      </dsp:txBody>
      <dsp:txXfrm>
        <a:off x="1761361" y="3813123"/>
        <a:ext cx="4889891" cy="1524988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29C50E-46C1-42C9-95C3-F7A9382B7865}">
      <dsp:nvSpPr>
        <dsp:cNvPr id="0" name=""/>
        <dsp:cNvSpPr/>
      </dsp:nvSpPr>
      <dsp:spPr>
        <a:xfrm>
          <a:off x="0" y="42282"/>
          <a:ext cx="6651253" cy="16707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Clear classification improves bankability</a:t>
          </a:r>
        </a:p>
      </dsp:txBody>
      <dsp:txXfrm>
        <a:off x="81560" y="123842"/>
        <a:ext cx="6488133" cy="1507639"/>
      </dsp:txXfrm>
    </dsp:sp>
    <dsp:sp modelId="{14334B01-41C8-4C9C-AD98-EB8230F1CA88}">
      <dsp:nvSpPr>
        <dsp:cNvPr id="0" name=""/>
        <dsp:cNvSpPr/>
      </dsp:nvSpPr>
      <dsp:spPr>
        <a:xfrm>
          <a:off x="0" y="1834002"/>
          <a:ext cx="6651253" cy="167075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Access to green and climate finance</a:t>
          </a:r>
        </a:p>
      </dsp:txBody>
      <dsp:txXfrm>
        <a:off x="81560" y="1915562"/>
        <a:ext cx="6488133" cy="1507639"/>
      </dsp:txXfrm>
    </dsp:sp>
    <dsp:sp modelId="{774248B1-75FC-492A-BC83-749882DD7EDC}">
      <dsp:nvSpPr>
        <dsp:cNvPr id="0" name=""/>
        <dsp:cNvSpPr/>
      </dsp:nvSpPr>
      <dsp:spPr>
        <a:xfrm>
          <a:off x="0" y="3625722"/>
          <a:ext cx="6651253" cy="167075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Supports blended finance structures</a:t>
          </a:r>
        </a:p>
      </dsp:txBody>
      <dsp:txXfrm>
        <a:off x="81560" y="3707282"/>
        <a:ext cx="6488133" cy="1507639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1F83AC-8131-461D-97F0-CE5B3460A45D}">
      <dsp:nvSpPr>
        <dsp:cNvPr id="0" name=""/>
        <dsp:cNvSpPr/>
      </dsp:nvSpPr>
      <dsp:spPr>
        <a:xfrm>
          <a:off x="0" y="651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7D07BD-9BB2-4F42-A7DF-E334FA6D20BF}">
      <dsp:nvSpPr>
        <dsp:cNvPr id="0" name=""/>
        <dsp:cNvSpPr/>
      </dsp:nvSpPr>
      <dsp:spPr>
        <a:xfrm>
          <a:off x="461309" y="343774"/>
          <a:ext cx="838743" cy="8387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9EFC03-71C4-4E43-97F0-F3B57A3834AA}">
      <dsp:nvSpPr>
        <dsp:cNvPr id="0" name=""/>
        <dsp:cNvSpPr/>
      </dsp:nvSpPr>
      <dsp:spPr>
        <a:xfrm>
          <a:off x="1761361" y="651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WEFE relevance is financial, not institutional</a:t>
          </a:r>
        </a:p>
      </dsp:txBody>
      <dsp:txXfrm>
        <a:off x="1761361" y="651"/>
        <a:ext cx="4889891" cy="1524988"/>
      </dsp:txXfrm>
    </dsp:sp>
    <dsp:sp modelId="{712353CA-0413-409B-914E-DDA6DC503D35}">
      <dsp:nvSpPr>
        <dsp:cNvPr id="0" name=""/>
        <dsp:cNvSpPr/>
      </dsp:nvSpPr>
      <dsp:spPr>
        <a:xfrm>
          <a:off x="0" y="1906887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F52E63-FB0F-4537-86BA-503DDE5E471B}">
      <dsp:nvSpPr>
        <dsp:cNvPr id="0" name=""/>
        <dsp:cNvSpPr/>
      </dsp:nvSpPr>
      <dsp:spPr>
        <a:xfrm>
          <a:off x="461309" y="2250010"/>
          <a:ext cx="838743" cy="8387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EE1F2-4CA6-4B14-A769-F61C05B7AB39}">
      <dsp:nvSpPr>
        <dsp:cNvPr id="0" name=""/>
        <dsp:cNvSpPr/>
      </dsp:nvSpPr>
      <dsp:spPr>
        <a:xfrm>
          <a:off x="1761361" y="1906887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Integration must change risk and returns</a:t>
          </a:r>
        </a:p>
      </dsp:txBody>
      <dsp:txXfrm>
        <a:off x="1761361" y="1906887"/>
        <a:ext cx="4889891" cy="1524988"/>
      </dsp:txXfrm>
    </dsp:sp>
    <dsp:sp modelId="{06B14C76-CFAC-474C-9B17-85F38400D79D}">
      <dsp:nvSpPr>
        <dsp:cNvPr id="0" name=""/>
        <dsp:cNvSpPr/>
      </dsp:nvSpPr>
      <dsp:spPr>
        <a:xfrm>
          <a:off x="0" y="3813123"/>
          <a:ext cx="6651253" cy="152498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560561-6563-4503-82DF-06EC4870E686}">
      <dsp:nvSpPr>
        <dsp:cNvPr id="0" name=""/>
        <dsp:cNvSpPr/>
      </dsp:nvSpPr>
      <dsp:spPr>
        <a:xfrm>
          <a:off x="461309" y="4156246"/>
          <a:ext cx="838743" cy="8387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8BF87-FD3D-4690-8B3E-FEA8BF09D990}">
      <dsp:nvSpPr>
        <dsp:cNvPr id="0" name=""/>
        <dsp:cNvSpPr/>
      </dsp:nvSpPr>
      <dsp:spPr>
        <a:xfrm>
          <a:off x="1761361" y="3813123"/>
          <a:ext cx="4889891" cy="1524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395" tIns="161395" rIns="161395" bIns="16139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Strong ToC underpins credible financing</a:t>
          </a:r>
        </a:p>
      </dsp:txBody>
      <dsp:txXfrm>
        <a:off x="1761361" y="3813123"/>
        <a:ext cx="4889891" cy="15249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AA1A02-3F72-4E57-A74D-EC371D690397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3C1E9-1C91-4910-B76F-28C3130F25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2966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88E66-B906-99AA-D718-62A5D7AC5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E2170-7778-C0D8-4177-CFFEAC03A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8E5E0-8D40-DF52-75F4-0466CC7D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319F9-2AD3-37BF-8EC7-EE60D0DE5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2C049-E6D6-1655-F9DB-78B94F3EF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2741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1EE60-BFE4-48D0-8013-A489C8E4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6BDE9-9BAA-EA22-F20C-102FEF29B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95007-2D30-2601-61AB-ADB0B2B50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2AEDF-6654-E1AA-775D-F5ADFD138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4AFF8-F11F-9B9D-B237-EEB8373C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322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5EDC6-901D-775C-CD97-1A029621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5D653-AF4B-9743-736B-BFB0EA28C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9840C-D24D-6A75-3111-743661696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C4BEF-CC0F-2ED9-1AFA-52B13A019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91D4D-87BD-D4FD-1194-CC623CB8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4929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C5CC-B687-F6B0-B93B-85A0B6A44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B1532-766F-C1C1-A35F-35DF91EA9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B0CC1-CAEE-9038-B2A6-0FD84F78A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20F4A-53BC-FE5E-76BB-8BB05A53E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455B0-7C0A-F5B7-3AB7-5193D992E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98D12-2470-E101-9CB5-A666CB818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0503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4EE20-6AE4-9C8C-2A69-E46D8F88B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5D6F8-F86A-5EB5-BB3C-EA063D845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DE5C6-C48D-B995-4658-09BE3E45A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4DE655-E3FC-6CBB-CFA7-4E9D25345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483FAC-B57A-56B5-48EC-6ED8CDA79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A7D745-2E0C-672B-2E40-E879F22F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3596CE-BFD2-DBDB-EF74-46F688A9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50180F-8569-594A-FED4-93E0DF424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6372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6B72-1EB5-37C7-23EA-16830B395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3C22B3-16AA-B9BB-EAF9-954312A28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9172DF-9F8F-3E90-93F1-9AEF3B12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CDB27-F928-A636-71B6-FB2AC4A3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9389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27F26E-79E1-2B9D-AA1F-48CC46300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75DB3-06D4-2E45-976C-C9FC61FC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E09D7-F3F4-FA6D-FAC0-FA36C6100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9903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BE8C9-84FE-ACB7-8A4C-17E9DE8C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DE51A-4DF4-21BE-27FE-7E62F599F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1BC4C-D7A8-65EC-9979-B6AF52A65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17623-ACFA-2C4A-430A-DC4B20BCA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A6D9A-73EB-6423-1122-485F0F38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2D431-03EA-ECFB-D058-439839CF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333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9FC3E-5E45-A78C-1E1B-226877D8D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FD283C-21F6-AC4B-9BBA-E2E79B710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046C61-74B1-56D6-C2FB-3C93FD881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8BA6B-5442-F4CA-5E49-3D92BFCA0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13B2D-50F5-698F-4389-14BBEA6F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3BBAF-F35E-DA98-65C2-0FD61755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158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DFBCB-43E0-04E4-BEFA-CF987639A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94396-257C-4544-7D10-7526D85EB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B6E4D-2DD5-94B3-170B-E7E5A371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88B7A-C960-9A32-EF3F-B6E14EF5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EB6D1-3725-A1AA-5F29-1ACC4A928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077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CE400A-01A3-7D7A-632D-1CD2E9D798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BE2E4-DE18-1E52-7653-BCE2A983A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0E5E8-6AEC-979C-23CA-90191F1B2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5AB13-393E-D87B-BB01-6698D5EC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B1BEC-FB21-B904-F70F-49FF1019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7003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7CA1A5-C0C2-F1EE-486C-ED1F95836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1C320-9DEF-582C-5E8C-61275227D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E4F33-3155-0D8C-0F89-6FD21575E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AB520C-107A-430D-A7BF-C4CF4FA80026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95C62-CB82-C6DA-1491-2C7E9DF32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2F1B8-CC43-C0C2-CBA4-E073D5D6D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1776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sv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sv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Man Walking Touching Wheat Grass">
            <a:extLst>
              <a:ext uri="{FF2B5EF4-FFF2-40B4-BE49-F238E27FC236}">
                <a16:creationId xmlns:a16="http://schemas.microsoft.com/office/drawing/2014/main" id="{E7DD9378-6996-7788-C576-0807278D1D2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B801EA-02E8-8AA3-DF83-4AF67EE66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2785956"/>
            <a:ext cx="10058400" cy="13814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br>
              <a:rPr lang="en-US" sz="4800" b="1" dirty="0">
                <a:solidFill>
                  <a:srgbClr val="FFFFFF"/>
                </a:solidFill>
              </a:rPr>
            </a:br>
            <a:r>
              <a:rPr lang="en-US" sz="4800" b="1" dirty="0">
                <a:solidFill>
                  <a:srgbClr val="FFFFFF"/>
                </a:solidFill>
              </a:rPr>
              <a:t>Unlocking Finance for a Resilient WEFE (Water-Energy-Food-Ecosystems) Nexus in Egypt</a:t>
            </a:r>
            <a:endParaRPr lang="de-DE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AC8BB-A74C-4E53-F197-FBA17FF3E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580455"/>
            <a:ext cx="10058400" cy="77429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Dr. Hassan Tolba Aboelnga</a:t>
            </a:r>
            <a:endParaRPr lang="de-DE" dirty="0">
              <a:solidFill>
                <a:srgbClr val="FFFFFF"/>
              </a:solidFill>
            </a:endParaRPr>
          </a:p>
        </p:txBody>
      </p:sp>
      <p:pic>
        <p:nvPicPr>
          <p:cNvPr id="4098" name="Picture 2" descr="No photo description available.">
            <a:extLst>
              <a:ext uri="{FF2B5EF4-FFF2-40B4-BE49-F238E27FC236}">
                <a16:creationId xmlns:a16="http://schemas.microsoft.com/office/drawing/2014/main" id="{997D072A-FE2F-5109-A54F-CE3E4C5DDF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23" t="19217" r="13671" b="19179"/>
          <a:stretch>
            <a:fillRect/>
          </a:stretch>
        </p:blipFill>
        <p:spPr bwMode="auto">
          <a:xfrm>
            <a:off x="10012679" y="46889"/>
            <a:ext cx="2176271" cy="1747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rrigation Ministry issues statement on Egypt's water situation">
            <a:extLst>
              <a:ext uri="{FF2B5EF4-FFF2-40B4-BE49-F238E27FC236}">
                <a16:creationId xmlns:a16="http://schemas.microsoft.com/office/drawing/2014/main" id="{EE45B79D-4302-9B93-3F9F-61A6FABF11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74" r="18233"/>
          <a:stretch>
            <a:fillRect/>
          </a:stretch>
        </p:blipFill>
        <p:spPr bwMode="auto">
          <a:xfrm>
            <a:off x="64009" y="21499"/>
            <a:ext cx="2176271" cy="1747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514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9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C4E5EE-93CF-053B-CA1F-6992AA4F5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WEFE Nexus Professional Series: Driving Finance and Resilience for Egypt’s Future”</a:t>
            </a:r>
            <a:endParaRPr lang="de-DE" sz="4800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98C6A22-81F3-F224-22A0-E0A0DE103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Training professionals to design bankable, resilient, and integrated WEFE projects</a:t>
            </a:r>
            <a:endParaRPr lang="de-DE" dirty="0">
              <a:solidFill>
                <a:srgbClr val="FFFFFF"/>
              </a:solidFill>
            </a:endParaRPr>
          </a:p>
        </p:txBody>
      </p:sp>
      <p:pic>
        <p:nvPicPr>
          <p:cNvPr id="6" name="Picture 2" descr="No photo description available.">
            <a:extLst>
              <a:ext uri="{FF2B5EF4-FFF2-40B4-BE49-F238E27FC236}">
                <a16:creationId xmlns:a16="http://schemas.microsoft.com/office/drawing/2014/main" id="{C1253426-49EF-A622-7935-46ED976A1E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23" t="19217" r="13671" b="19179"/>
          <a:stretch>
            <a:fillRect/>
          </a:stretch>
        </p:blipFill>
        <p:spPr bwMode="auto">
          <a:xfrm>
            <a:off x="15001" y="0"/>
            <a:ext cx="2924969" cy="2025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43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835F1-5ECB-D23E-B51E-7469B984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WEFE Nexus Professional Series: Driving Finance and Resilience for Egypt’s Future”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A773A4-5D74-63FF-7ED4-5871FE1928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3383756"/>
              </p:ext>
            </p:extLst>
          </p:nvPr>
        </p:nvGraphicFramePr>
        <p:xfrm>
          <a:off x="432225" y="2226081"/>
          <a:ext cx="11327549" cy="393258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11479">
                  <a:extLst>
                    <a:ext uri="{9D8B030D-6E8A-4147-A177-3AD203B41FA5}">
                      <a16:colId xmlns:a16="http://schemas.microsoft.com/office/drawing/2014/main" val="3575606572"/>
                    </a:ext>
                  </a:extLst>
                </a:gridCol>
                <a:gridCol w="4795005">
                  <a:extLst>
                    <a:ext uri="{9D8B030D-6E8A-4147-A177-3AD203B41FA5}">
                      <a16:colId xmlns:a16="http://schemas.microsoft.com/office/drawing/2014/main" val="644805830"/>
                    </a:ext>
                  </a:extLst>
                </a:gridCol>
                <a:gridCol w="4821065">
                  <a:extLst>
                    <a:ext uri="{9D8B030D-6E8A-4147-A177-3AD203B41FA5}">
                      <a16:colId xmlns:a16="http://schemas.microsoft.com/office/drawing/2014/main" val="150531240"/>
                    </a:ext>
                  </a:extLst>
                </a:gridCol>
              </a:tblGrid>
              <a:tr h="390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 b="1"/>
                        <a:t>Lecture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 b="1"/>
                        <a:t>Title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 b="1"/>
                        <a:t>Objective</a:t>
                      </a:r>
                    </a:p>
                  </a:txBody>
                  <a:tcPr marL="86242" marR="86242" marT="43121" marB="43121" anchor="ctr"/>
                </a:tc>
                <a:extLst>
                  <a:ext uri="{0D108BD9-81ED-4DB2-BD59-A6C34878D82A}">
                    <a16:rowId xmlns:a16="http://schemas.microsoft.com/office/drawing/2014/main" val="1127424578"/>
                  </a:ext>
                </a:extLst>
              </a:tr>
              <a:tr h="655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1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WEFE Nexus Project Identification and Classification – Financing Perspective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Identify WEFE projects, classify for financiers, understand bankability and risk.</a:t>
                      </a:r>
                    </a:p>
                  </a:txBody>
                  <a:tcPr marL="86242" marR="86242" marT="43121" marB="43121" anchor="ctr"/>
                </a:tc>
                <a:extLst>
                  <a:ext uri="{0D108BD9-81ED-4DB2-BD59-A6C34878D82A}">
                    <a16:rowId xmlns:a16="http://schemas.microsoft.com/office/drawing/2014/main" val="2441546026"/>
                  </a:ext>
                </a:extLst>
              </a:tr>
              <a:tr h="655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2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Integrating WEFE Nexus into Existing Projects to Enhance Economic Value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Apply integration to reduce costs, improve revenues, increase financing attractiveness.</a:t>
                      </a:r>
                    </a:p>
                  </a:txBody>
                  <a:tcPr marL="86242" marR="86242" marT="43121" marB="43121" anchor="ctr"/>
                </a:tc>
                <a:extLst>
                  <a:ext uri="{0D108BD9-81ED-4DB2-BD59-A6C34878D82A}">
                    <a16:rowId xmlns:a16="http://schemas.microsoft.com/office/drawing/2014/main" val="3666566018"/>
                  </a:ext>
                </a:extLst>
              </a:tr>
              <a:tr h="655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3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Financing Instruments &amp; Capital Stack in WEFE Nexus Projects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Understand instruments, capital stack, blended finance, and matching to project stages.</a:t>
                      </a:r>
                    </a:p>
                  </a:txBody>
                  <a:tcPr marL="86242" marR="86242" marT="43121" marB="43121" anchor="ctr"/>
                </a:tc>
                <a:extLst>
                  <a:ext uri="{0D108BD9-81ED-4DB2-BD59-A6C34878D82A}">
                    <a16:rowId xmlns:a16="http://schemas.microsoft.com/office/drawing/2014/main" val="53244003"/>
                  </a:ext>
                </a:extLst>
              </a:tr>
              <a:tr h="655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4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Financing Risks During Operations &amp; How to Manage Them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Identify operational risks, manage cashflow stress, apply mitigation tools.</a:t>
                      </a:r>
                    </a:p>
                  </a:txBody>
                  <a:tcPr marL="86242" marR="86242" marT="43121" marB="43121" anchor="ctr"/>
                </a:tc>
                <a:extLst>
                  <a:ext uri="{0D108BD9-81ED-4DB2-BD59-A6C34878D82A}">
                    <a16:rowId xmlns:a16="http://schemas.microsoft.com/office/drawing/2014/main" val="691740654"/>
                  </a:ext>
                </a:extLst>
              </a:tr>
              <a:tr h="920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5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Navigating WEFE Nexus Funding Calls — Where to Find Them &amp; How to Understand Them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Recognize funding sources, decode calls, apply fit-scoring, organize response workflows.</a:t>
                      </a:r>
                    </a:p>
                  </a:txBody>
                  <a:tcPr marL="86242" marR="86242" marT="43121" marB="43121" anchor="ctr"/>
                </a:tc>
                <a:extLst>
                  <a:ext uri="{0D108BD9-81ED-4DB2-BD59-A6C34878D82A}">
                    <a16:rowId xmlns:a16="http://schemas.microsoft.com/office/drawing/2014/main" val="156820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0163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de-DE" sz="4800"/>
              <a:t>WEFE Nexus Project Identification &amp; Classification – Financing Perspective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C63D28-4991-3397-3285-835D9DE82E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243861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de-DE" sz="4800"/>
              <a:t>Lecture Objective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F2192C-D353-D0D5-8640-6015EC9B2A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1577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Why Financiers Care About the WEFE Nexus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E3B22C-8517-56BC-F3A0-71294DAAFB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159199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Redefining WEFE Nexus: From Planning to Finance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FA1D89-6756-E8D3-8F00-4235EF7BB1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182158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de-DE" sz="4800"/>
              <a:t>Sectoral Coordination vs Financial Integration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B15559-7AF7-A31F-77C5-1D396429E2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06050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Why Multi-Sector Involvement Alone Is Not Enough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22B288-76E5-AD99-3E07-57C7AB9D3F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707700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de-DE" sz="4800"/>
              <a:t>How Financiers Interpret 'Integration'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21D7FC-1C79-73AC-4338-9EE3E760D4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012231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Evidence from Global Finance Practice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48EB37-2DB1-A9A7-F1B4-D81B5DC11A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184025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de-DE" sz="4800"/>
              <a:t>WEFE-Relevant Project (Financing Definition)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4F9A5D-45B8-701E-37C3-4190487DD5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406503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de-DE" sz="4800"/>
              <a:t>Minimum Integration Requirements (Financier View)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403D18-4457-57FC-0093-4F281937AE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204072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Functional Linkages Across WEFE Sectors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23B63B-1674-E564-E7AD-821AB3BDE6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293197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de-DE" sz="4800"/>
              <a:t>Co-Benefits and Creditworthiness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3B6254-879B-27CF-5FDD-5535153B1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4786166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Climate Resilience and Climate Finance Eligibility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AC8FC4-CDF0-EF65-FC77-B2BAE0DF3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587680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Typical WEFE Project Components – Overview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2AC4E1-3EC0-8745-8CB4-02C8BC05E8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9121807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de-DE" sz="4000"/>
              <a:t>Water Components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C044BD-2C9B-8F65-56BF-0C3E898B30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250300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de-DE" sz="5600"/>
              <a:t>Energy Components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2FDB3670-4CF0-B0E8-F989-8CB69C0403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283356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de-DE" sz="4000"/>
              <a:t>Food &amp; Agriculture Components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7C50FA-844A-23C3-183A-46D7A4A7CA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01352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de-DE" sz="4000"/>
              <a:t>Environmental Components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CC61AE-A9FB-A203-0C27-10014F94BA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416725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&amp; Data Enablers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B0EF96-8D7E-450A-8101-3B3A264FDE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de-DE" sz="4800"/>
              <a:t>Institutional &amp; Governance Enablers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31E4C6-752C-4D4B-F309-8DE476F3D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116342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de-DE" sz="4800"/>
              <a:t>Financial Enablers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305541-C2A8-2134-0AC1-AE70084050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020310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057AA-2F13-9C37-FE06-4275D7B09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100" b="1" dirty="0">
                <a:solidFill>
                  <a:srgbClr val="FFFFFF"/>
                </a:solidFill>
              </a:rPr>
              <a:t>Project Title (example)</a:t>
            </a:r>
            <a:br>
              <a:rPr lang="en-US" sz="3100" dirty="0">
                <a:solidFill>
                  <a:srgbClr val="FFFFFF"/>
                </a:solidFill>
              </a:rPr>
            </a:br>
            <a:r>
              <a:rPr lang="en-US" sz="3100" dirty="0">
                <a:solidFill>
                  <a:srgbClr val="FFFFFF"/>
                </a:solidFill>
              </a:rPr>
              <a:t>Solar-Powered Wastewater Reuse for Climate-Resilient Irrigation – Nile Delta, Egypt</a:t>
            </a:r>
            <a:br>
              <a:rPr lang="en-US" sz="3100" dirty="0">
                <a:solidFill>
                  <a:srgbClr val="FFFFFF"/>
                </a:solidFill>
              </a:rPr>
            </a:br>
            <a:endParaRPr lang="de-DE" sz="31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3A700-B84A-343A-FFFC-647872D25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/>
              <a:t>Context (Egypt-realistic)</a:t>
            </a:r>
            <a:endParaRPr lang="en-US" sz="2000"/>
          </a:p>
          <a:p>
            <a:r>
              <a:rPr lang="en-US" sz="2000"/>
              <a:t>Secondary-treated wastewater currently discharged to drains</a:t>
            </a:r>
          </a:p>
          <a:p>
            <a:r>
              <a:rPr lang="en-US" sz="2000"/>
              <a:t>High energy cost of pumping irrigation water</a:t>
            </a:r>
          </a:p>
          <a:p>
            <a:r>
              <a:rPr lang="en-US" sz="2000"/>
              <a:t>Increasing water scarcity and salinity intrusion</a:t>
            </a:r>
          </a:p>
          <a:p>
            <a:r>
              <a:rPr lang="en-US" sz="2000"/>
              <a:t>Farmers exposed to drought risk and rising fertilizer costs</a:t>
            </a:r>
          </a:p>
          <a:p>
            <a:pPr marL="0" indent="0">
              <a:buNone/>
            </a:pPr>
            <a:r>
              <a:rPr lang="en-US" sz="2000" b="1"/>
              <a:t>Proposed Intervention (Initial Concept)</a:t>
            </a:r>
            <a:endParaRPr lang="en-US" sz="2000"/>
          </a:p>
          <a:p>
            <a:r>
              <a:rPr lang="en-US" sz="2000"/>
              <a:t>Upgrade a wastewater treatment plant (WWTP)</a:t>
            </a:r>
          </a:p>
          <a:p>
            <a:r>
              <a:rPr lang="en-US" sz="2000"/>
              <a:t>Supply treated water to nearby agricultural land</a:t>
            </a:r>
          </a:p>
          <a:p>
            <a:r>
              <a:rPr lang="en-US" sz="2000"/>
              <a:t>Use conventional grid electricity</a:t>
            </a:r>
          </a:p>
          <a:p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2223724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B7BE30-01D0-2B0F-2450-15CE3D17B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pPr lvl="0" eaLnBrk="0" fontAlgn="base" hangingPunct="0">
              <a:spcAft>
                <a:spcPct val="0"/>
              </a:spcAft>
            </a:pPr>
            <a:r>
              <a:rPr lang="de-DE" altLang="de-DE" sz="1400" b="1" dirty="0" err="1">
                <a:latin typeface="Arial" panose="020B0604020202020204" pitchFamily="34" charset="0"/>
              </a:rPr>
              <a:t>Step</a:t>
            </a:r>
            <a:r>
              <a:rPr lang="de-DE" altLang="de-DE" sz="1400" b="1" dirty="0">
                <a:latin typeface="Arial" panose="020B0604020202020204" pitchFamily="34" charset="0"/>
              </a:rPr>
              <a:t> 1: WEFE Screening – </a:t>
            </a:r>
            <a:r>
              <a:rPr lang="de-DE" altLang="de-DE" sz="1400" b="1" dirty="0" err="1">
                <a:latin typeface="Arial" panose="020B0604020202020204" pitchFamily="34" charset="0"/>
              </a:rPr>
              <a:t>Sector</a:t>
            </a:r>
            <a:r>
              <a:rPr lang="de-DE" altLang="de-DE" sz="1400" b="1" dirty="0">
                <a:latin typeface="Arial" panose="020B0604020202020204" pitchFamily="34" charset="0"/>
              </a:rPr>
              <a:t> Integration</a:t>
            </a:r>
            <a:br>
              <a:rPr lang="de-DE" altLang="de-DE" sz="1400" b="1" dirty="0">
                <a:latin typeface="Arial" panose="020B0604020202020204" pitchFamily="34" charset="0"/>
              </a:rPr>
            </a:br>
            <a:br>
              <a:rPr lang="de-DE" altLang="de-DE" sz="1400" b="1" dirty="0">
                <a:latin typeface="Arial" panose="020B0604020202020204" pitchFamily="34" charset="0"/>
              </a:rPr>
            </a:br>
            <a:r>
              <a:rPr lang="de-DE" altLang="de-DE" sz="1400" b="1" dirty="0">
                <a:latin typeface="Arial" panose="020B0604020202020204" pitchFamily="34" charset="0"/>
              </a:rPr>
              <a:t>WEFE Screening Matrix </a:t>
            </a:r>
            <a:br>
              <a:rPr lang="de-DE" altLang="de-DE" sz="1400" b="1" dirty="0">
                <a:latin typeface="Arial" panose="020B0604020202020204" pitchFamily="34" charset="0"/>
              </a:rPr>
            </a:br>
            <a:endParaRPr lang="de-DE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CD24E0-FBFC-5DCB-2DD1-D089F99113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6234575"/>
              </p:ext>
            </p:extLst>
          </p:nvPr>
        </p:nvGraphicFramePr>
        <p:xfrm>
          <a:off x="838200" y="2242841"/>
          <a:ext cx="10515602" cy="3724377"/>
        </p:xfrm>
        <a:graphic>
          <a:graphicData uri="http://schemas.openxmlformats.org/drawingml/2006/table">
            <a:tbl>
              <a:tblPr/>
              <a:tblGrid>
                <a:gridCol w="2605321">
                  <a:extLst>
                    <a:ext uri="{9D8B030D-6E8A-4147-A177-3AD203B41FA5}">
                      <a16:colId xmlns:a16="http://schemas.microsoft.com/office/drawing/2014/main" val="1791884017"/>
                    </a:ext>
                  </a:extLst>
                </a:gridCol>
                <a:gridCol w="2605321">
                  <a:extLst>
                    <a:ext uri="{9D8B030D-6E8A-4147-A177-3AD203B41FA5}">
                      <a16:colId xmlns:a16="http://schemas.microsoft.com/office/drawing/2014/main" val="531012393"/>
                    </a:ext>
                  </a:extLst>
                </a:gridCol>
                <a:gridCol w="2605321">
                  <a:extLst>
                    <a:ext uri="{9D8B030D-6E8A-4147-A177-3AD203B41FA5}">
                      <a16:colId xmlns:a16="http://schemas.microsoft.com/office/drawing/2014/main" val="443555306"/>
                    </a:ext>
                  </a:extLst>
                </a:gridCol>
                <a:gridCol w="2699639">
                  <a:extLst>
                    <a:ext uri="{9D8B030D-6E8A-4147-A177-3AD203B41FA5}">
                      <a16:colId xmlns:a16="http://schemas.microsoft.com/office/drawing/2014/main" val="1896982230"/>
                    </a:ext>
                  </a:extLst>
                </a:gridCol>
              </a:tblGrid>
              <a:tr h="517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Project Component</a:t>
                      </a:r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Integration Level</a:t>
                      </a:r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Risk Impact (Financier View)</a:t>
                      </a:r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Bankability Improvement Measures</a:t>
                      </a:r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468216"/>
                  </a:ext>
                </a:extLst>
              </a:tr>
              <a:tr h="723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Water</a:t>
                      </a:r>
                      <a:endParaRPr lang="de-DE" sz="1400"/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Moderate</a:t>
                      </a:r>
                      <a:endParaRPr lang="de-DE" sz="1400"/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Reduces freshwater abstraction risk; improves supply reliability</a:t>
                      </a:r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Long-term reuse offtake agreement with irrigation authority</a:t>
                      </a:r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695257"/>
                  </a:ext>
                </a:extLst>
              </a:tr>
              <a:tr h="723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Energy</a:t>
                      </a:r>
                      <a:endParaRPr lang="de-DE" sz="1400"/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Minimal → Moderate</a:t>
                      </a:r>
                      <a:endParaRPr lang="de-DE" sz="1400"/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High OPEX due to grid electricity; exposure to energy price risk</a:t>
                      </a:r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Integrate on-site solar PV for pumping and treatment</a:t>
                      </a:r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331093"/>
                  </a:ext>
                </a:extLst>
              </a:tr>
              <a:tr h="517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Food / Agriculture</a:t>
                      </a:r>
                      <a:endParaRPr lang="de-DE" sz="1400"/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Moderate</a:t>
                      </a:r>
                      <a:endParaRPr lang="de-DE" sz="1400"/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Yield variability due to climate stress; income instability</a:t>
                      </a:r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Drip irrigation + fertigation using treated effluent</a:t>
                      </a:r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091502"/>
                  </a:ext>
                </a:extLst>
              </a:tr>
              <a:tr h="723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Ecosystem</a:t>
                      </a:r>
                      <a:endParaRPr lang="de-DE" sz="1400"/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Minimal</a:t>
                      </a:r>
                      <a:endParaRPr lang="de-DE" sz="1400"/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Pollution risk if effluent quality not controlled</a:t>
                      </a:r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Add nutrient recovery + monitoring to reduce discharge loads</a:t>
                      </a:r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690415"/>
                  </a:ext>
                </a:extLst>
              </a:tr>
              <a:tr h="517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Enablers (Digital / Governance / Finance)</a:t>
                      </a:r>
                      <a:endParaRPr lang="de-DE" sz="1400"/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Weak</a:t>
                      </a:r>
                      <a:endParaRPr lang="de-DE" sz="1400"/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Weak MRV and unclear revenue model</a:t>
                      </a:r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Digital water–energy monitoring + tariff / payment mechanism</a:t>
                      </a:r>
                    </a:p>
                  </a:txBody>
                  <a:tcPr marL="70065" marR="70065" marT="35032" marB="3503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227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243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0C4675-2CB9-FEF5-4096-138D33432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100" b="1">
                <a:solidFill>
                  <a:schemeClr val="tx2"/>
                </a:solidFill>
              </a:rPr>
              <a:t>Step 2: WEFE Classification (Financing Logic)</a:t>
            </a:r>
            <a:br>
              <a:rPr lang="en-US" sz="3100" b="1">
                <a:solidFill>
                  <a:schemeClr val="tx2"/>
                </a:solidFill>
              </a:rPr>
            </a:br>
            <a:endParaRPr lang="de-DE" sz="31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55D00-8AC5-CBB5-B695-5484C5484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800" b="1" dirty="0">
                <a:solidFill>
                  <a:schemeClr val="tx2"/>
                </a:solidFill>
              </a:rPr>
              <a:t>Initial Classification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❌ </a:t>
            </a:r>
            <a:r>
              <a:rPr lang="en-US" sz="1800" b="1" dirty="0">
                <a:solidFill>
                  <a:schemeClr val="tx2"/>
                </a:solidFill>
              </a:rPr>
              <a:t>Multi-sector project, not bankable WEFE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Why?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Sectors are involved, but </a:t>
            </a:r>
            <a:r>
              <a:rPr lang="en-US" sz="1800" b="1" dirty="0">
                <a:solidFill>
                  <a:schemeClr val="tx2"/>
                </a:solidFill>
              </a:rPr>
              <a:t>not financially integrated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</a:rPr>
              <a:t>No clear CAPEX/OPEX reduction</a:t>
            </a:r>
          </a:p>
          <a:p>
            <a:r>
              <a:rPr lang="en-US" sz="1800" dirty="0">
                <a:solidFill>
                  <a:schemeClr val="tx2"/>
                </a:solidFill>
              </a:rPr>
              <a:t>No climate-risk mitigation quantified</a:t>
            </a:r>
          </a:p>
          <a:p>
            <a:r>
              <a:rPr lang="en-US" sz="1800" dirty="0">
                <a:solidFill>
                  <a:schemeClr val="tx2"/>
                </a:solidFill>
              </a:rPr>
              <a:t>No co-benefit monetization</a:t>
            </a:r>
          </a:p>
          <a:p>
            <a:endParaRPr lang="de-DE" sz="18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Hierarchy">
            <a:extLst>
              <a:ext uri="{FF2B5EF4-FFF2-40B4-BE49-F238E27FC236}">
                <a16:creationId xmlns:a16="http://schemas.microsoft.com/office/drawing/2014/main" id="{23416A0C-F72B-DE5A-FF19-87213049D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58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292D8-C49F-9D4B-B025-D832FA02A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de-DE" sz="3100" b="1"/>
              <a:t>Step 3: Minimum Integration Measures to Improve Bankability</a:t>
            </a:r>
            <a:br>
              <a:rPr lang="de-DE" sz="3100" b="1"/>
            </a:br>
            <a:r>
              <a:rPr lang="de-DE" sz="3100" b="1"/>
              <a:t>Required WEFE Enhancements (Financier Threshold)</a:t>
            </a:r>
            <a:br>
              <a:rPr lang="de-DE" sz="3100" b="1"/>
            </a:br>
            <a:endParaRPr lang="de-DE" sz="31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6E34DC-6A44-9633-2F90-FB3B0F39DB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083728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48597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E30E3-310E-7788-8DE1-562176491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de-DE" sz="3400" b="1" err="1"/>
              <a:t>Step</a:t>
            </a:r>
            <a:r>
              <a:rPr lang="de-DE" sz="3400" b="1"/>
              <a:t> 3: Minimum Integration </a:t>
            </a:r>
            <a:r>
              <a:rPr lang="de-DE" sz="3400" b="1" err="1"/>
              <a:t>Measures</a:t>
            </a:r>
            <a:r>
              <a:rPr lang="de-DE" sz="3400" b="1"/>
              <a:t> </a:t>
            </a:r>
            <a:r>
              <a:rPr lang="de-DE" sz="3400" b="1" err="1"/>
              <a:t>to</a:t>
            </a:r>
            <a:r>
              <a:rPr lang="de-DE" sz="3400" b="1"/>
              <a:t> </a:t>
            </a:r>
            <a:r>
              <a:rPr lang="de-DE" sz="3400" b="1" err="1"/>
              <a:t>Improve</a:t>
            </a:r>
            <a:r>
              <a:rPr lang="de-DE" sz="3400" b="1"/>
              <a:t> </a:t>
            </a:r>
            <a:r>
              <a:rPr lang="de-DE" sz="3400" b="1" err="1"/>
              <a:t>Bankability</a:t>
            </a:r>
            <a:br>
              <a:rPr lang="de-DE" sz="3400" b="1"/>
            </a:br>
            <a:r>
              <a:rPr lang="de-DE" sz="3400" b="1" err="1"/>
              <a:t>Required</a:t>
            </a:r>
            <a:r>
              <a:rPr lang="de-DE" sz="3400" b="1"/>
              <a:t> WEFE Enhancements (Financier Threshold)</a:t>
            </a:r>
            <a:br>
              <a:rPr lang="de-DE" sz="3400" b="1"/>
            </a:br>
            <a:endParaRPr lang="de-DE" sz="34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3D18A0-564F-C390-2F91-BA8B12ABC6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6151756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3121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BF37F3-29D5-C6B9-4CE3-1F19F9494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de-DE" sz="3100" b="1">
                <a:solidFill>
                  <a:srgbClr val="FFFFFF"/>
                </a:solidFill>
              </a:rPr>
              <a:t>Step 5: Impact on Finance Access:</a:t>
            </a:r>
            <a:br>
              <a:rPr lang="de-DE" sz="3100" b="1">
                <a:solidFill>
                  <a:srgbClr val="FFFFFF"/>
                </a:solidFill>
              </a:rPr>
            </a:br>
            <a:r>
              <a:rPr lang="de-DE" sz="3100" b="1">
                <a:solidFill>
                  <a:srgbClr val="FFFFFF"/>
                </a:solidFill>
              </a:rPr>
              <a:t>Financing Instruments Now Applicable</a:t>
            </a:r>
            <a:br>
              <a:rPr lang="de-DE" sz="3100" b="1">
                <a:solidFill>
                  <a:srgbClr val="FFFFFF"/>
                </a:solidFill>
              </a:rPr>
            </a:br>
            <a:br>
              <a:rPr lang="de-DE" sz="3100" b="1">
                <a:solidFill>
                  <a:srgbClr val="FFFFFF"/>
                </a:solidFill>
              </a:rPr>
            </a:br>
            <a:endParaRPr lang="de-DE" sz="31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8D444-8D13-B4FF-6B2C-7E8DA39F2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1700" b="1" dirty="0"/>
              <a:t>1. Climate Finance</a:t>
            </a:r>
          </a:p>
          <a:p>
            <a:pPr lvl="1"/>
            <a:r>
              <a:rPr lang="de-DE" sz="1700" b="1" dirty="0"/>
              <a:t>GCF / CIF </a:t>
            </a:r>
            <a:r>
              <a:rPr lang="de-DE" sz="1700" b="1" dirty="0" err="1"/>
              <a:t>eligibility</a:t>
            </a:r>
            <a:endParaRPr lang="de-DE" sz="1700" dirty="0"/>
          </a:p>
          <a:p>
            <a:pPr lvl="2"/>
            <a:r>
              <a:rPr lang="de-DE" sz="1700" dirty="0"/>
              <a:t>Adaptation: </a:t>
            </a:r>
            <a:r>
              <a:rPr lang="de-DE" sz="1700" dirty="0" err="1"/>
              <a:t>drought</a:t>
            </a:r>
            <a:r>
              <a:rPr lang="de-DE" sz="1700" dirty="0"/>
              <a:t> </a:t>
            </a:r>
            <a:r>
              <a:rPr lang="de-DE" sz="1700" dirty="0" err="1"/>
              <a:t>resilience</a:t>
            </a:r>
            <a:endParaRPr lang="de-DE" sz="1700" dirty="0"/>
          </a:p>
          <a:p>
            <a:pPr lvl="2"/>
            <a:r>
              <a:rPr lang="de-DE" sz="1700" dirty="0"/>
              <a:t>Mitigation: solar + </a:t>
            </a:r>
            <a:r>
              <a:rPr lang="de-DE" sz="1700" dirty="0" err="1"/>
              <a:t>energy</a:t>
            </a:r>
            <a:r>
              <a:rPr lang="de-DE" sz="1700" dirty="0"/>
              <a:t> </a:t>
            </a:r>
            <a:r>
              <a:rPr lang="de-DE" sz="1700" dirty="0" err="1"/>
              <a:t>efficiency</a:t>
            </a:r>
            <a:endParaRPr lang="de-DE" sz="1700" dirty="0"/>
          </a:p>
          <a:p>
            <a:pPr lvl="1"/>
            <a:r>
              <a:rPr lang="de-DE" sz="1700" dirty="0"/>
              <a:t>MRV-</a:t>
            </a:r>
            <a:r>
              <a:rPr lang="de-DE" sz="1700" dirty="0" err="1"/>
              <a:t>ready</a:t>
            </a:r>
            <a:r>
              <a:rPr lang="de-DE" sz="1700" dirty="0"/>
              <a:t> → </a:t>
            </a:r>
            <a:r>
              <a:rPr lang="de-DE" sz="1700" dirty="0" err="1"/>
              <a:t>critical</a:t>
            </a:r>
            <a:r>
              <a:rPr lang="de-DE" sz="1700" dirty="0"/>
              <a:t> </a:t>
            </a:r>
            <a:r>
              <a:rPr lang="de-DE" sz="1700" dirty="0" err="1"/>
              <a:t>requirement</a:t>
            </a:r>
            <a:endParaRPr lang="de-DE" sz="1700" dirty="0"/>
          </a:p>
          <a:p>
            <a:pPr marL="0" indent="0">
              <a:buNone/>
            </a:pPr>
            <a:r>
              <a:rPr lang="de-DE" sz="1700" b="1" dirty="0"/>
              <a:t>2. Green Finance</a:t>
            </a:r>
          </a:p>
          <a:p>
            <a:pPr lvl="1"/>
            <a:r>
              <a:rPr lang="de-DE" sz="1700" dirty="0"/>
              <a:t>Green </a:t>
            </a:r>
            <a:r>
              <a:rPr lang="de-DE" sz="1700" dirty="0" err="1"/>
              <a:t>bonds</a:t>
            </a:r>
            <a:r>
              <a:rPr lang="de-DE" sz="1700" dirty="0"/>
              <a:t> / </a:t>
            </a:r>
            <a:r>
              <a:rPr lang="de-DE" sz="1700" dirty="0" err="1"/>
              <a:t>green</a:t>
            </a:r>
            <a:r>
              <a:rPr lang="de-DE" sz="1700" dirty="0"/>
              <a:t> </a:t>
            </a:r>
            <a:r>
              <a:rPr lang="de-DE" sz="1700" dirty="0" err="1"/>
              <a:t>credit</a:t>
            </a:r>
            <a:r>
              <a:rPr lang="de-DE" sz="1700" dirty="0"/>
              <a:t> </a:t>
            </a:r>
            <a:r>
              <a:rPr lang="de-DE" sz="1700" dirty="0" err="1"/>
              <a:t>lines</a:t>
            </a:r>
            <a:endParaRPr lang="de-DE" sz="1700" dirty="0"/>
          </a:p>
          <a:p>
            <a:pPr lvl="1"/>
            <a:r>
              <a:rPr lang="de-DE" sz="1700" dirty="0"/>
              <a:t>Environmental </a:t>
            </a:r>
            <a:r>
              <a:rPr lang="de-DE" sz="1700" dirty="0" err="1"/>
              <a:t>co-benefits</a:t>
            </a:r>
            <a:r>
              <a:rPr lang="de-DE" sz="1700" dirty="0"/>
              <a:t> </a:t>
            </a:r>
            <a:r>
              <a:rPr lang="de-DE" sz="1700" dirty="0" err="1"/>
              <a:t>clearly</a:t>
            </a:r>
            <a:r>
              <a:rPr lang="de-DE" sz="1700" dirty="0"/>
              <a:t> </a:t>
            </a:r>
            <a:r>
              <a:rPr lang="de-DE" sz="1700" dirty="0" err="1"/>
              <a:t>quantified</a:t>
            </a:r>
            <a:endParaRPr lang="de-DE" sz="1700" dirty="0"/>
          </a:p>
          <a:p>
            <a:pPr marL="0" indent="0">
              <a:buNone/>
            </a:pPr>
            <a:r>
              <a:rPr lang="de-DE" sz="1700" b="1" dirty="0"/>
              <a:t>3. </a:t>
            </a:r>
            <a:r>
              <a:rPr lang="de-DE" sz="1700" b="1" dirty="0" err="1"/>
              <a:t>Blended</a:t>
            </a:r>
            <a:r>
              <a:rPr lang="de-DE" sz="1700" b="1" dirty="0"/>
              <a:t> Finance</a:t>
            </a:r>
          </a:p>
          <a:p>
            <a:pPr lvl="1"/>
            <a:r>
              <a:rPr lang="de-DE" sz="1700" dirty="0" err="1"/>
              <a:t>Concessional</a:t>
            </a:r>
            <a:r>
              <a:rPr lang="de-DE" sz="1700" dirty="0"/>
              <a:t> </a:t>
            </a:r>
            <a:r>
              <a:rPr lang="de-DE" sz="1700" dirty="0" err="1"/>
              <a:t>tranche</a:t>
            </a:r>
            <a:r>
              <a:rPr lang="de-DE" sz="1700" dirty="0"/>
              <a:t> </a:t>
            </a:r>
            <a:r>
              <a:rPr lang="de-DE" sz="1700" dirty="0" err="1"/>
              <a:t>for</a:t>
            </a:r>
            <a:r>
              <a:rPr lang="de-DE" sz="1700" dirty="0"/>
              <a:t>:</a:t>
            </a:r>
          </a:p>
          <a:p>
            <a:pPr lvl="2"/>
            <a:r>
              <a:rPr lang="de-DE" sz="1700" dirty="0"/>
              <a:t>Solar PV</a:t>
            </a:r>
          </a:p>
          <a:p>
            <a:pPr lvl="2"/>
            <a:r>
              <a:rPr lang="de-DE" sz="1700" dirty="0"/>
              <a:t>Digital MRV</a:t>
            </a:r>
          </a:p>
          <a:p>
            <a:pPr lvl="1"/>
            <a:r>
              <a:rPr lang="de-DE" sz="1700" dirty="0"/>
              <a:t>Senior </a:t>
            </a:r>
            <a:r>
              <a:rPr lang="de-DE" sz="1700" dirty="0" err="1"/>
              <a:t>debt</a:t>
            </a:r>
            <a:r>
              <a:rPr lang="de-DE" sz="1700" dirty="0"/>
              <a:t> </a:t>
            </a:r>
            <a:r>
              <a:rPr lang="de-DE" sz="1700" dirty="0" err="1"/>
              <a:t>for</a:t>
            </a:r>
            <a:r>
              <a:rPr lang="de-DE" sz="1700" dirty="0"/>
              <a:t>:</a:t>
            </a:r>
          </a:p>
          <a:p>
            <a:pPr lvl="2"/>
            <a:r>
              <a:rPr lang="de-DE" sz="1700" dirty="0"/>
              <a:t>Core </a:t>
            </a:r>
            <a:r>
              <a:rPr lang="de-DE" sz="1700" dirty="0" err="1"/>
              <a:t>infrastructure</a:t>
            </a:r>
            <a:endParaRPr lang="de-DE" sz="1700" dirty="0"/>
          </a:p>
          <a:p>
            <a:pPr marL="0" indent="0">
              <a:buNone/>
            </a:pPr>
            <a:r>
              <a:rPr lang="de-DE" sz="1700" b="1" dirty="0"/>
              <a:t>4. MDB / DFI </a:t>
            </a:r>
            <a:r>
              <a:rPr lang="de-DE" sz="1700" b="1" dirty="0" err="1"/>
              <a:t>Loans</a:t>
            </a:r>
            <a:endParaRPr lang="de-DE" sz="1700" b="1" dirty="0"/>
          </a:p>
          <a:p>
            <a:pPr lvl="1"/>
            <a:r>
              <a:rPr lang="de-DE" sz="1700" dirty="0" err="1"/>
              <a:t>Longer</a:t>
            </a:r>
            <a:r>
              <a:rPr lang="de-DE" sz="1700" dirty="0"/>
              <a:t> </a:t>
            </a:r>
            <a:r>
              <a:rPr lang="de-DE" sz="1700" dirty="0" err="1"/>
              <a:t>tenor</a:t>
            </a:r>
            <a:r>
              <a:rPr lang="de-DE" sz="1700" dirty="0"/>
              <a:t> (15–20 </a:t>
            </a:r>
            <a:r>
              <a:rPr lang="de-DE" sz="1700" dirty="0" err="1"/>
              <a:t>years</a:t>
            </a:r>
            <a:r>
              <a:rPr lang="de-DE" sz="1700" dirty="0"/>
              <a:t>)</a:t>
            </a:r>
          </a:p>
          <a:p>
            <a:pPr lvl="1"/>
            <a:r>
              <a:rPr lang="de-DE" sz="1700" dirty="0"/>
              <a:t>Lower </a:t>
            </a:r>
            <a:r>
              <a:rPr lang="de-DE" sz="1700" dirty="0" err="1"/>
              <a:t>cost</a:t>
            </a:r>
            <a:r>
              <a:rPr lang="de-DE" sz="1700" dirty="0"/>
              <a:t> </a:t>
            </a:r>
            <a:r>
              <a:rPr lang="de-DE" sz="1700" dirty="0" err="1"/>
              <a:t>of</a:t>
            </a:r>
            <a:r>
              <a:rPr lang="de-DE" sz="1700" dirty="0"/>
              <a:t> </a:t>
            </a:r>
            <a:r>
              <a:rPr lang="de-DE" sz="1700" dirty="0" err="1"/>
              <a:t>capital</a:t>
            </a:r>
            <a:r>
              <a:rPr lang="de-DE" sz="1700" dirty="0"/>
              <a:t> due </a:t>
            </a:r>
            <a:r>
              <a:rPr lang="de-DE" sz="1700" dirty="0" err="1"/>
              <a:t>to</a:t>
            </a:r>
            <a:r>
              <a:rPr lang="de-DE" sz="1700" dirty="0"/>
              <a:t> </a:t>
            </a:r>
            <a:r>
              <a:rPr lang="de-DE" sz="1700" dirty="0" err="1"/>
              <a:t>reduced</a:t>
            </a:r>
            <a:r>
              <a:rPr lang="de-DE" sz="1700" dirty="0"/>
              <a:t> operational </a:t>
            </a:r>
            <a:r>
              <a:rPr lang="de-DE" sz="1700" dirty="0" err="1"/>
              <a:t>risk</a:t>
            </a:r>
            <a:endParaRPr lang="de-DE" sz="1700" dirty="0"/>
          </a:p>
          <a:p>
            <a:endParaRPr lang="de-DE" sz="1700" dirty="0"/>
          </a:p>
        </p:txBody>
      </p:sp>
    </p:spTree>
    <p:extLst>
      <p:ext uri="{BB962C8B-B14F-4D97-AF65-F5344CB8AC3E}">
        <p14:creationId xmlns:p14="http://schemas.microsoft.com/office/powerpoint/2010/main" val="31342642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3A33B5-E1AC-0978-E1BB-9795E4504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3700" b="1">
                <a:solidFill>
                  <a:schemeClr val="bg1"/>
                </a:solidFill>
              </a:rPr>
              <a:t>Step 6: Theory of Change (Explicit – Financier-Grade) - Theory of Change – Egypt WEFE Case</a:t>
            </a:r>
            <a:br>
              <a:rPr lang="en-US" sz="3700" b="1">
                <a:solidFill>
                  <a:schemeClr val="bg1"/>
                </a:solidFill>
              </a:rPr>
            </a:br>
            <a:br>
              <a:rPr lang="en-US" sz="3700" b="1">
                <a:solidFill>
                  <a:schemeClr val="bg1"/>
                </a:solidFill>
              </a:rPr>
            </a:br>
            <a:endParaRPr lang="de-DE" sz="37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F39880-8C94-01EA-2EC0-A5068D68D3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9171836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76486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Types of WEFE Nexus Projects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376F3A-542C-643B-3544-9A3B1C486D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245791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de-DE" sz="3400">
                <a:solidFill>
                  <a:srgbClr val="FFFFFF"/>
                </a:solidFill>
              </a:rPr>
              <a:t>Purpose-Designed vs Retrofitted Projects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A4F88C-8C45-6DF1-B4CE-0F6FAFE497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6367750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3800">
                <a:solidFill>
                  <a:srgbClr val="FFFFFF"/>
                </a:solidFill>
              </a:rPr>
              <a:t>Infrastructure vs Operational WEFE Projects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C8EC74-C96E-A8F7-4D77-EC364FAC0C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7986547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de-DE" sz="4600">
                <a:solidFill>
                  <a:srgbClr val="FFFFFF"/>
                </a:solidFill>
              </a:rPr>
              <a:t>Financing Implications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8C0DFC-7768-8866-15A2-180B3FB302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2157193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WEFE Screening and Assessment Tools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8D7EA0-385D-61F8-2C04-3218BD900A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188511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4000">
                <a:solidFill>
                  <a:srgbClr val="FFFFFF"/>
                </a:solidFill>
              </a:rPr>
              <a:t>WEFE Screening Matrix (Concept)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BA035B-47E9-AB19-889D-C639B93F90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091462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4000">
                <a:solidFill>
                  <a:srgbClr val="FFFFFF"/>
                </a:solidFill>
              </a:rPr>
              <a:t>Nexus Mapping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F75F11-820C-F9D7-D596-33ED76679B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965468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Indicators Used in Due Diligence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C03CE7-04D8-9309-D734-D02FAC951A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974131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What Financiers Check During Due Diligence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61DD2CBB-0946-BFF1-DFFB-8985FAB9D1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363881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de-DE" sz="5400"/>
              <a:t>Risk Allocation and Mitigation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ED4373-0CDB-F066-2048-77B4FE2661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570601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t>Multi-Sector Projects vs WEFE Nexus Projects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7508A4-E5DD-9848-5E6C-EB8D415E08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4254453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t>Why Investors Reject Weak WEFE Claims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556A11-67D2-6121-CC1E-9D7D87562D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3917347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t>Theory of Change – Concept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9C8644-FE28-629E-2F3C-F545E967BA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549129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t>Theory of Change – WEFE Example (Generic)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8C2D7A-070C-1D9D-1E84-85D4935C6C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8264716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t>Theory of Change – Egypt WEFE Example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94379C-366C-C992-6D49-041F35FCFC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569394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WEFE Example – Morocco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Solar desalination for irrigation</a:t>
            </a:r>
          </a:p>
          <a:p>
            <a:r>
              <a:t>Reduced energy costs and emissions</a:t>
            </a:r>
          </a:p>
          <a:p>
            <a:r>
              <a:t>Access to climate and concessional finance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dirty="0"/>
              <a:t>Egypt WEFE Example </a:t>
            </a:r>
            <a:r>
              <a:rPr lang="de-DE" dirty="0"/>
              <a:t>– </a:t>
            </a:r>
            <a:r>
              <a:rPr dirty="0"/>
              <a:t> Agriculture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5D61D4-571C-CBA2-4190-68FD1D90A6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8629865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t>Linking WEFE Classification to Finance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2AEBF0-DFDF-1D11-1435-FABFFC61E2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0987572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t>Key Takeaways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BE2E0A-199D-3AE0-6D6A-A8D0797306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6258093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375B8-00C9-E999-74E9-DC4F1B815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D29BB015-431F-8BF8-69A9-ACD8109A3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70166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1625</Words>
  <Application>Microsoft Office PowerPoint</Application>
  <PresentationFormat>Widescreen</PresentationFormat>
  <Paragraphs>299</Paragraphs>
  <Slides>51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Aptos</vt:lpstr>
      <vt:lpstr>Aptos Display</vt:lpstr>
      <vt:lpstr>Arial</vt:lpstr>
      <vt:lpstr>Calibri</vt:lpstr>
      <vt:lpstr>Office Theme</vt:lpstr>
      <vt:lpstr> Unlocking Finance for a Resilient WEFE (Water-Energy-Food-Ecosystems) Nexus in Egypt</vt:lpstr>
      <vt:lpstr>WEFE Nexus Professional Series: Driving Finance and Resilience for Egypt’s Future”</vt:lpstr>
      <vt:lpstr>WEFE Nexus Professional Series: Driving Finance and Resilience for Egypt’s Future”</vt:lpstr>
      <vt:lpstr>WEFE Nexus Project Identification &amp; Classification – Financing Perspective</vt:lpstr>
      <vt:lpstr>Lecture Objective</vt:lpstr>
      <vt:lpstr>Why Financiers Care About the WEFE Nexus</vt:lpstr>
      <vt:lpstr>Redefining WEFE Nexus: From Planning to Finance</vt:lpstr>
      <vt:lpstr>Sectoral Coordination vs Financial Integration</vt:lpstr>
      <vt:lpstr>Why Multi-Sector Involvement Alone Is Not Enough</vt:lpstr>
      <vt:lpstr>How Financiers Interpret 'Integration'</vt:lpstr>
      <vt:lpstr>Evidence from Global Finance Practice</vt:lpstr>
      <vt:lpstr>WEFE-Relevant Project (Financing Definition)</vt:lpstr>
      <vt:lpstr>Minimum Integration Requirements (Financier View)</vt:lpstr>
      <vt:lpstr>Functional Linkages Across WEFE Sectors</vt:lpstr>
      <vt:lpstr>Co-Benefits and Creditworthiness</vt:lpstr>
      <vt:lpstr>Climate Resilience and Climate Finance Eligibility</vt:lpstr>
      <vt:lpstr>Typical WEFE Project Components – Overview</vt:lpstr>
      <vt:lpstr>Water Components</vt:lpstr>
      <vt:lpstr>Energy Components</vt:lpstr>
      <vt:lpstr>Food &amp; Agriculture Components</vt:lpstr>
      <vt:lpstr>Environmental Components</vt:lpstr>
      <vt:lpstr>Digital &amp; Data Enablers</vt:lpstr>
      <vt:lpstr>Institutional &amp; Governance Enablers</vt:lpstr>
      <vt:lpstr>Financial Enablers</vt:lpstr>
      <vt:lpstr>Project Title (example) Solar-Powered Wastewater Reuse for Climate-Resilient Irrigation – Nile Delta, Egypt </vt:lpstr>
      <vt:lpstr>Step 1: WEFE Screening – Sector Integration  WEFE Screening Matrix  </vt:lpstr>
      <vt:lpstr>Step 2: WEFE Classification (Financing Logic) </vt:lpstr>
      <vt:lpstr>Step 3: Minimum Integration Measures to Improve Bankability Required WEFE Enhancements (Financier Threshold) </vt:lpstr>
      <vt:lpstr>Step 3: Minimum Integration Measures to Improve Bankability Required WEFE Enhancements (Financier Threshold) </vt:lpstr>
      <vt:lpstr>Step 5: Impact on Finance Access: Financing Instruments Now Applicable  </vt:lpstr>
      <vt:lpstr>Step 6: Theory of Change (Explicit – Financier-Grade) - Theory of Change – Egypt WEFE Case  </vt:lpstr>
      <vt:lpstr>Types of WEFE Nexus Projects</vt:lpstr>
      <vt:lpstr>Purpose-Designed vs Retrofitted Projects</vt:lpstr>
      <vt:lpstr>Infrastructure vs Operational WEFE Projects</vt:lpstr>
      <vt:lpstr>Financing Implications</vt:lpstr>
      <vt:lpstr>WEFE Screening and Assessment Tools</vt:lpstr>
      <vt:lpstr>WEFE Screening Matrix (Concept)</vt:lpstr>
      <vt:lpstr>Nexus Mapping</vt:lpstr>
      <vt:lpstr>Indicators Used in Due Diligence</vt:lpstr>
      <vt:lpstr>What Financiers Check During Due Diligence</vt:lpstr>
      <vt:lpstr>Risk Allocation and Mitigation</vt:lpstr>
      <vt:lpstr>Multi-Sector Projects vs WEFE Nexus Projects</vt:lpstr>
      <vt:lpstr>Why Investors Reject Weak WEFE Claims</vt:lpstr>
      <vt:lpstr>Theory of Change – Concept</vt:lpstr>
      <vt:lpstr>Theory of Change – WEFE Example (Generic)</vt:lpstr>
      <vt:lpstr>Theory of Change – Egypt WEFE Example</vt:lpstr>
      <vt:lpstr>Global WEFE Example – Morocco</vt:lpstr>
      <vt:lpstr>Egypt WEFE Example –  Agriculture</vt:lpstr>
      <vt:lpstr>Linking WEFE Classification to Finance</vt:lpstr>
      <vt:lpstr>Key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Hassan Tolba Aboelnga</dc:creator>
  <cp:lastModifiedBy>k45836</cp:lastModifiedBy>
  <cp:revision>7</cp:revision>
  <dcterms:created xsi:type="dcterms:W3CDTF">2025-09-27T10:15:42Z</dcterms:created>
  <dcterms:modified xsi:type="dcterms:W3CDTF">2026-02-02T15:09:36Z</dcterms:modified>
</cp:coreProperties>
</file>